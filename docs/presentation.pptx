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609480" y="15141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09480" y="548640"/>
            <a:ext cx="9653760" cy="86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.SFNS-Regular_wdth_opsz400000_GRAD_wght2BC0000"/>
                <a:ea typeface=".SFNS-Regular_wdth_opsz400000_GRAD_wght2BC0000"/>
              </a:rPr>
              <a:t>CBRE HITL Call-Intake Agent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609480" y="1680840"/>
            <a:ext cx="7440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C4B5FD"/>
                </a:solidFill>
                <a:effectLst/>
                <a:uFillTx/>
                <a:latin typeface=".SFNS-Regular_wdth_opsz160000_GRAD_wght"/>
                <a:ea typeface=".SFNS-Regular_wdth_opsz160000_GRAD_wght"/>
              </a:rPr>
              <a:t>Auto-resolve the routine 10K calls/day. Escalate only when judgment is required.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609480" y="2257920"/>
            <a:ext cx="38098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UCSB × ACM × TURING · CBRE FINAL PROJECT · 2026-05-22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A7A7D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A7A7D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185516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609480" y="122868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1000080" y="16286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2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875120" y="622800"/>
            <a:ext cx="307152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 · The problem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000080" y="2057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219320" y="1478160"/>
            <a:ext cx="93312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CBRE routes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~10K facilities calls / day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to human operators across the portfolio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219320" y="1906920"/>
            <a:ext cx="9443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Operators are overwhelmed; most calls are routine (HVAC tickets, lights out, restroom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000080" y="2857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1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1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219320" y="2269080"/>
            <a:ext cx="8841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restock)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219320" y="2707200"/>
            <a:ext cx="9872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A small minority are genuine emergencies — fire, entrapment, gas leak — where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seconds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1000080" y="3647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219320" y="3059640"/>
            <a:ext cx="704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matter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1609560" y="407664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3"/>
                  <a:pt x="205" y="146"/>
                </a:cubicBezTo>
                <a:cubicBezTo>
                  <a:pt x="199" y="159"/>
                  <a:pt x="192" y="170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0"/>
                  <a:pt x="13" y="159"/>
                  <a:pt x="8" y="146"/>
                </a:cubicBezTo>
                <a:cubicBezTo>
                  <a:pt x="3" y="133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noFill/>
          <a:ln w="9360">
            <a:solidFill>
              <a:srgbClr val="E6EDF3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219320" y="3497760"/>
            <a:ext cx="32446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The cost asymmetry is brutal: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609560" y="4514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2"/>
                  <a:pt x="182" y="32"/>
                </a:cubicBezTo>
                <a:cubicBezTo>
                  <a:pt x="192" y="42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noFill/>
          <a:ln w="9360">
            <a:solidFill>
              <a:srgbClr val="E6EDF3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828800" y="3926160"/>
            <a:ext cx="6085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Auto-resolving a true emergency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catastrophic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1000080" y="49431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28800" y="4364280"/>
            <a:ext cx="77983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Escalating a routine call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wasted operator time, but recoverable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219320" y="4793040"/>
            <a:ext cx="91425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Risk ≠ confidence. A confident "fire" needs a human; a low-confidence "burnt toast"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219320" y="5154840"/>
            <a:ext cx="1022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does not.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609480" y="5648040"/>
            <a:ext cx="28800" cy="467280"/>
          </a:xfrm>
          <a:custGeom>
            <a:avLst/>
            <a:gdLst/>
            <a:ahLst/>
            <a:rect l="0" t="0" r="r" b="b"/>
            <a:pathLst>
              <a:path w="80" h="1298">
                <a:moveTo>
                  <a:pt x="0" y="0"/>
                </a:moveTo>
                <a:lnTo>
                  <a:pt x="80" y="0"/>
                </a:lnTo>
                <a:lnTo>
                  <a:pt x="8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0560" y="5748120"/>
            <a:ext cx="748764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FFFFFF"/>
                </a:solidFill>
                <a:effectLst/>
                <a:uFillTx/>
                <a:latin typeface=".SFNS-RegularItalic_opsz1A0000_YAXS1AE0000_wght2BC0000"/>
                <a:ea typeface=".SFNS-RegularItalic_opsz1A0000_YAXS1AE0000_wght2BC0000"/>
              </a:rPr>
              <a:t>Design framing: auto-resolve routine; escalate when judgment is needed.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38280" y="568476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 rot="10800000">
            <a:off x="11337480" y="58104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82852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1599840" y="1419120"/>
            <a:ext cx="8992080" cy="5438880"/>
          </a:xfrm>
          <a:custGeom>
            <a:avLst/>
            <a:gdLst/>
            <a:ahLst/>
            <a:rect l="0" t="0" r="r" b="b"/>
            <a:pathLst>
              <a:path w="24978" h="15108">
                <a:moveTo>
                  <a:pt x="17" y="130"/>
                </a:moveTo>
                <a:cubicBezTo>
                  <a:pt x="27" y="105"/>
                  <a:pt x="43" y="82"/>
                  <a:pt x="62" y="62"/>
                </a:cubicBezTo>
                <a:cubicBezTo>
                  <a:pt x="82" y="42"/>
                  <a:pt x="105" y="27"/>
                  <a:pt x="131" y="16"/>
                </a:cubicBezTo>
                <a:cubicBezTo>
                  <a:pt x="157" y="5"/>
                  <a:pt x="184" y="0"/>
                  <a:pt x="212" y="0"/>
                </a:cubicBezTo>
                <a:lnTo>
                  <a:pt x="24767" y="0"/>
                </a:lnTo>
                <a:cubicBezTo>
                  <a:pt x="24795" y="0"/>
                  <a:pt x="24822" y="5"/>
                  <a:pt x="24847" y="16"/>
                </a:cubicBezTo>
                <a:cubicBezTo>
                  <a:pt x="24873" y="27"/>
                  <a:pt x="24896" y="42"/>
                  <a:pt x="24916" y="62"/>
                </a:cubicBezTo>
                <a:cubicBezTo>
                  <a:pt x="24936" y="82"/>
                  <a:pt x="24951" y="105"/>
                  <a:pt x="24962" y="130"/>
                </a:cubicBezTo>
                <a:cubicBezTo>
                  <a:pt x="24973" y="156"/>
                  <a:pt x="24978" y="183"/>
                  <a:pt x="24978" y="211"/>
                </a:cubicBezTo>
                <a:lnTo>
                  <a:pt x="24978" y="15108"/>
                </a:lnTo>
                <a:lnTo>
                  <a:pt x="0" y="15108"/>
                </a:lnTo>
                <a:lnTo>
                  <a:pt x="0" y="211"/>
                </a:lnTo>
                <a:cubicBezTo>
                  <a:pt x="0" y="183"/>
                  <a:pt x="6" y="156"/>
                  <a:pt x="17" y="13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6095880" y="2243520"/>
            <a:ext cx="7920" cy="680760"/>
          </a:xfrm>
          <a:custGeom>
            <a:avLst/>
            <a:gdLst/>
            <a:ahLst/>
            <a:rect l="0" t="0" r="r" b="b"/>
            <a:pathLst>
              <a:path fill="none" w="22" h="1891">
                <a:moveTo>
                  <a:pt x="22" y="0"/>
                </a:moveTo>
                <a:lnTo>
                  <a:pt x="18" y="170"/>
                </a:lnTo>
                <a:cubicBezTo>
                  <a:pt x="14" y="339"/>
                  <a:pt x="7" y="680"/>
                  <a:pt x="3" y="995"/>
                </a:cubicBezTo>
                <a:cubicBezTo>
                  <a:pt x="0" y="1310"/>
                  <a:pt x="0" y="1600"/>
                  <a:pt x="0" y="1746"/>
                </a:cubicBezTo>
                <a:lnTo>
                  <a:pt x="0" y="1891"/>
                </a:lnTo>
              </a:path>
            </a:pathLst>
          </a:custGeom>
          <a:ln w="14760">
            <a:solidFill>
              <a:srgbClr val="333333"/>
            </a:solidFill>
            <a:miter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6036120" y="2864160"/>
            <a:ext cx="119880" cy="119880"/>
          </a:xfrm>
          <a:custGeom>
            <a:avLst/>
            <a:gdLst/>
            <a:ahLst/>
            <a:rect l="0" t="0" r="r" b="b"/>
            <a:pathLst>
              <a:path w="333" h="333">
                <a:moveTo>
                  <a:pt x="333" y="0"/>
                </a:moveTo>
                <a:lnTo>
                  <a:pt x="166" y="333"/>
                </a:lnTo>
                <a:lnTo>
                  <a:pt x="0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6036120" y="2864160"/>
            <a:ext cx="119880" cy="119880"/>
          </a:xfrm>
          <a:custGeom>
            <a:avLst/>
            <a:gdLst/>
            <a:ahLst/>
            <a:rect l="0" t="0" r="r" b="b"/>
            <a:pathLst>
              <a:path w="333" h="333">
                <a:moveTo>
                  <a:pt x="317" y="67"/>
                </a:moveTo>
                <a:lnTo>
                  <a:pt x="302" y="97"/>
                </a:lnTo>
                <a:lnTo>
                  <a:pt x="287" y="126"/>
                </a:lnTo>
                <a:lnTo>
                  <a:pt x="273" y="156"/>
                </a:lnTo>
                <a:lnTo>
                  <a:pt x="258" y="187"/>
                </a:lnTo>
                <a:lnTo>
                  <a:pt x="243" y="216"/>
                </a:lnTo>
                <a:lnTo>
                  <a:pt x="228" y="246"/>
                </a:lnTo>
                <a:lnTo>
                  <a:pt x="213" y="276"/>
                </a:lnTo>
                <a:lnTo>
                  <a:pt x="198" y="306"/>
                </a:lnTo>
                <a:lnTo>
                  <a:pt x="184" y="333"/>
                </a:lnTo>
                <a:lnTo>
                  <a:pt x="147" y="333"/>
                </a:lnTo>
                <a:lnTo>
                  <a:pt x="139" y="316"/>
                </a:lnTo>
                <a:lnTo>
                  <a:pt x="124" y="287"/>
                </a:lnTo>
                <a:lnTo>
                  <a:pt x="109" y="257"/>
                </a:lnTo>
                <a:lnTo>
                  <a:pt x="139" y="242"/>
                </a:lnTo>
                <a:lnTo>
                  <a:pt x="154" y="272"/>
                </a:lnTo>
                <a:lnTo>
                  <a:pt x="166" y="296"/>
                </a:lnTo>
                <a:lnTo>
                  <a:pt x="169" y="291"/>
                </a:lnTo>
                <a:lnTo>
                  <a:pt x="183" y="261"/>
                </a:lnTo>
                <a:lnTo>
                  <a:pt x="198" y="231"/>
                </a:lnTo>
                <a:lnTo>
                  <a:pt x="213" y="202"/>
                </a:lnTo>
                <a:lnTo>
                  <a:pt x="228" y="171"/>
                </a:lnTo>
                <a:lnTo>
                  <a:pt x="243" y="141"/>
                </a:lnTo>
                <a:lnTo>
                  <a:pt x="258" y="111"/>
                </a:lnTo>
                <a:lnTo>
                  <a:pt x="273" y="82"/>
                </a:lnTo>
                <a:lnTo>
                  <a:pt x="287" y="52"/>
                </a:lnTo>
                <a:lnTo>
                  <a:pt x="302" y="22"/>
                </a:lnTo>
                <a:lnTo>
                  <a:pt x="305" y="17"/>
                </a:lnTo>
                <a:lnTo>
                  <a:pt x="287" y="17"/>
                </a:lnTo>
                <a:lnTo>
                  <a:pt x="254" y="17"/>
                </a:lnTo>
                <a:lnTo>
                  <a:pt x="220" y="17"/>
                </a:lnTo>
                <a:lnTo>
                  <a:pt x="187" y="17"/>
                </a:lnTo>
                <a:lnTo>
                  <a:pt x="154" y="17"/>
                </a:lnTo>
                <a:lnTo>
                  <a:pt x="121" y="17"/>
                </a:lnTo>
                <a:lnTo>
                  <a:pt x="87" y="17"/>
                </a:lnTo>
                <a:lnTo>
                  <a:pt x="54" y="17"/>
                </a:lnTo>
                <a:lnTo>
                  <a:pt x="27" y="17"/>
                </a:lnTo>
                <a:lnTo>
                  <a:pt x="35" y="33"/>
                </a:lnTo>
                <a:lnTo>
                  <a:pt x="50" y="63"/>
                </a:lnTo>
                <a:lnTo>
                  <a:pt x="42" y="66"/>
                </a:lnTo>
                <a:lnTo>
                  <a:pt x="50" y="63"/>
                </a:lnTo>
                <a:lnTo>
                  <a:pt x="64" y="92"/>
                </a:lnTo>
                <a:lnTo>
                  <a:pt x="79" y="122"/>
                </a:lnTo>
                <a:lnTo>
                  <a:pt x="64" y="130"/>
                </a:lnTo>
                <a:lnTo>
                  <a:pt x="79" y="122"/>
                </a:lnTo>
                <a:lnTo>
                  <a:pt x="94" y="152"/>
                </a:lnTo>
                <a:lnTo>
                  <a:pt x="109" y="183"/>
                </a:lnTo>
                <a:lnTo>
                  <a:pt x="124" y="212"/>
                </a:lnTo>
                <a:lnTo>
                  <a:pt x="94" y="227"/>
                </a:lnTo>
                <a:lnTo>
                  <a:pt x="79" y="197"/>
                </a:lnTo>
                <a:lnTo>
                  <a:pt x="64" y="167"/>
                </a:lnTo>
                <a:lnTo>
                  <a:pt x="50" y="137"/>
                </a:lnTo>
                <a:lnTo>
                  <a:pt x="35" y="107"/>
                </a:lnTo>
                <a:lnTo>
                  <a:pt x="42" y="104"/>
                </a:lnTo>
                <a:lnTo>
                  <a:pt x="35" y="107"/>
                </a:lnTo>
                <a:lnTo>
                  <a:pt x="20" y="78"/>
                </a:lnTo>
                <a:lnTo>
                  <a:pt x="5" y="48"/>
                </a:lnTo>
                <a:lnTo>
                  <a:pt x="0" y="37"/>
                </a:lnTo>
                <a:lnTo>
                  <a:pt x="0" y="0"/>
                </a:lnTo>
                <a:lnTo>
                  <a:pt x="333" y="0"/>
                </a:lnTo>
                <a:lnTo>
                  <a:pt x="333" y="37"/>
                </a:lnTo>
                <a:lnTo>
                  <a:pt x="317" y="67"/>
                </a:lnTo>
                <a:moveTo>
                  <a:pt x="109" y="257"/>
                </a:moveTo>
                <a:lnTo>
                  <a:pt x="94" y="227"/>
                </a:lnTo>
                <a:lnTo>
                  <a:pt x="124" y="212"/>
                </a:lnTo>
                <a:lnTo>
                  <a:pt x="139" y="242"/>
                </a:lnTo>
                <a:lnTo>
                  <a:pt x="109" y="2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6095880" y="4509000"/>
            <a:ext cx="0" cy="687960"/>
          </a:xfrm>
          <a:custGeom>
            <a:avLst/>
            <a:gdLst/>
            <a:ahLst/>
            <a:rect l="0" t="0" r="r" b="b"/>
            <a:pathLst>
              <a:path fill="none" w="0" h="1911">
                <a:moveTo>
                  <a:pt x="0" y="0"/>
                </a:moveTo>
                <a:lnTo>
                  <a:pt x="0" y="173"/>
                </a:lnTo>
                <a:cubicBezTo>
                  <a:pt x="0" y="346"/>
                  <a:pt x="0" y="692"/>
                  <a:pt x="0" y="1011"/>
                </a:cubicBezTo>
                <a:cubicBezTo>
                  <a:pt x="0" y="1329"/>
                  <a:pt x="0" y="1620"/>
                  <a:pt x="0" y="1765"/>
                </a:cubicBezTo>
                <a:lnTo>
                  <a:pt x="0" y="1911"/>
                </a:lnTo>
              </a:path>
            </a:pathLst>
          </a:custGeom>
          <a:ln w="14760">
            <a:solidFill>
              <a:srgbClr val="333333"/>
            </a:solidFill>
            <a:miter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6036120" y="5136840"/>
            <a:ext cx="119880" cy="120240"/>
          </a:xfrm>
          <a:custGeom>
            <a:avLst/>
            <a:gdLst/>
            <a:ahLst/>
            <a:rect l="0" t="0" r="r" b="b"/>
            <a:pathLst>
              <a:path w="333" h="334">
                <a:moveTo>
                  <a:pt x="333" y="0"/>
                </a:moveTo>
                <a:lnTo>
                  <a:pt x="166" y="334"/>
                </a:lnTo>
                <a:lnTo>
                  <a:pt x="0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6036120" y="5136840"/>
            <a:ext cx="119880" cy="120240"/>
          </a:xfrm>
          <a:custGeom>
            <a:avLst/>
            <a:gdLst/>
            <a:ahLst/>
            <a:rect l="0" t="0" r="r" b="b"/>
            <a:pathLst>
              <a:path w="333" h="334">
                <a:moveTo>
                  <a:pt x="317" y="67"/>
                </a:moveTo>
                <a:lnTo>
                  <a:pt x="302" y="97"/>
                </a:lnTo>
                <a:lnTo>
                  <a:pt x="287" y="127"/>
                </a:lnTo>
                <a:lnTo>
                  <a:pt x="273" y="156"/>
                </a:lnTo>
                <a:lnTo>
                  <a:pt x="258" y="187"/>
                </a:lnTo>
                <a:lnTo>
                  <a:pt x="243" y="217"/>
                </a:lnTo>
                <a:lnTo>
                  <a:pt x="228" y="247"/>
                </a:lnTo>
                <a:lnTo>
                  <a:pt x="213" y="276"/>
                </a:lnTo>
                <a:lnTo>
                  <a:pt x="198" y="306"/>
                </a:lnTo>
                <a:lnTo>
                  <a:pt x="184" y="334"/>
                </a:lnTo>
                <a:lnTo>
                  <a:pt x="147" y="334"/>
                </a:lnTo>
                <a:lnTo>
                  <a:pt x="139" y="317"/>
                </a:lnTo>
                <a:lnTo>
                  <a:pt x="124" y="287"/>
                </a:lnTo>
                <a:lnTo>
                  <a:pt x="109" y="257"/>
                </a:lnTo>
                <a:lnTo>
                  <a:pt x="139" y="242"/>
                </a:lnTo>
                <a:lnTo>
                  <a:pt x="154" y="272"/>
                </a:lnTo>
                <a:lnTo>
                  <a:pt x="166" y="297"/>
                </a:lnTo>
                <a:lnTo>
                  <a:pt x="169" y="291"/>
                </a:lnTo>
                <a:lnTo>
                  <a:pt x="183" y="261"/>
                </a:lnTo>
                <a:lnTo>
                  <a:pt x="198" y="232"/>
                </a:lnTo>
                <a:lnTo>
                  <a:pt x="213" y="202"/>
                </a:lnTo>
                <a:lnTo>
                  <a:pt x="228" y="171"/>
                </a:lnTo>
                <a:lnTo>
                  <a:pt x="243" y="142"/>
                </a:lnTo>
                <a:lnTo>
                  <a:pt x="258" y="112"/>
                </a:lnTo>
                <a:lnTo>
                  <a:pt x="273" y="82"/>
                </a:lnTo>
                <a:lnTo>
                  <a:pt x="287" y="52"/>
                </a:lnTo>
                <a:lnTo>
                  <a:pt x="302" y="23"/>
                </a:lnTo>
                <a:lnTo>
                  <a:pt x="305" y="17"/>
                </a:lnTo>
                <a:lnTo>
                  <a:pt x="287" y="17"/>
                </a:lnTo>
                <a:lnTo>
                  <a:pt x="254" y="17"/>
                </a:lnTo>
                <a:lnTo>
                  <a:pt x="220" y="17"/>
                </a:lnTo>
                <a:lnTo>
                  <a:pt x="187" y="17"/>
                </a:lnTo>
                <a:lnTo>
                  <a:pt x="154" y="17"/>
                </a:lnTo>
                <a:lnTo>
                  <a:pt x="121" y="17"/>
                </a:lnTo>
                <a:lnTo>
                  <a:pt x="87" y="17"/>
                </a:lnTo>
                <a:lnTo>
                  <a:pt x="54" y="17"/>
                </a:lnTo>
                <a:lnTo>
                  <a:pt x="27" y="17"/>
                </a:lnTo>
                <a:lnTo>
                  <a:pt x="35" y="33"/>
                </a:lnTo>
                <a:lnTo>
                  <a:pt x="50" y="63"/>
                </a:lnTo>
                <a:lnTo>
                  <a:pt x="42" y="67"/>
                </a:lnTo>
                <a:lnTo>
                  <a:pt x="50" y="63"/>
                </a:lnTo>
                <a:lnTo>
                  <a:pt x="64" y="93"/>
                </a:lnTo>
                <a:lnTo>
                  <a:pt x="79" y="123"/>
                </a:lnTo>
                <a:lnTo>
                  <a:pt x="64" y="130"/>
                </a:lnTo>
                <a:lnTo>
                  <a:pt x="79" y="123"/>
                </a:lnTo>
                <a:lnTo>
                  <a:pt x="94" y="152"/>
                </a:lnTo>
                <a:lnTo>
                  <a:pt x="109" y="183"/>
                </a:lnTo>
                <a:lnTo>
                  <a:pt x="124" y="213"/>
                </a:lnTo>
                <a:lnTo>
                  <a:pt x="94" y="228"/>
                </a:lnTo>
                <a:lnTo>
                  <a:pt x="79" y="198"/>
                </a:lnTo>
                <a:lnTo>
                  <a:pt x="64" y="167"/>
                </a:lnTo>
                <a:lnTo>
                  <a:pt x="50" y="137"/>
                </a:lnTo>
                <a:lnTo>
                  <a:pt x="35" y="108"/>
                </a:lnTo>
                <a:lnTo>
                  <a:pt x="42" y="104"/>
                </a:lnTo>
                <a:lnTo>
                  <a:pt x="35" y="108"/>
                </a:lnTo>
                <a:lnTo>
                  <a:pt x="20" y="78"/>
                </a:lnTo>
                <a:lnTo>
                  <a:pt x="5" y="48"/>
                </a:lnTo>
                <a:lnTo>
                  <a:pt x="0" y="38"/>
                </a:lnTo>
                <a:lnTo>
                  <a:pt x="0" y="0"/>
                </a:lnTo>
                <a:lnTo>
                  <a:pt x="333" y="0"/>
                </a:lnTo>
                <a:lnTo>
                  <a:pt x="333" y="38"/>
                </a:lnTo>
                <a:lnTo>
                  <a:pt x="317" y="67"/>
                </a:lnTo>
                <a:moveTo>
                  <a:pt x="109" y="257"/>
                </a:moveTo>
                <a:lnTo>
                  <a:pt x="94" y="228"/>
                </a:lnTo>
                <a:lnTo>
                  <a:pt x="124" y="213"/>
                </a:lnTo>
                <a:lnTo>
                  <a:pt x="139" y="242"/>
                </a:lnTo>
                <a:lnTo>
                  <a:pt x="109" y="2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4808880" y="1653120"/>
            <a:ext cx="2574000" cy="583200"/>
          </a:xfrm>
          <a:custGeom>
            <a:avLst/>
            <a:gdLst/>
            <a:ahLst/>
            <a:rect l="0" t="0" r="r" b="b"/>
            <a:pathLst>
              <a:path w="7150" h="1620">
                <a:moveTo>
                  <a:pt x="6341" y="0"/>
                </a:moveTo>
                <a:cubicBezTo>
                  <a:pt x="6356" y="0"/>
                  <a:pt x="6370" y="1"/>
                  <a:pt x="6393" y="1"/>
                </a:cubicBezTo>
                <a:cubicBezTo>
                  <a:pt x="6407" y="3"/>
                  <a:pt x="6422" y="4"/>
                  <a:pt x="6444" y="6"/>
                </a:cubicBezTo>
                <a:cubicBezTo>
                  <a:pt x="6462" y="9"/>
                  <a:pt x="6481" y="12"/>
                  <a:pt x="6496" y="15"/>
                </a:cubicBezTo>
                <a:cubicBezTo>
                  <a:pt x="6510" y="18"/>
                  <a:pt x="6524" y="21"/>
                  <a:pt x="6546" y="26"/>
                </a:cubicBezTo>
                <a:cubicBezTo>
                  <a:pt x="6564" y="31"/>
                  <a:pt x="6582" y="37"/>
                  <a:pt x="6596" y="41"/>
                </a:cubicBezTo>
                <a:cubicBezTo>
                  <a:pt x="6609" y="46"/>
                  <a:pt x="6622" y="50"/>
                  <a:pt x="6645" y="59"/>
                </a:cubicBezTo>
                <a:cubicBezTo>
                  <a:pt x="6657" y="64"/>
                  <a:pt x="6670" y="70"/>
                  <a:pt x="6692" y="80"/>
                </a:cubicBezTo>
                <a:cubicBezTo>
                  <a:pt x="6706" y="87"/>
                  <a:pt x="6720" y="95"/>
                  <a:pt x="6738" y="104"/>
                </a:cubicBezTo>
                <a:cubicBezTo>
                  <a:pt x="6749" y="110"/>
                  <a:pt x="6760" y="117"/>
                  <a:pt x="6783" y="131"/>
                </a:cubicBezTo>
                <a:cubicBezTo>
                  <a:pt x="6791" y="137"/>
                  <a:pt x="6800" y="143"/>
                  <a:pt x="6825" y="160"/>
                </a:cubicBezTo>
                <a:cubicBezTo>
                  <a:pt x="6836" y="169"/>
                  <a:pt x="6847" y="178"/>
                  <a:pt x="6866" y="193"/>
                </a:cubicBezTo>
                <a:cubicBezTo>
                  <a:pt x="6875" y="201"/>
                  <a:pt x="6884" y="210"/>
                  <a:pt x="6904" y="228"/>
                </a:cubicBezTo>
                <a:cubicBezTo>
                  <a:pt x="6912" y="235"/>
                  <a:pt x="6919" y="243"/>
                  <a:pt x="6940" y="265"/>
                </a:cubicBezTo>
                <a:cubicBezTo>
                  <a:pt x="6951" y="277"/>
                  <a:pt x="6961" y="289"/>
                  <a:pt x="6974" y="305"/>
                </a:cubicBezTo>
                <a:cubicBezTo>
                  <a:pt x="6985" y="320"/>
                  <a:pt x="6997" y="335"/>
                  <a:pt x="7005" y="346"/>
                </a:cubicBezTo>
                <a:cubicBezTo>
                  <a:pt x="7012" y="357"/>
                  <a:pt x="7020" y="369"/>
                  <a:pt x="7033" y="390"/>
                </a:cubicBezTo>
                <a:cubicBezTo>
                  <a:pt x="7039" y="399"/>
                  <a:pt x="7044" y="409"/>
                  <a:pt x="7059" y="435"/>
                </a:cubicBezTo>
                <a:cubicBezTo>
                  <a:pt x="7067" y="451"/>
                  <a:pt x="7074" y="467"/>
                  <a:pt x="7081" y="482"/>
                </a:cubicBezTo>
                <a:cubicBezTo>
                  <a:pt x="7086" y="492"/>
                  <a:pt x="7090" y="502"/>
                  <a:pt x="7101" y="530"/>
                </a:cubicBezTo>
                <a:cubicBezTo>
                  <a:pt x="7105" y="542"/>
                  <a:pt x="7109" y="554"/>
                  <a:pt x="7117" y="579"/>
                </a:cubicBezTo>
                <a:cubicBezTo>
                  <a:pt x="7122" y="596"/>
                  <a:pt x="7126" y="614"/>
                  <a:pt x="7130" y="629"/>
                </a:cubicBezTo>
                <a:cubicBezTo>
                  <a:pt x="7134" y="649"/>
                  <a:pt x="7138" y="670"/>
                  <a:pt x="7140" y="680"/>
                </a:cubicBezTo>
                <a:cubicBezTo>
                  <a:pt x="7142" y="695"/>
                  <a:pt x="7144" y="710"/>
                  <a:pt x="7147" y="732"/>
                </a:cubicBezTo>
                <a:cubicBezTo>
                  <a:pt x="7148" y="743"/>
                  <a:pt x="7148" y="753"/>
                  <a:pt x="7150" y="784"/>
                </a:cubicBezTo>
                <a:lnTo>
                  <a:pt x="7150" y="835"/>
                </a:lnTo>
                <a:cubicBezTo>
                  <a:pt x="7149" y="850"/>
                  <a:pt x="7149" y="864"/>
                  <a:pt x="7147" y="887"/>
                </a:cubicBezTo>
                <a:cubicBezTo>
                  <a:pt x="7146" y="898"/>
                  <a:pt x="7144" y="910"/>
                  <a:pt x="7140" y="939"/>
                </a:cubicBezTo>
                <a:cubicBezTo>
                  <a:pt x="7138" y="952"/>
                  <a:pt x="7135" y="964"/>
                  <a:pt x="7130" y="990"/>
                </a:cubicBezTo>
                <a:cubicBezTo>
                  <a:pt x="7127" y="1001"/>
                  <a:pt x="7124" y="1012"/>
                  <a:pt x="7117" y="1040"/>
                </a:cubicBezTo>
                <a:cubicBezTo>
                  <a:pt x="7113" y="1054"/>
                  <a:pt x="7108" y="1068"/>
                  <a:pt x="7101" y="1090"/>
                </a:cubicBezTo>
                <a:cubicBezTo>
                  <a:pt x="7093" y="1109"/>
                  <a:pt x="7085" y="1128"/>
                  <a:pt x="7081" y="1138"/>
                </a:cubicBezTo>
                <a:cubicBezTo>
                  <a:pt x="7074" y="1154"/>
                  <a:pt x="7066" y="1170"/>
                  <a:pt x="7059" y="1185"/>
                </a:cubicBezTo>
                <a:cubicBezTo>
                  <a:pt x="7049" y="1202"/>
                  <a:pt x="7040" y="1219"/>
                  <a:pt x="7033" y="1230"/>
                </a:cubicBezTo>
                <a:cubicBezTo>
                  <a:pt x="7023" y="1246"/>
                  <a:pt x="7013" y="1262"/>
                  <a:pt x="7005" y="1274"/>
                </a:cubicBezTo>
                <a:cubicBezTo>
                  <a:pt x="6997" y="1285"/>
                  <a:pt x="6989" y="1295"/>
                  <a:pt x="6974" y="1316"/>
                </a:cubicBezTo>
                <a:cubicBezTo>
                  <a:pt x="6961" y="1330"/>
                  <a:pt x="6949" y="1345"/>
                  <a:pt x="6940" y="1355"/>
                </a:cubicBezTo>
                <a:cubicBezTo>
                  <a:pt x="6928" y="1368"/>
                  <a:pt x="6916" y="1380"/>
                  <a:pt x="6904" y="1392"/>
                </a:cubicBezTo>
                <a:cubicBezTo>
                  <a:pt x="6892" y="1404"/>
                  <a:pt x="6879" y="1415"/>
                  <a:pt x="6866" y="1427"/>
                </a:cubicBezTo>
                <a:cubicBezTo>
                  <a:pt x="6851" y="1439"/>
                  <a:pt x="6835" y="1451"/>
                  <a:pt x="6825" y="1460"/>
                </a:cubicBezTo>
                <a:cubicBezTo>
                  <a:pt x="6809" y="1471"/>
                  <a:pt x="6794" y="1482"/>
                  <a:pt x="6783" y="1489"/>
                </a:cubicBezTo>
                <a:cubicBezTo>
                  <a:pt x="6766" y="1500"/>
                  <a:pt x="6749" y="1510"/>
                  <a:pt x="6738" y="1516"/>
                </a:cubicBezTo>
                <a:cubicBezTo>
                  <a:pt x="6720" y="1526"/>
                  <a:pt x="6702" y="1535"/>
                  <a:pt x="6692" y="1540"/>
                </a:cubicBezTo>
                <a:cubicBezTo>
                  <a:pt x="6674" y="1548"/>
                  <a:pt x="6657" y="1556"/>
                  <a:pt x="6645" y="1561"/>
                </a:cubicBezTo>
                <a:cubicBezTo>
                  <a:pt x="6630" y="1567"/>
                  <a:pt x="6615" y="1572"/>
                  <a:pt x="6596" y="1579"/>
                </a:cubicBezTo>
                <a:cubicBezTo>
                  <a:pt x="6581" y="1584"/>
                  <a:pt x="6566" y="1588"/>
                  <a:pt x="6546" y="1594"/>
                </a:cubicBezTo>
                <a:cubicBezTo>
                  <a:pt x="6528" y="1598"/>
                  <a:pt x="6510" y="1602"/>
                  <a:pt x="6496" y="1606"/>
                </a:cubicBezTo>
                <a:cubicBezTo>
                  <a:pt x="6475" y="1609"/>
                  <a:pt x="6455" y="1612"/>
                  <a:pt x="6444" y="1614"/>
                </a:cubicBezTo>
                <a:cubicBezTo>
                  <a:pt x="6427" y="1615"/>
                  <a:pt x="6410" y="1617"/>
                  <a:pt x="6393" y="1619"/>
                </a:cubicBezTo>
                <a:cubicBezTo>
                  <a:pt x="6373" y="1619"/>
                  <a:pt x="6354" y="1620"/>
                  <a:pt x="6341" y="1620"/>
                </a:cubicBezTo>
                <a:lnTo>
                  <a:pt x="810" y="1620"/>
                </a:lnTo>
                <a:cubicBezTo>
                  <a:pt x="793" y="1620"/>
                  <a:pt x="777" y="1619"/>
                  <a:pt x="758" y="1619"/>
                </a:cubicBezTo>
                <a:cubicBezTo>
                  <a:pt x="740" y="1617"/>
                  <a:pt x="721" y="1615"/>
                  <a:pt x="706" y="1614"/>
                </a:cubicBezTo>
                <a:cubicBezTo>
                  <a:pt x="693" y="1612"/>
                  <a:pt x="680" y="1610"/>
                  <a:pt x="655" y="1606"/>
                </a:cubicBezTo>
                <a:cubicBezTo>
                  <a:pt x="643" y="1603"/>
                  <a:pt x="631" y="1600"/>
                  <a:pt x="604" y="1594"/>
                </a:cubicBezTo>
                <a:cubicBezTo>
                  <a:pt x="594" y="1591"/>
                  <a:pt x="584" y="1588"/>
                  <a:pt x="555" y="1579"/>
                </a:cubicBezTo>
                <a:cubicBezTo>
                  <a:pt x="539" y="1573"/>
                  <a:pt x="523" y="1568"/>
                  <a:pt x="506" y="1561"/>
                </a:cubicBezTo>
                <a:cubicBezTo>
                  <a:pt x="487" y="1553"/>
                  <a:pt x="468" y="1545"/>
                  <a:pt x="458" y="1540"/>
                </a:cubicBezTo>
                <a:cubicBezTo>
                  <a:pt x="446" y="1534"/>
                  <a:pt x="434" y="1527"/>
                  <a:pt x="412" y="1516"/>
                </a:cubicBezTo>
                <a:cubicBezTo>
                  <a:pt x="400" y="1509"/>
                  <a:pt x="389" y="1502"/>
                  <a:pt x="368" y="1489"/>
                </a:cubicBezTo>
                <a:cubicBezTo>
                  <a:pt x="356" y="1481"/>
                  <a:pt x="345" y="1473"/>
                  <a:pt x="325" y="1460"/>
                </a:cubicBezTo>
                <a:cubicBezTo>
                  <a:pt x="310" y="1447"/>
                  <a:pt x="295" y="1435"/>
                  <a:pt x="285" y="1427"/>
                </a:cubicBezTo>
                <a:cubicBezTo>
                  <a:pt x="271" y="1415"/>
                  <a:pt x="257" y="1402"/>
                  <a:pt x="246" y="1392"/>
                </a:cubicBezTo>
                <a:cubicBezTo>
                  <a:pt x="236" y="1382"/>
                  <a:pt x="225" y="1371"/>
                  <a:pt x="210" y="1355"/>
                </a:cubicBezTo>
                <a:cubicBezTo>
                  <a:pt x="203" y="1346"/>
                  <a:pt x="195" y="1337"/>
                  <a:pt x="177" y="1316"/>
                </a:cubicBezTo>
                <a:cubicBezTo>
                  <a:pt x="166" y="1301"/>
                  <a:pt x="156" y="1287"/>
                  <a:pt x="146" y="1274"/>
                </a:cubicBezTo>
                <a:cubicBezTo>
                  <a:pt x="135" y="1257"/>
                  <a:pt x="124" y="1241"/>
                  <a:pt x="117" y="1230"/>
                </a:cubicBezTo>
                <a:cubicBezTo>
                  <a:pt x="108" y="1213"/>
                  <a:pt x="98" y="1196"/>
                  <a:pt x="92" y="1185"/>
                </a:cubicBezTo>
                <a:cubicBezTo>
                  <a:pt x="84" y="1168"/>
                  <a:pt x="75" y="1151"/>
                  <a:pt x="69" y="1138"/>
                </a:cubicBezTo>
                <a:cubicBezTo>
                  <a:pt x="63" y="1123"/>
                  <a:pt x="57" y="1109"/>
                  <a:pt x="50" y="1090"/>
                </a:cubicBezTo>
                <a:cubicBezTo>
                  <a:pt x="45" y="1074"/>
                  <a:pt x="40" y="1058"/>
                  <a:pt x="33" y="1040"/>
                </a:cubicBezTo>
                <a:cubicBezTo>
                  <a:pt x="29" y="1022"/>
                  <a:pt x="24" y="1003"/>
                  <a:pt x="20" y="990"/>
                </a:cubicBezTo>
                <a:cubicBezTo>
                  <a:pt x="17" y="973"/>
                  <a:pt x="14" y="956"/>
                  <a:pt x="10" y="939"/>
                </a:cubicBezTo>
                <a:cubicBezTo>
                  <a:pt x="8" y="922"/>
                  <a:pt x="6" y="906"/>
                  <a:pt x="4" y="887"/>
                </a:cubicBezTo>
                <a:cubicBezTo>
                  <a:pt x="3" y="871"/>
                  <a:pt x="2" y="854"/>
                  <a:pt x="0" y="835"/>
                </a:cubicBezTo>
                <a:lnTo>
                  <a:pt x="0" y="784"/>
                </a:lnTo>
                <a:cubicBezTo>
                  <a:pt x="1" y="768"/>
                  <a:pt x="2" y="752"/>
                  <a:pt x="4" y="732"/>
                </a:cubicBezTo>
                <a:cubicBezTo>
                  <a:pt x="5" y="719"/>
                  <a:pt x="7" y="707"/>
                  <a:pt x="10" y="680"/>
                </a:cubicBezTo>
                <a:cubicBezTo>
                  <a:pt x="14" y="664"/>
                  <a:pt x="17" y="647"/>
                  <a:pt x="20" y="629"/>
                </a:cubicBezTo>
                <a:cubicBezTo>
                  <a:pt x="24" y="613"/>
                  <a:pt x="29" y="597"/>
                  <a:pt x="33" y="579"/>
                </a:cubicBezTo>
                <a:cubicBezTo>
                  <a:pt x="39" y="562"/>
                  <a:pt x="45" y="545"/>
                  <a:pt x="50" y="530"/>
                </a:cubicBezTo>
                <a:cubicBezTo>
                  <a:pt x="57" y="511"/>
                  <a:pt x="65" y="492"/>
                  <a:pt x="69" y="482"/>
                </a:cubicBezTo>
                <a:cubicBezTo>
                  <a:pt x="74" y="471"/>
                  <a:pt x="80" y="460"/>
                  <a:pt x="92" y="435"/>
                </a:cubicBezTo>
                <a:cubicBezTo>
                  <a:pt x="101" y="419"/>
                  <a:pt x="110" y="403"/>
                  <a:pt x="117" y="390"/>
                </a:cubicBezTo>
                <a:cubicBezTo>
                  <a:pt x="128" y="373"/>
                  <a:pt x="139" y="357"/>
                  <a:pt x="146" y="346"/>
                </a:cubicBezTo>
                <a:cubicBezTo>
                  <a:pt x="155" y="334"/>
                  <a:pt x="164" y="321"/>
                  <a:pt x="177" y="305"/>
                </a:cubicBezTo>
                <a:cubicBezTo>
                  <a:pt x="184" y="296"/>
                  <a:pt x="191" y="287"/>
                  <a:pt x="210" y="265"/>
                </a:cubicBezTo>
                <a:cubicBezTo>
                  <a:pt x="219" y="256"/>
                  <a:pt x="228" y="247"/>
                  <a:pt x="246" y="228"/>
                </a:cubicBezTo>
                <a:cubicBezTo>
                  <a:pt x="259" y="216"/>
                  <a:pt x="272" y="205"/>
                  <a:pt x="285" y="193"/>
                </a:cubicBezTo>
                <a:cubicBezTo>
                  <a:pt x="298" y="183"/>
                  <a:pt x="310" y="172"/>
                  <a:pt x="325" y="160"/>
                </a:cubicBezTo>
                <a:cubicBezTo>
                  <a:pt x="340" y="150"/>
                  <a:pt x="355" y="140"/>
                  <a:pt x="368" y="131"/>
                </a:cubicBezTo>
                <a:cubicBezTo>
                  <a:pt x="380" y="124"/>
                  <a:pt x="391" y="117"/>
                  <a:pt x="412" y="104"/>
                </a:cubicBezTo>
                <a:cubicBezTo>
                  <a:pt x="422" y="99"/>
                  <a:pt x="432" y="94"/>
                  <a:pt x="458" y="80"/>
                </a:cubicBezTo>
                <a:cubicBezTo>
                  <a:pt x="473" y="73"/>
                  <a:pt x="488" y="67"/>
                  <a:pt x="506" y="59"/>
                </a:cubicBezTo>
                <a:cubicBezTo>
                  <a:pt x="524" y="52"/>
                  <a:pt x="541" y="46"/>
                  <a:pt x="555" y="41"/>
                </a:cubicBezTo>
                <a:cubicBezTo>
                  <a:pt x="571" y="36"/>
                  <a:pt x="588" y="31"/>
                  <a:pt x="604" y="26"/>
                </a:cubicBezTo>
                <a:cubicBezTo>
                  <a:pt x="621" y="22"/>
                  <a:pt x="639" y="18"/>
                  <a:pt x="655" y="15"/>
                </a:cubicBezTo>
                <a:cubicBezTo>
                  <a:pt x="673" y="12"/>
                  <a:pt x="692" y="9"/>
                  <a:pt x="706" y="6"/>
                </a:cubicBezTo>
                <a:cubicBezTo>
                  <a:pt x="726" y="4"/>
                  <a:pt x="745" y="2"/>
                  <a:pt x="758" y="1"/>
                </a:cubicBezTo>
                <a:cubicBezTo>
                  <a:pt x="774" y="1"/>
                  <a:pt x="790" y="0"/>
                  <a:pt x="810" y="0"/>
                </a:cubicBezTo>
                <a:lnTo>
                  <a:pt x="6341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4808880" y="1653120"/>
            <a:ext cx="2574000" cy="583200"/>
          </a:xfrm>
          <a:custGeom>
            <a:avLst/>
            <a:gdLst/>
            <a:ahLst/>
            <a:rect l="0" t="0" r="r" b="b"/>
            <a:pathLst>
              <a:path fill="none" w="7150" h="1620">
                <a:moveTo>
                  <a:pt x="810" y="0"/>
                </a:moveTo>
                <a:cubicBezTo>
                  <a:pt x="2666" y="0"/>
                  <a:pt x="4524" y="0"/>
                  <a:pt x="6341" y="0"/>
                </a:cubicBezTo>
                <a:cubicBezTo>
                  <a:pt x="6356" y="0"/>
                  <a:pt x="6370" y="1"/>
                  <a:pt x="6393" y="1"/>
                </a:cubicBezTo>
                <a:cubicBezTo>
                  <a:pt x="6407" y="3"/>
                  <a:pt x="6422" y="4"/>
                  <a:pt x="6444" y="6"/>
                </a:cubicBezTo>
                <a:cubicBezTo>
                  <a:pt x="6462" y="9"/>
                  <a:pt x="6481" y="12"/>
                  <a:pt x="6496" y="15"/>
                </a:cubicBezTo>
                <a:cubicBezTo>
                  <a:pt x="6510" y="18"/>
                  <a:pt x="6524" y="21"/>
                  <a:pt x="6546" y="26"/>
                </a:cubicBezTo>
                <a:cubicBezTo>
                  <a:pt x="6564" y="31"/>
                  <a:pt x="6582" y="37"/>
                  <a:pt x="6596" y="41"/>
                </a:cubicBezTo>
                <a:cubicBezTo>
                  <a:pt x="6609" y="46"/>
                  <a:pt x="6622" y="50"/>
                  <a:pt x="6645" y="59"/>
                </a:cubicBezTo>
                <a:cubicBezTo>
                  <a:pt x="6657" y="64"/>
                  <a:pt x="6670" y="70"/>
                  <a:pt x="6692" y="80"/>
                </a:cubicBezTo>
                <a:cubicBezTo>
                  <a:pt x="6706" y="87"/>
                  <a:pt x="6720" y="95"/>
                  <a:pt x="6738" y="104"/>
                </a:cubicBezTo>
                <a:cubicBezTo>
                  <a:pt x="6749" y="110"/>
                  <a:pt x="6760" y="117"/>
                  <a:pt x="6783" y="131"/>
                </a:cubicBezTo>
                <a:cubicBezTo>
                  <a:pt x="6791" y="137"/>
                  <a:pt x="6800" y="143"/>
                  <a:pt x="6825" y="160"/>
                </a:cubicBezTo>
                <a:cubicBezTo>
                  <a:pt x="6836" y="169"/>
                  <a:pt x="6847" y="178"/>
                  <a:pt x="6866" y="193"/>
                </a:cubicBezTo>
                <a:cubicBezTo>
                  <a:pt x="6875" y="201"/>
                  <a:pt x="6884" y="210"/>
                  <a:pt x="6904" y="228"/>
                </a:cubicBezTo>
                <a:cubicBezTo>
                  <a:pt x="6912" y="235"/>
                  <a:pt x="6919" y="243"/>
                  <a:pt x="6940" y="265"/>
                </a:cubicBezTo>
                <a:cubicBezTo>
                  <a:pt x="6951" y="277"/>
                  <a:pt x="6961" y="289"/>
                  <a:pt x="6974" y="305"/>
                </a:cubicBezTo>
                <a:cubicBezTo>
                  <a:pt x="6985" y="320"/>
                  <a:pt x="6997" y="335"/>
                  <a:pt x="7005" y="346"/>
                </a:cubicBezTo>
                <a:cubicBezTo>
                  <a:pt x="7012" y="357"/>
                  <a:pt x="7020" y="369"/>
                  <a:pt x="7033" y="390"/>
                </a:cubicBezTo>
                <a:cubicBezTo>
                  <a:pt x="7039" y="399"/>
                  <a:pt x="7044" y="409"/>
                  <a:pt x="7059" y="435"/>
                </a:cubicBezTo>
                <a:cubicBezTo>
                  <a:pt x="7067" y="451"/>
                  <a:pt x="7074" y="467"/>
                  <a:pt x="7081" y="482"/>
                </a:cubicBezTo>
                <a:cubicBezTo>
                  <a:pt x="7086" y="492"/>
                  <a:pt x="7090" y="502"/>
                  <a:pt x="7101" y="530"/>
                </a:cubicBezTo>
                <a:cubicBezTo>
                  <a:pt x="7105" y="542"/>
                  <a:pt x="7109" y="554"/>
                  <a:pt x="7117" y="579"/>
                </a:cubicBezTo>
                <a:cubicBezTo>
                  <a:pt x="7122" y="596"/>
                  <a:pt x="7126" y="614"/>
                  <a:pt x="7130" y="629"/>
                </a:cubicBezTo>
                <a:cubicBezTo>
                  <a:pt x="7134" y="649"/>
                  <a:pt x="7138" y="670"/>
                  <a:pt x="7140" y="680"/>
                </a:cubicBezTo>
                <a:cubicBezTo>
                  <a:pt x="7142" y="695"/>
                  <a:pt x="7144" y="710"/>
                  <a:pt x="7147" y="732"/>
                </a:cubicBezTo>
                <a:cubicBezTo>
                  <a:pt x="7148" y="743"/>
                  <a:pt x="7148" y="753"/>
                  <a:pt x="7150" y="784"/>
                </a:cubicBezTo>
                <a:cubicBezTo>
                  <a:pt x="7150" y="799"/>
                  <a:pt x="7150" y="814"/>
                  <a:pt x="7150" y="835"/>
                </a:cubicBezTo>
                <a:cubicBezTo>
                  <a:pt x="7149" y="850"/>
                  <a:pt x="7149" y="864"/>
                  <a:pt x="7147" y="887"/>
                </a:cubicBezTo>
                <a:cubicBezTo>
                  <a:pt x="7146" y="898"/>
                  <a:pt x="7144" y="910"/>
                  <a:pt x="7140" y="939"/>
                </a:cubicBezTo>
                <a:cubicBezTo>
                  <a:pt x="7138" y="952"/>
                  <a:pt x="7135" y="964"/>
                  <a:pt x="7130" y="990"/>
                </a:cubicBezTo>
                <a:cubicBezTo>
                  <a:pt x="7127" y="1001"/>
                  <a:pt x="7124" y="1012"/>
                  <a:pt x="7117" y="1040"/>
                </a:cubicBezTo>
                <a:cubicBezTo>
                  <a:pt x="7113" y="1054"/>
                  <a:pt x="7108" y="1068"/>
                  <a:pt x="7101" y="1090"/>
                </a:cubicBezTo>
                <a:cubicBezTo>
                  <a:pt x="7093" y="1109"/>
                  <a:pt x="7085" y="1128"/>
                  <a:pt x="7081" y="1138"/>
                </a:cubicBezTo>
                <a:cubicBezTo>
                  <a:pt x="7074" y="1154"/>
                  <a:pt x="7066" y="1170"/>
                  <a:pt x="7059" y="1185"/>
                </a:cubicBezTo>
                <a:cubicBezTo>
                  <a:pt x="7049" y="1202"/>
                  <a:pt x="7040" y="1219"/>
                  <a:pt x="7033" y="1230"/>
                </a:cubicBezTo>
                <a:cubicBezTo>
                  <a:pt x="7023" y="1246"/>
                  <a:pt x="7013" y="1262"/>
                  <a:pt x="7005" y="1274"/>
                </a:cubicBezTo>
                <a:cubicBezTo>
                  <a:pt x="6997" y="1285"/>
                  <a:pt x="6989" y="1295"/>
                  <a:pt x="6974" y="1316"/>
                </a:cubicBezTo>
                <a:cubicBezTo>
                  <a:pt x="6961" y="1330"/>
                  <a:pt x="6949" y="1345"/>
                  <a:pt x="6940" y="1355"/>
                </a:cubicBezTo>
                <a:cubicBezTo>
                  <a:pt x="6928" y="1368"/>
                  <a:pt x="6916" y="1380"/>
                  <a:pt x="6904" y="1392"/>
                </a:cubicBezTo>
                <a:cubicBezTo>
                  <a:pt x="6892" y="1404"/>
                  <a:pt x="6879" y="1415"/>
                  <a:pt x="6866" y="1427"/>
                </a:cubicBezTo>
                <a:cubicBezTo>
                  <a:pt x="6851" y="1439"/>
                  <a:pt x="6835" y="1451"/>
                  <a:pt x="6825" y="1460"/>
                </a:cubicBezTo>
                <a:cubicBezTo>
                  <a:pt x="6809" y="1471"/>
                  <a:pt x="6794" y="1482"/>
                  <a:pt x="6783" y="1489"/>
                </a:cubicBezTo>
                <a:cubicBezTo>
                  <a:pt x="6766" y="1500"/>
                  <a:pt x="6749" y="1510"/>
                  <a:pt x="6738" y="1516"/>
                </a:cubicBezTo>
                <a:cubicBezTo>
                  <a:pt x="6720" y="1526"/>
                  <a:pt x="6702" y="1535"/>
                  <a:pt x="6692" y="1540"/>
                </a:cubicBezTo>
                <a:cubicBezTo>
                  <a:pt x="6674" y="1548"/>
                  <a:pt x="6657" y="1556"/>
                  <a:pt x="6645" y="1561"/>
                </a:cubicBezTo>
                <a:cubicBezTo>
                  <a:pt x="6630" y="1567"/>
                  <a:pt x="6615" y="1572"/>
                  <a:pt x="6596" y="1579"/>
                </a:cubicBezTo>
                <a:cubicBezTo>
                  <a:pt x="6581" y="1584"/>
                  <a:pt x="6566" y="1588"/>
                  <a:pt x="6546" y="1594"/>
                </a:cubicBezTo>
                <a:cubicBezTo>
                  <a:pt x="6528" y="1598"/>
                  <a:pt x="6510" y="1602"/>
                  <a:pt x="6496" y="1606"/>
                </a:cubicBezTo>
                <a:cubicBezTo>
                  <a:pt x="6475" y="1609"/>
                  <a:pt x="6455" y="1612"/>
                  <a:pt x="6444" y="1614"/>
                </a:cubicBezTo>
                <a:cubicBezTo>
                  <a:pt x="6427" y="1615"/>
                  <a:pt x="6410" y="1617"/>
                  <a:pt x="6393" y="1619"/>
                </a:cubicBezTo>
                <a:cubicBezTo>
                  <a:pt x="6373" y="1619"/>
                  <a:pt x="6354" y="1620"/>
                  <a:pt x="6341" y="1620"/>
                </a:cubicBezTo>
                <a:cubicBezTo>
                  <a:pt x="4762" y="1620"/>
                  <a:pt x="3183" y="1620"/>
                  <a:pt x="810" y="1620"/>
                </a:cubicBezTo>
                <a:cubicBezTo>
                  <a:pt x="793" y="1620"/>
                  <a:pt x="777" y="1619"/>
                  <a:pt x="758" y="1619"/>
                </a:cubicBezTo>
                <a:cubicBezTo>
                  <a:pt x="740" y="1617"/>
                  <a:pt x="721" y="1615"/>
                  <a:pt x="706" y="1614"/>
                </a:cubicBezTo>
                <a:cubicBezTo>
                  <a:pt x="693" y="1612"/>
                  <a:pt x="680" y="1610"/>
                  <a:pt x="655" y="1606"/>
                </a:cubicBezTo>
                <a:cubicBezTo>
                  <a:pt x="643" y="1603"/>
                  <a:pt x="631" y="1600"/>
                  <a:pt x="604" y="1594"/>
                </a:cubicBezTo>
                <a:cubicBezTo>
                  <a:pt x="594" y="1591"/>
                  <a:pt x="584" y="1588"/>
                  <a:pt x="555" y="1579"/>
                </a:cubicBezTo>
                <a:cubicBezTo>
                  <a:pt x="539" y="1573"/>
                  <a:pt x="523" y="1568"/>
                  <a:pt x="506" y="1561"/>
                </a:cubicBezTo>
                <a:cubicBezTo>
                  <a:pt x="487" y="1553"/>
                  <a:pt x="468" y="1545"/>
                  <a:pt x="458" y="1540"/>
                </a:cubicBezTo>
                <a:cubicBezTo>
                  <a:pt x="446" y="1534"/>
                  <a:pt x="434" y="1527"/>
                  <a:pt x="412" y="1516"/>
                </a:cubicBezTo>
                <a:cubicBezTo>
                  <a:pt x="400" y="1509"/>
                  <a:pt x="389" y="1502"/>
                  <a:pt x="368" y="1489"/>
                </a:cubicBezTo>
                <a:cubicBezTo>
                  <a:pt x="356" y="1481"/>
                  <a:pt x="345" y="1473"/>
                  <a:pt x="325" y="1460"/>
                </a:cubicBezTo>
                <a:cubicBezTo>
                  <a:pt x="310" y="1447"/>
                  <a:pt x="295" y="1435"/>
                  <a:pt x="285" y="1427"/>
                </a:cubicBezTo>
                <a:cubicBezTo>
                  <a:pt x="271" y="1415"/>
                  <a:pt x="257" y="1402"/>
                  <a:pt x="246" y="1392"/>
                </a:cubicBezTo>
                <a:cubicBezTo>
                  <a:pt x="236" y="1382"/>
                  <a:pt x="225" y="1371"/>
                  <a:pt x="210" y="1355"/>
                </a:cubicBezTo>
                <a:cubicBezTo>
                  <a:pt x="203" y="1346"/>
                  <a:pt x="195" y="1337"/>
                  <a:pt x="177" y="1316"/>
                </a:cubicBezTo>
                <a:cubicBezTo>
                  <a:pt x="166" y="1301"/>
                  <a:pt x="156" y="1287"/>
                  <a:pt x="146" y="1274"/>
                </a:cubicBezTo>
                <a:cubicBezTo>
                  <a:pt x="135" y="1257"/>
                  <a:pt x="124" y="1241"/>
                  <a:pt x="117" y="1230"/>
                </a:cubicBezTo>
                <a:cubicBezTo>
                  <a:pt x="108" y="1213"/>
                  <a:pt x="98" y="1196"/>
                  <a:pt x="92" y="1185"/>
                </a:cubicBezTo>
                <a:cubicBezTo>
                  <a:pt x="84" y="1168"/>
                  <a:pt x="75" y="1151"/>
                  <a:pt x="69" y="1138"/>
                </a:cubicBezTo>
                <a:cubicBezTo>
                  <a:pt x="63" y="1123"/>
                  <a:pt x="57" y="1109"/>
                  <a:pt x="50" y="1090"/>
                </a:cubicBezTo>
                <a:cubicBezTo>
                  <a:pt x="45" y="1074"/>
                  <a:pt x="40" y="1058"/>
                  <a:pt x="33" y="1040"/>
                </a:cubicBezTo>
                <a:cubicBezTo>
                  <a:pt x="29" y="1022"/>
                  <a:pt x="24" y="1003"/>
                  <a:pt x="20" y="990"/>
                </a:cubicBezTo>
                <a:cubicBezTo>
                  <a:pt x="17" y="973"/>
                  <a:pt x="14" y="956"/>
                  <a:pt x="10" y="939"/>
                </a:cubicBezTo>
                <a:cubicBezTo>
                  <a:pt x="8" y="922"/>
                  <a:pt x="6" y="906"/>
                  <a:pt x="4" y="887"/>
                </a:cubicBezTo>
                <a:cubicBezTo>
                  <a:pt x="3" y="871"/>
                  <a:pt x="2" y="854"/>
                  <a:pt x="0" y="835"/>
                </a:cubicBezTo>
                <a:cubicBezTo>
                  <a:pt x="0" y="825"/>
                  <a:pt x="0" y="814"/>
                  <a:pt x="0" y="784"/>
                </a:cubicBezTo>
                <a:cubicBezTo>
                  <a:pt x="1" y="768"/>
                  <a:pt x="2" y="752"/>
                  <a:pt x="4" y="732"/>
                </a:cubicBezTo>
                <a:cubicBezTo>
                  <a:pt x="5" y="719"/>
                  <a:pt x="7" y="707"/>
                  <a:pt x="10" y="680"/>
                </a:cubicBezTo>
                <a:cubicBezTo>
                  <a:pt x="14" y="664"/>
                  <a:pt x="17" y="647"/>
                  <a:pt x="20" y="629"/>
                </a:cubicBezTo>
                <a:cubicBezTo>
                  <a:pt x="24" y="613"/>
                  <a:pt x="29" y="597"/>
                  <a:pt x="33" y="579"/>
                </a:cubicBezTo>
                <a:cubicBezTo>
                  <a:pt x="39" y="562"/>
                  <a:pt x="45" y="545"/>
                  <a:pt x="50" y="530"/>
                </a:cubicBezTo>
                <a:cubicBezTo>
                  <a:pt x="57" y="511"/>
                  <a:pt x="65" y="492"/>
                  <a:pt x="69" y="482"/>
                </a:cubicBezTo>
                <a:cubicBezTo>
                  <a:pt x="74" y="471"/>
                  <a:pt x="80" y="460"/>
                  <a:pt x="92" y="435"/>
                </a:cubicBezTo>
                <a:cubicBezTo>
                  <a:pt x="101" y="419"/>
                  <a:pt x="110" y="403"/>
                  <a:pt x="117" y="390"/>
                </a:cubicBezTo>
                <a:cubicBezTo>
                  <a:pt x="128" y="373"/>
                  <a:pt x="139" y="357"/>
                  <a:pt x="146" y="346"/>
                </a:cubicBezTo>
                <a:cubicBezTo>
                  <a:pt x="155" y="334"/>
                  <a:pt x="164" y="321"/>
                  <a:pt x="177" y="305"/>
                </a:cubicBezTo>
                <a:cubicBezTo>
                  <a:pt x="184" y="296"/>
                  <a:pt x="191" y="287"/>
                  <a:pt x="210" y="265"/>
                </a:cubicBezTo>
                <a:cubicBezTo>
                  <a:pt x="219" y="256"/>
                  <a:pt x="228" y="247"/>
                  <a:pt x="246" y="228"/>
                </a:cubicBezTo>
                <a:cubicBezTo>
                  <a:pt x="259" y="216"/>
                  <a:pt x="272" y="205"/>
                  <a:pt x="285" y="193"/>
                </a:cubicBezTo>
                <a:cubicBezTo>
                  <a:pt x="298" y="183"/>
                  <a:pt x="310" y="172"/>
                  <a:pt x="325" y="160"/>
                </a:cubicBezTo>
                <a:cubicBezTo>
                  <a:pt x="340" y="150"/>
                  <a:pt x="355" y="140"/>
                  <a:pt x="368" y="131"/>
                </a:cubicBezTo>
                <a:cubicBezTo>
                  <a:pt x="380" y="124"/>
                  <a:pt x="391" y="117"/>
                  <a:pt x="412" y="104"/>
                </a:cubicBezTo>
                <a:cubicBezTo>
                  <a:pt x="422" y="99"/>
                  <a:pt x="432" y="94"/>
                  <a:pt x="458" y="80"/>
                </a:cubicBezTo>
                <a:cubicBezTo>
                  <a:pt x="473" y="73"/>
                  <a:pt x="488" y="67"/>
                  <a:pt x="506" y="59"/>
                </a:cubicBezTo>
                <a:cubicBezTo>
                  <a:pt x="524" y="52"/>
                  <a:pt x="541" y="46"/>
                  <a:pt x="555" y="41"/>
                </a:cubicBezTo>
                <a:cubicBezTo>
                  <a:pt x="571" y="36"/>
                  <a:pt x="588" y="31"/>
                  <a:pt x="604" y="26"/>
                </a:cubicBezTo>
                <a:cubicBezTo>
                  <a:pt x="621" y="22"/>
                  <a:pt x="639" y="18"/>
                  <a:pt x="655" y="15"/>
                </a:cubicBezTo>
                <a:cubicBezTo>
                  <a:pt x="673" y="12"/>
                  <a:pt x="692" y="9"/>
                  <a:pt x="706" y="6"/>
                </a:cubicBezTo>
                <a:cubicBezTo>
                  <a:pt x="726" y="4"/>
                  <a:pt x="745" y="2"/>
                  <a:pt x="758" y="1"/>
                </a:cubicBezTo>
                <a:cubicBezTo>
                  <a:pt x="774" y="1"/>
                  <a:pt x="790" y="0"/>
                  <a:pt x="810" y="0"/>
                </a:cubicBezTo>
              </a:path>
            </a:pathLst>
          </a:custGeom>
          <a:ln w="14760">
            <a:solidFill>
              <a:srgbClr val="9370DB"/>
            </a:solidFill>
            <a:miter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808880" y="1653120"/>
            <a:ext cx="2574000" cy="583200"/>
          </a:xfrm>
          <a:custGeom>
            <a:avLst/>
            <a:gdLst/>
            <a:ahLst/>
            <a:rect l="0" t="0" r="r" b="b"/>
            <a:pathLst>
              <a:path fill="none" w="7150" h="1620">
                <a:moveTo>
                  <a:pt x="6341" y="0"/>
                </a:moveTo>
                <a:cubicBezTo>
                  <a:pt x="6358" y="0"/>
                  <a:pt x="6376" y="1"/>
                  <a:pt x="6393" y="1"/>
                </a:cubicBezTo>
                <a:moveTo>
                  <a:pt x="6341" y="0"/>
                </a:moveTo>
                <a:cubicBezTo>
                  <a:pt x="6360" y="0"/>
                  <a:pt x="6379" y="1"/>
                  <a:pt x="6393" y="1"/>
                </a:cubicBezTo>
                <a:moveTo>
                  <a:pt x="6393" y="1"/>
                </a:moveTo>
                <a:cubicBezTo>
                  <a:pt x="6409" y="3"/>
                  <a:pt x="6426" y="4"/>
                  <a:pt x="6444" y="6"/>
                </a:cubicBezTo>
                <a:moveTo>
                  <a:pt x="6393" y="1"/>
                </a:moveTo>
                <a:cubicBezTo>
                  <a:pt x="6411" y="3"/>
                  <a:pt x="6430" y="5"/>
                  <a:pt x="6444" y="6"/>
                </a:cubicBezTo>
                <a:moveTo>
                  <a:pt x="6444" y="6"/>
                </a:moveTo>
                <a:cubicBezTo>
                  <a:pt x="6456" y="8"/>
                  <a:pt x="6467" y="10"/>
                  <a:pt x="6496" y="15"/>
                </a:cubicBezTo>
                <a:moveTo>
                  <a:pt x="6444" y="6"/>
                </a:moveTo>
                <a:cubicBezTo>
                  <a:pt x="6455" y="8"/>
                  <a:pt x="6466" y="10"/>
                  <a:pt x="6496" y="15"/>
                </a:cubicBezTo>
                <a:moveTo>
                  <a:pt x="6496" y="15"/>
                </a:moveTo>
                <a:cubicBezTo>
                  <a:pt x="6508" y="17"/>
                  <a:pt x="6521" y="20"/>
                  <a:pt x="6546" y="26"/>
                </a:cubicBezTo>
                <a:moveTo>
                  <a:pt x="6496" y="15"/>
                </a:moveTo>
                <a:cubicBezTo>
                  <a:pt x="6512" y="18"/>
                  <a:pt x="6529" y="22"/>
                  <a:pt x="6546" y="26"/>
                </a:cubicBezTo>
                <a:moveTo>
                  <a:pt x="6546" y="26"/>
                </a:moveTo>
                <a:cubicBezTo>
                  <a:pt x="6566" y="32"/>
                  <a:pt x="6585" y="38"/>
                  <a:pt x="6596" y="41"/>
                </a:cubicBezTo>
                <a:moveTo>
                  <a:pt x="6546" y="26"/>
                </a:moveTo>
                <a:cubicBezTo>
                  <a:pt x="6562" y="31"/>
                  <a:pt x="6578" y="35"/>
                  <a:pt x="6596" y="41"/>
                </a:cubicBezTo>
                <a:moveTo>
                  <a:pt x="6596" y="41"/>
                </a:moveTo>
                <a:cubicBezTo>
                  <a:pt x="6608" y="45"/>
                  <a:pt x="6621" y="50"/>
                  <a:pt x="6645" y="59"/>
                </a:cubicBezTo>
                <a:moveTo>
                  <a:pt x="6596" y="41"/>
                </a:moveTo>
                <a:cubicBezTo>
                  <a:pt x="6609" y="46"/>
                  <a:pt x="6622" y="51"/>
                  <a:pt x="6645" y="59"/>
                </a:cubicBezTo>
                <a:moveTo>
                  <a:pt x="6645" y="59"/>
                </a:moveTo>
                <a:cubicBezTo>
                  <a:pt x="6663" y="67"/>
                  <a:pt x="6682" y="75"/>
                  <a:pt x="6692" y="80"/>
                </a:cubicBezTo>
                <a:moveTo>
                  <a:pt x="6645" y="59"/>
                </a:moveTo>
                <a:cubicBezTo>
                  <a:pt x="6658" y="65"/>
                  <a:pt x="6671" y="70"/>
                  <a:pt x="6692" y="80"/>
                </a:cubicBezTo>
                <a:moveTo>
                  <a:pt x="6692" y="80"/>
                </a:moveTo>
                <a:cubicBezTo>
                  <a:pt x="6702" y="85"/>
                  <a:pt x="6711" y="90"/>
                  <a:pt x="6738" y="104"/>
                </a:cubicBezTo>
                <a:moveTo>
                  <a:pt x="6692" y="80"/>
                </a:moveTo>
                <a:cubicBezTo>
                  <a:pt x="6708" y="88"/>
                  <a:pt x="6724" y="96"/>
                  <a:pt x="6738" y="104"/>
                </a:cubicBezTo>
                <a:moveTo>
                  <a:pt x="6738" y="104"/>
                </a:moveTo>
                <a:cubicBezTo>
                  <a:pt x="6748" y="110"/>
                  <a:pt x="6759" y="116"/>
                  <a:pt x="6783" y="131"/>
                </a:cubicBezTo>
                <a:moveTo>
                  <a:pt x="6738" y="104"/>
                </a:moveTo>
                <a:cubicBezTo>
                  <a:pt x="6747" y="109"/>
                  <a:pt x="6757" y="115"/>
                  <a:pt x="6783" y="131"/>
                </a:cubicBezTo>
                <a:moveTo>
                  <a:pt x="6783" y="131"/>
                </a:moveTo>
                <a:cubicBezTo>
                  <a:pt x="6793" y="138"/>
                  <a:pt x="6803" y="145"/>
                  <a:pt x="6825" y="160"/>
                </a:cubicBezTo>
                <a:moveTo>
                  <a:pt x="6783" y="131"/>
                </a:moveTo>
                <a:cubicBezTo>
                  <a:pt x="6795" y="139"/>
                  <a:pt x="6808" y="148"/>
                  <a:pt x="6825" y="160"/>
                </a:cubicBezTo>
                <a:moveTo>
                  <a:pt x="6825" y="160"/>
                </a:moveTo>
                <a:cubicBezTo>
                  <a:pt x="6838" y="171"/>
                  <a:pt x="6852" y="181"/>
                  <a:pt x="6866" y="193"/>
                </a:cubicBezTo>
                <a:moveTo>
                  <a:pt x="6825" y="160"/>
                </a:moveTo>
                <a:cubicBezTo>
                  <a:pt x="6837" y="170"/>
                  <a:pt x="6848" y="179"/>
                  <a:pt x="6866" y="193"/>
                </a:cubicBezTo>
                <a:moveTo>
                  <a:pt x="6866" y="193"/>
                </a:moveTo>
                <a:cubicBezTo>
                  <a:pt x="6878" y="204"/>
                  <a:pt x="6890" y="215"/>
                  <a:pt x="6904" y="228"/>
                </a:cubicBezTo>
                <a:moveTo>
                  <a:pt x="6866" y="193"/>
                </a:moveTo>
                <a:cubicBezTo>
                  <a:pt x="6879" y="204"/>
                  <a:pt x="6892" y="216"/>
                  <a:pt x="6904" y="228"/>
                </a:cubicBezTo>
                <a:moveTo>
                  <a:pt x="6904" y="228"/>
                </a:moveTo>
                <a:cubicBezTo>
                  <a:pt x="6913" y="237"/>
                  <a:pt x="6922" y="246"/>
                  <a:pt x="6940" y="265"/>
                </a:cubicBezTo>
                <a:moveTo>
                  <a:pt x="6904" y="228"/>
                </a:moveTo>
                <a:cubicBezTo>
                  <a:pt x="6913" y="236"/>
                  <a:pt x="6921" y="245"/>
                  <a:pt x="6940" y="265"/>
                </a:cubicBezTo>
                <a:moveTo>
                  <a:pt x="6940" y="265"/>
                </a:moveTo>
                <a:cubicBezTo>
                  <a:pt x="6950" y="277"/>
                  <a:pt x="6960" y="288"/>
                  <a:pt x="6974" y="305"/>
                </a:cubicBezTo>
                <a:moveTo>
                  <a:pt x="6940" y="265"/>
                </a:moveTo>
                <a:cubicBezTo>
                  <a:pt x="6948" y="274"/>
                  <a:pt x="6956" y="283"/>
                  <a:pt x="6974" y="305"/>
                </a:cubicBezTo>
                <a:moveTo>
                  <a:pt x="6974" y="305"/>
                </a:moveTo>
                <a:cubicBezTo>
                  <a:pt x="6981" y="313"/>
                  <a:pt x="6987" y="322"/>
                  <a:pt x="7005" y="346"/>
                </a:cubicBezTo>
                <a:moveTo>
                  <a:pt x="6974" y="305"/>
                </a:moveTo>
                <a:cubicBezTo>
                  <a:pt x="6980" y="313"/>
                  <a:pt x="6987" y="322"/>
                  <a:pt x="7005" y="346"/>
                </a:cubicBezTo>
                <a:moveTo>
                  <a:pt x="7005" y="346"/>
                </a:moveTo>
                <a:cubicBezTo>
                  <a:pt x="7012" y="357"/>
                  <a:pt x="7019" y="368"/>
                  <a:pt x="7033" y="390"/>
                </a:cubicBezTo>
                <a:moveTo>
                  <a:pt x="7005" y="346"/>
                </a:moveTo>
                <a:cubicBezTo>
                  <a:pt x="7013" y="359"/>
                  <a:pt x="7022" y="372"/>
                  <a:pt x="7033" y="390"/>
                </a:cubicBezTo>
                <a:moveTo>
                  <a:pt x="7033" y="390"/>
                </a:moveTo>
                <a:cubicBezTo>
                  <a:pt x="7041" y="404"/>
                  <a:pt x="7049" y="417"/>
                  <a:pt x="7059" y="435"/>
                </a:cubicBezTo>
                <a:moveTo>
                  <a:pt x="7033" y="390"/>
                </a:moveTo>
                <a:cubicBezTo>
                  <a:pt x="7042" y="405"/>
                  <a:pt x="7051" y="421"/>
                  <a:pt x="7059" y="435"/>
                </a:cubicBezTo>
                <a:moveTo>
                  <a:pt x="7059" y="435"/>
                </a:moveTo>
                <a:cubicBezTo>
                  <a:pt x="7067" y="452"/>
                  <a:pt x="7075" y="469"/>
                  <a:pt x="7081" y="482"/>
                </a:cubicBezTo>
                <a:moveTo>
                  <a:pt x="7059" y="435"/>
                </a:moveTo>
                <a:cubicBezTo>
                  <a:pt x="7064" y="446"/>
                  <a:pt x="7069" y="457"/>
                  <a:pt x="7081" y="482"/>
                </a:cubicBezTo>
                <a:moveTo>
                  <a:pt x="7081" y="482"/>
                </a:moveTo>
                <a:cubicBezTo>
                  <a:pt x="7086" y="494"/>
                  <a:pt x="7091" y="507"/>
                  <a:pt x="7101" y="530"/>
                </a:cubicBezTo>
                <a:moveTo>
                  <a:pt x="7081" y="482"/>
                </a:moveTo>
                <a:cubicBezTo>
                  <a:pt x="7086" y="493"/>
                  <a:pt x="7091" y="505"/>
                  <a:pt x="7101" y="530"/>
                </a:cubicBezTo>
                <a:moveTo>
                  <a:pt x="7101" y="530"/>
                </a:moveTo>
                <a:cubicBezTo>
                  <a:pt x="7104" y="540"/>
                  <a:pt x="7108" y="550"/>
                  <a:pt x="7117" y="579"/>
                </a:cubicBezTo>
                <a:moveTo>
                  <a:pt x="7101" y="530"/>
                </a:moveTo>
                <a:cubicBezTo>
                  <a:pt x="7105" y="541"/>
                  <a:pt x="7108" y="552"/>
                  <a:pt x="7117" y="579"/>
                </a:cubicBezTo>
                <a:moveTo>
                  <a:pt x="7117" y="579"/>
                </a:moveTo>
                <a:cubicBezTo>
                  <a:pt x="7122" y="599"/>
                  <a:pt x="7128" y="618"/>
                  <a:pt x="7130" y="629"/>
                </a:cubicBezTo>
                <a:moveTo>
                  <a:pt x="7117" y="579"/>
                </a:moveTo>
                <a:cubicBezTo>
                  <a:pt x="7122" y="598"/>
                  <a:pt x="7127" y="616"/>
                  <a:pt x="7130" y="629"/>
                </a:cubicBezTo>
                <a:moveTo>
                  <a:pt x="7130" y="629"/>
                </a:moveTo>
                <a:cubicBezTo>
                  <a:pt x="7134" y="646"/>
                  <a:pt x="7137" y="662"/>
                  <a:pt x="7140" y="680"/>
                </a:cubicBezTo>
                <a:moveTo>
                  <a:pt x="7130" y="629"/>
                </a:moveTo>
                <a:cubicBezTo>
                  <a:pt x="7133" y="644"/>
                  <a:pt x="7136" y="659"/>
                  <a:pt x="7140" y="680"/>
                </a:cubicBezTo>
                <a:moveTo>
                  <a:pt x="7140" y="680"/>
                </a:moveTo>
                <a:cubicBezTo>
                  <a:pt x="7142" y="692"/>
                  <a:pt x="7143" y="703"/>
                  <a:pt x="7147" y="732"/>
                </a:cubicBezTo>
                <a:moveTo>
                  <a:pt x="7140" y="680"/>
                </a:moveTo>
                <a:cubicBezTo>
                  <a:pt x="7142" y="694"/>
                  <a:pt x="7144" y="707"/>
                  <a:pt x="7147" y="732"/>
                </a:cubicBezTo>
                <a:moveTo>
                  <a:pt x="7147" y="732"/>
                </a:moveTo>
                <a:cubicBezTo>
                  <a:pt x="7148" y="743"/>
                  <a:pt x="7148" y="754"/>
                  <a:pt x="7150" y="784"/>
                </a:cubicBezTo>
                <a:moveTo>
                  <a:pt x="7147" y="732"/>
                </a:moveTo>
                <a:cubicBezTo>
                  <a:pt x="7148" y="748"/>
                  <a:pt x="7149" y="763"/>
                  <a:pt x="7150" y="784"/>
                </a:cubicBezTo>
                <a:moveTo>
                  <a:pt x="7150" y="784"/>
                </a:moveTo>
                <a:cubicBezTo>
                  <a:pt x="7150" y="801"/>
                  <a:pt x="7150" y="818"/>
                  <a:pt x="7150" y="835"/>
                </a:cubicBezTo>
                <a:moveTo>
                  <a:pt x="7150" y="784"/>
                </a:moveTo>
                <a:cubicBezTo>
                  <a:pt x="7150" y="796"/>
                  <a:pt x="7150" y="808"/>
                  <a:pt x="7150" y="835"/>
                </a:cubicBezTo>
                <a:moveTo>
                  <a:pt x="7150" y="835"/>
                </a:moveTo>
                <a:cubicBezTo>
                  <a:pt x="7149" y="849"/>
                  <a:pt x="7149" y="862"/>
                  <a:pt x="7147" y="887"/>
                </a:cubicBezTo>
                <a:moveTo>
                  <a:pt x="7150" y="835"/>
                </a:moveTo>
                <a:cubicBezTo>
                  <a:pt x="7149" y="849"/>
                  <a:pt x="7149" y="864"/>
                  <a:pt x="7147" y="887"/>
                </a:cubicBezTo>
                <a:moveTo>
                  <a:pt x="7147" y="887"/>
                </a:moveTo>
                <a:cubicBezTo>
                  <a:pt x="7145" y="904"/>
                  <a:pt x="7143" y="920"/>
                  <a:pt x="7140" y="939"/>
                </a:cubicBezTo>
                <a:moveTo>
                  <a:pt x="7147" y="887"/>
                </a:moveTo>
                <a:cubicBezTo>
                  <a:pt x="7145" y="902"/>
                  <a:pt x="7143" y="918"/>
                  <a:pt x="7140" y="939"/>
                </a:cubicBezTo>
                <a:moveTo>
                  <a:pt x="7140" y="939"/>
                </a:moveTo>
                <a:cubicBezTo>
                  <a:pt x="7136" y="959"/>
                  <a:pt x="7132" y="979"/>
                  <a:pt x="7130" y="990"/>
                </a:cubicBezTo>
                <a:moveTo>
                  <a:pt x="7140" y="939"/>
                </a:moveTo>
                <a:cubicBezTo>
                  <a:pt x="7137" y="958"/>
                  <a:pt x="7133" y="976"/>
                  <a:pt x="7130" y="990"/>
                </a:cubicBezTo>
                <a:moveTo>
                  <a:pt x="7130" y="990"/>
                </a:moveTo>
                <a:cubicBezTo>
                  <a:pt x="7126" y="1008"/>
                  <a:pt x="7121" y="1027"/>
                  <a:pt x="7117" y="1040"/>
                </a:cubicBezTo>
                <a:moveTo>
                  <a:pt x="7130" y="990"/>
                </a:moveTo>
                <a:cubicBezTo>
                  <a:pt x="7127" y="1004"/>
                  <a:pt x="7123" y="1019"/>
                  <a:pt x="7117" y="1040"/>
                </a:cubicBezTo>
                <a:moveTo>
                  <a:pt x="7117" y="1040"/>
                </a:moveTo>
                <a:cubicBezTo>
                  <a:pt x="7111" y="1059"/>
                  <a:pt x="7105" y="1078"/>
                  <a:pt x="7101" y="1090"/>
                </a:cubicBezTo>
                <a:moveTo>
                  <a:pt x="7117" y="1040"/>
                </a:moveTo>
                <a:cubicBezTo>
                  <a:pt x="7112" y="1056"/>
                  <a:pt x="7107" y="1071"/>
                  <a:pt x="7101" y="1090"/>
                </a:cubicBezTo>
                <a:moveTo>
                  <a:pt x="7101" y="1090"/>
                </a:moveTo>
                <a:cubicBezTo>
                  <a:pt x="7095" y="1105"/>
                  <a:pt x="7089" y="1121"/>
                  <a:pt x="7081" y="1138"/>
                </a:cubicBezTo>
                <a:moveTo>
                  <a:pt x="7101" y="1090"/>
                </a:moveTo>
                <a:cubicBezTo>
                  <a:pt x="7095" y="1105"/>
                  <a:pt x="7089" y="1120"/>
                  <a:pt x="7081" y="1138"/>
                </a:cubicBezTo>
                <a:moveTo>
                  <a:pt x="7081" y="1138"/>
                </a:moveTo>
                <a:cubicBezTo>
                  <a:pt x="7076" y="1149"/>
                  <a:pt x="7071" y="1159"/>
                  <a:pt x="7059" y="1185"/>
                </a:cubicBezTo>
                <a:moveTo>
                  <a:pt x="7081" y="1138"/>
                </a:moveTo>
                <a:cubicBezTo>
                  <a:pt x="7075" y="1151"/>
                  <a:pt x="7069" y="1164"/>
                  <a:pt x="7059" y="1185"/>
                </a:cubicBezTo>
                <a:moveTo>
                  <a:pt x="7059" y="1185"/>
                </a:moveTo>
                <a:cubicBezTo>
                  <a:pt x="7050" y="1201"/>
                  <a:pt x="7041" y="1216"/>
                  <a:pt x="7033" y="1230"/>
                </a:cubicBezTo>
                <a:moveTo>
                  <a:pt x="7059" y="1185"/>
                </a:moveTo>
                <a:cubicBezTo>
                  <a:pt x="7051" y="1199"/>
                  <a:pt x="7043" y="1214"/>
                  <a:pt x="7033" y="1230"/>
                </a:cubicBezTo>
                <a:moveTo>
                  <a:pt x="7033" y="1230"/>
                </a:moveTo>
                <a:cubicBezTo>
                  <a:pt x="7022" y="1247"/>
                  <a:pt x="7011" y="1264"/>
                  <a:pt x="7005" y="1274"/>
                </a:cubicBezTo>
                <a:moveTo>
                  <a:pt x="7033" y="1230"/>
                </a:moveTo>
                <a:cubicBezTo>
                  <a:pt x="7022" y="1247"/>
                  <a:pt x="7011" y="1264"/>
                  <a:pt x="7005" y="1274"/>
                </a:cubicBezTo>
                <a:moveTo>
                  <a:pt x="7005" y="1274"/>
                </a:moveTo>
                <a:cubicBezTo>
                  <a:pt x="6996" y="1286"/>
                  <a:pt x="6986" y="1299"/>
                  <a:pt x="6974" y="1316"/>
                </a:cubicBezTo>
                <a:moveTo>
                  <a:pt x="7005" y="1274"/>
                </a:moveTo>
                <a:cubicBezTo>
                  <a:pt x="6995" y="1287"/>
                  <a:pt x="6986" y="1300"/>
                  <a:pt x="6974" y="1316"/>
                </a:cubicBezTo>
                <a:moveTo>
                  <a:pt x="6974" y="1316"/>
                </a:moveTo>
                <a:cubicBezTo>
                  <a:pt x="6961" y="1330"/>
                  <a:pt x="6949" y="1345"/>
                  <a:pt x="6940" y="1355"/>
                </a:cubicBezTo>
                <a:moveTo>
                  <a:pt x="6974" y="1316"/>
                </a:moveTo>
                <a:cubicBezTo>
                  <a:pt x="6963" y="1329"/>
                  <a:pt x="6951" y="1342"/>
                  <a:pt x="6940" y="1355"/>
                </a:cubicBezTo>
                <a:moveTo>
                  <a:pt x="6940" y="1355"/>
                </a:moveTo>
                <a:cubicBezTo>
                  <a:pt x="6927" y="1369"/>
                  <a:pt x="6913" y="1383"/>
                  <a:pt x="6904" y="1392"/>
                </a:cubicBezTo>
                <a:moveTo>
                  <a:pt x="6940" y="1355"/>
                </a:moveTo>
                <a:cubicBezTo>
                  <a:pt x="6932" y="1364"/>
                  <a:pt x="6923" y="1373"/>
                  <a:pt x="6904" y="1392"/>
                </a:cubicBezTo>
                <a:moveTo>
                  <a:pt x="6904" y="1392"/>
                </a:moveTo>
                <a:cubicBezTo>
                  <a:pt x="6895" y="1400"/>
                  <a:pt x="6886" y="1409"/>
                  <a:pt x="6866" y="1427"/>
                </a:cubicBezTo>
                <a:moveTo>
                  <a:pt x="6904" y="1392"/>
                </a:moveTo>
                <a:cubicBezTo>
                  <a:pt x="6890" y="1405"/>
                  <a:pt x="6876" y="1418"/>
                  <a:pt x="6866" y="1427"/>
                </a:cubicBezTo>
                <a:moveTo>
                  <a:pt x="6866" y="1427"/>
                </a:moveTo>
                <a:cubicBezTo>
                  <a:pt x="6857" y="1435"/>
                  <a:pt x="6848" y="1442"/>
                  <a:pt x="6825" y="1460"/>
                </a:cubicBezTo>
                <a:moveTo>
                  <a:pt x="6866" y="1427"/>
                </a:moveTo>
                <a:cubicBezTo>
                  <a:pt x="6856" y="1435"/>
                  <a:pt x="6847" y="1442"/>
                  <a:pt x="6825" y="1460"/>
                </a:cubicBezTo>
                <a:moveTo>
                  <a:pt x="6825" y="1460"/>
                </a:moveTo>
                <a:cubicBezTo>
                  <a:pt x="6815" y="1467"/>
                  <a:pt x="6804" y="1474"/>
                  <a:pt x="6783" y="1489"/>
                </a:cubicBezTo>
                <a:moveTo>
                  <a:pt x="6825" y="1460"/>
                </a:moveTo>
                <a:cubicBezTo>
                  <a:pt x="6812" y="1469"/>
                  <a:pt x="6799" y="1478"/>
                  <a:pt x="6783" y="1489"/>
                </a:cubicBezTo>
                <a:moveTo>
                  <a:pt x="6783" y="1489"/>
                </a:moveTo>
                <a:cubicBezTo>
                  <a:pt x="6767" y="1499"/>
                  <a:pt x="6752" y="1508"/>
                  <a:pt x="6738" y="1516"/>
                </a:cubicBezTo>
                <a:moveTo>
                  <a:pt x="6783" y="1489"/>
                </a:moveTo>
                <a:cubicBezTo>
                  <a:pt x="6768" y="1498"/>
                  <a:pt x="6754" y="1507"/>
                  <a:pt x="6738" y="1516"/>
                </a:cubicBezTo>
                <a:moveTo>
                  <a:pt x="6738" y="1516"/>
                </a:moveTo>
                <a:cubicBezTo>
                  <a:pt x="6723" y="1524"/>
                  <a:pt x="6708" y="1532"/>
                  <a:pt x="6692" y="1540"/>
                </a:cubicBezTo>
                <a:moveTo>
                  <a:pt x="6738" y="1516"/>
                </a:moveTo>
                <a:cubicBezTo>
                  <a:pt x="6723" y="1524"/>
                  <a:pt x="6709" y="1532"/>
                  <a:pt x="6692" y="1540"/>
                </a:cubicBezTo>
                <a:moveTo>
                  <a:pt x="6692" y="1540"/>
                </a:moveTo>
                <a:cubicBezTo>
                  <a:pt x="6681" y="1545"/>
                  <a:pt x="6671" y="1550"/>
                  <a:pt x="6645" y="1561"/>
                </a:cubicBezTo>
                <a:moveTo>
                  <a:pt x="6692" y="1540"/>
                </a:moveTo>
                <a:cubicBezTo>
                  <a:pt x="6679" y="1546"/>
                  <a:pt x="6665" y="1552"/>
                  <a:pt x="6645" y="1561"/>
                </a:cubicBezTo>
                <a:moveTo>
                  <a:pt x="6645" y="1561"/>
                </a:moveTo>
                <a:cubicBezTo>
                  <a:pt x="6633" y="1566"/>
                  <a:pt x="6621" y="1570"/>
                  <a:pt x="6596" y="1579"/>
                </a:cubicBezTo>
                <a:moveTo>
                  <a:pt x="6645" y="1561"/>
                </a:moveTo>
                <a:cubicBezTo>
                  <a:pt x="6628" y="1568"/>
                  <a:pt x="6611" y="1574"/>
                  <a:pt x="6596" y="1579"/>
                </a:cubicBezTo>
                <a:moveTo>
                  <a:pt x="6596" y="1579"/>
                </a:moveTo>
                <a:cubicBezTo>
                  <a:pt x="6580" y="1584"/>
                  <a:pt x="6564" y="1589"/>
                  <a:pt x="6546" y="1594"/>
                </a:cubicBezTo>
                <a:moveTo>
                  <a:pt x="6596" y="1579"/>
                </a:moveTo>
                <a:cubicBezTo>
                  <a:pt x="6576" y="1585"/>
                  <a:pt x="6557" y="1591"/>
                  <a:pt x="6546" y="1594"/>
                </a:cubicBezTo>
                <a:moveTo>
                  <a:pt x="6546" y="1594"/>
                </a:moveTo>
                <a:cubicBezTo>
                  <a:pt x="6530" y="1598"/>
                  <a:pt x="6513" y="1602"/>
                  <a:pt x="6496" y="1606"/>
                </a:cubicBezTo>
                <a:moveTo>
                  <a:pt x="6546" y="1594"/>
                </a:moveTo>
                <a:cubicBezTo>
                  <a:pt x="6526" y="1599"/>
                  <a:pt x="6506" y="1603"/>
                  <a:pt x="6496" y="1606"/>
                </a:cubicBezTo>
                <a:moveTo>
                  <a:pt x="6496" y="1606"/>
                </a:moveTo>
                <a:cubicBezTo>
                  <a:pt x="6479" y="1608"/>
                  <a:pt x="6462" y="1611"/>
                  <a:pt x="6444" y="1614"/>
                </a:cubicBezTo>
                <a:moveTo>
                  <a:pt x="6496" y="1606"/>
                </a:moveTo>
                <a:cubicBezTo>
                  <a:pt x="6482" y="1608"/>
                  <a:pt x="6469" y="1610"/>
                  <a:pt x="6444" y="1614"/>
                </a:cubicBezTo>
                <a:moveTo>
                  <a:pt x="6444" y="1614"/>
                </a:moveTo>
                <a:cubicBezTo>
                  <a:pt x="6433" y="1615"/>
                  <a:pt x="6422" y="1616"/>
                  <a:pt x="6393" y="1619"/>
                </a:cubicBezTo>
                <a:moveTo>
                  <a:pt x="6444" y="1614"/>
                </a:moveTo>
                <a:cubicBezTo>
                  <a:pt x="6426" y="1616"/>
                  <a:pt x="6408" y="1617"/>
                  <a:pt x="6393" y="1619"/>
                </a:cubicBezTo>
                <a:moveTo>
                  <a:pt x="6393" y="1619"/>
                </a:moveTo>
                <a:cubicBezTo>
                  <a:pt x="6380" y="1619"/>
                  <a:pt x="6367" y="1620"/>
                  <a:pt x="6341" y="1620"/>
                </a:cubicBezTo>
                <a:moveTo>
                  <a:pt x="6393" y="1619"/>
                </a:moveTo>
                <a:cubicBezTo>
                  <a:pt x="6377" y="1619"/>
                  <a:pt x="6362" y="1620"/>
                  <a:pt x="6341" y="1620"/>
                </a:cubicBezTo>
                <a:moveTo>
                  <a:pt x="6341" y="1620"/>
                </a:moveTo>
                <a:cubicBezTo>
                  <a:pt x="4148" y="1620"/>
                  <a:pt x="1957" y="1620"/>
                  <a:pt x="810" y="1620"/>
                </a:cubicBezTo>
                <a:moveTo>
                  <a:pt x="6341" y="1620"/>
                </a:moveTo>
                <a:cubicBezTo>
                  <a:pt x="4613" y="1620"/>
                  <a:pt x="2883" y="1620"/>
                  <a:pt x="810" y="1620"/>
                </a:cubicBezTo>
                <a:moveTo>
                  <a:pt x="810" y="1620"/>
                </a:moveTo>
                <a:cubicBezTo>
                  <a:pt x="799" y="1620"/>
                  <a:pt x="788" y="1620"/>
                  <a:pt x="758" y="1619"/>
                </a:cubicBezTo>
                <a:moveTo>
                  <a:pt x="810" y="1620"/>
                </a:moveTo>
                <a:cubicBezTo>
                  <a:pt x="793" y="1620"/>
                  <a:pt x="776" y="1619"/>
                  <a:pt x="758" y="1619"/>
                </a:cubicBezTo>
                <a:moveTo>
                  <a:pt x="758" y="1619"/>
                </a:moveTo>
                <a:cubicBezTo>
                  <a:pt x="746" y="1618"/>
                  <a:pt x="734" y="1617"/>
                  <a:pt x="706" y="1614"/>
                </a:cubicBezTo>
                <a:moveTo>
                  <a:pt x="758" y="1619"/>
                </a:moveTo>
                <a:cubicBezTo>
                  <a:pt x="744" y="1617"/>
                  <a:pt x="730" y="1616"/>
                  <a:pt x="706" y="1614"/>
                </a:cubicBezTo>
                <a:moveTo>
                  <a:pt x="706" y="1614"/>
                </a:moveTo>
                <a:cubicBezTo>
                  <a:pt x="694" y="1612"/>
                  <a:pt x="682" y="1610"/>
                  <a:pt x="655" y="1606"/>
                </a:cubicBezTo>
                <a:moveTo>
                  <a:pt x="706" y="1614"/>
                </a:moveTo>
                <a:cubicBezTo>
                  <a:pt x="692" y="1611"/>
                  <a:pt x="678" y="1609"/>
                  <a:pt x="655" y="1606"/>
                </a:cubicBezTo>
                <a:moveTo>
                  <a:pt x="655" y="1606"/>
                </a:moveTo>
                <a:cubicBezTo>
                  <a:pt x="644" y="1603"/>
                  <a:pt x="633" y="1600"/>
                  <a:pt x="604" y="1594"/>
                </a:cubicBezTo>
                <a:moveTo>
                  <a:pt x="655" y="1606"/>
                </a:moveTo>
                <a:cubicBezTo>
                  <a:pt x="642" y="1603"/>
                  <a:pt x="629" y="1600"/>
                  <a:pt x="604" y="1594"/>
                </a:cubicBezTo>
                <a:moveTo>
                  <a:pt x="604" y="1594"/>
                </a:moveTo>
                <a:cubicBezTo>
                  <a:pt x="588" y="1589"/>
                  <a:pt x="571" y="1584"/>
                  <a:pt x="555" y="1579"/>
                </a:cubicBezTo>
                <a:moveTo>
                  <a:pt x="604" y="1594"/>
                </a:moveTo>
                <a:cubicBezTo>
                  <a:pt x="588" y="1589"/>
                  <a:pt x="572" y="1584"/>
                  <a:pt x="555" y="1579"/>
                </a:cubicBezTo>
                <a:moveTo>
                  <a:pt x="555" y="1579"/>
                </a:moveTo>
                <a:cubicBezTo>
                  <a:pt x="539" y="1573"/>
                  <a:pt x="523" y="1568"/>
                  <a:pt x="506" y="1561"/>
                </a:cubicBezTo>
                <a:moveTo>
                  <a:pt x="555" y="1579"/>
                </a:moveTo>
                <a:cubicBezTo>
                  <a:pt x="542" y="1575"/>
                  <a:pt x="530" y="1570"/>
                  <a:pt x="506" y="1561"/>
                </a:cubicBezTo>
                <a:moveTo>
                  <a:pt x="506" y="1561"/>
                </a:moveTo>
                <a:cubicBezTo>
                  <a:pt x="492" y="1555"/>
                  <a:pt x="477" y="1549"/>
                  <a:pt x="458" y="1540"/>
                </a:cubicBezTo>
                <a:moveTo>
                  <a:pt x="506" y="1561"/>
                </a:moveTo>
                <a:cubicBezTo>
                  <a:pt x="495" y="1556"/>
                  <a:pt x="484" y="1552"/>
                  <a:pt x="458" y="1540"/>
                </a:cubicBezTo>
                <a:moveTo>
                  <a:pt x="458" y="1540"/>
                </a:moveTo>
                <a:cubicBezTo>
                  <a:pt x="445" y="1533"/>
                  <a:pt x="431" y="1526"/>
                  <a:pt x="412" y="1516"/>
                </a:cubicBezTo>
                <a:moveTo>
                  <a:pt x="458" y="1540"/>
                </a:moveTo>
                <a:cubicBezTo>
                  <a:pt x="448" y="1535"/>
                  <a:pt x="437" y="1529"/>
                  <a:pt x="412" y="1516"/>
                </a:cubicBezTo>
                <a:moveTo>
                  <a:pt x="412" y="1516"/>
                </a:moveTo>
                <a:cubicBezTo>
                  <a:pt x="401" y="1509"/>
                  <a:pt x="389" y="1502"/>
                  <a:pt x="368" y="1489"/>
                </a:cubicBezTo>
                <a:moveTo>
                  <a:pt x="412" y="1516"/>
                </a:moveTo>
                <a:cubicBezTo>
                  <a:pt x="397" y="1507"/>
                  <a:pt x="381" y="1497"/>
                  <a:pt x="368" y="1489"/>
                </a:cubicBezTo>
                <a:moveTo>
                  <a:pt x="368" y="1489"/>
                </a:moveTo>
                <a:cubicBezTo>
                  <a:pt x="358" y="1482"/>
                  <a:pt x="348" y="1476"/>
                  <a:pt x="325" y="1460"/>
                </a:cubicBezTo>
                <a:moveTo>
                  <a:pt x="368" y="1489"/>
                </a:moveTo>
                <a:cubicBezTo>
                  <a:pt x="356" y="1481"/>
                  <a:pt x="344" y="1473"/>
                  <a:pt x="325" y="1460"/>
                </a:cubicBezTo>
                <a:moveTo>
                  <a:pt x="325" y="1460"/>
                </a:moveTo>
                <a:cubicBezTo>
                  <a:pt x="312" y="1449"/>
                  <a:pt x="298" y="1437"/>
                  <a:pt x="285" y="1427"/>
                </a:cubicBezTo>
                <a:moveTo>
                  <a:pt x="325" y="1460"/>
                </a:moveTo>
                <a:cubicBezTo>
                  <a:pt x="311" y="1448"/>
                  <a:pt x="297" y="1437"/>
                  <a:pt x="285" y="1427"/>
                </a:cubicBezTo>
                <a:moveTo>
                  <a:pt x="285" y="1427"/>
                </a:moveTo>
                <a:cubicBezTo>
                  <a:pt x="272" y="1416"/>
                  <a:pt x="260" y="1405"/>
                  <a:pt x="246" y="1392"/>
                </a:cubicBezTo>
                <a:moveTo>
                  <a:pt x="285" y="1427"/>
                </a:moveTo>
                <a:cubicBezTo>
                  <a:pt x="273" y="1417"/>
                  <a:pt x="262" y="1406"/>
                  <a:pt x="246" y="1392"/>
                </a:cubicBezTo>
                <a:moveTo>
                  <a:pt x="246" y="1392"/>
                </a:moveTo>
                <a:cubicBezTo>
                  <a:pt x="238" y="1383"/>
                  <a:pt x="229" y="1374"/>
                  <a:pt x="210" y="1355"/>
                </a:cubicBezTo>
                <a:moveTo>
                  <a:pt x="246" y="1392"/>
                </a:moveTo>
                <a:cubicBezTo>
                  <a:pt x="234" y="1380"/>
                  <a:pt x="222" y="1367"/>
                  <a:pt x="210" y="1355"/>
                </a:cubicBezTo>
                <a:moveTo>
                  <a:pt x="210" y="1355"/>
                </a:moveTo>
                <a:cubicBezTo>
                  <a:pt x="199" y="1342"/>
                  <a:pt x="189" y="1329"/>
                  <a:pt x="177" y="1316"/>
                </a:cubicBezTo>
                <a:moveTo>
                  <a:pt x="210" y="1355"/>
                </a:moveTo>
                <a:cubicBezTo>
                  <a:pt x="202" y="1345"/>
                  <a:pt x="193" y="1335"/>
                  <a:pt x="177" y="1316"/>
                </a:cubicBezTo>
                <a:moveTo>
                  <a:pt x="177" y="1316"/>
                </a:moveTo>
                <a:cubicBezTo>
                  <a:pt x="166" y="1301"/>
                  <a:pt x="155" y="1286"/>
                  <a:pt x="146" y="1274"/>
                </a:cubicBezTo>
                <a:moveTo>
                  <a:pt x="177" y="1316"/>
                </a:moveTo>
                <a:cubicBezTo>
                  <a:pt x="166" y="1301"/>
                  <a:pt x="155" y="1286"/>
                  <a:pt x="146" y="1274"/>
                </a:cubicBezTo>
                <a:moveTo>
                  <a:pt x="146" y="1274"/>
                </a:moveTo>
                <a:cubicBezTo>
                  <a:pt x="136" y="1259"/>
                  <a:pt x="126" y="1244"/>
                  <a:pt x="117" y="1230"/>
                </a:cubicBezTo>
                <a:moveTo>
                  <a:pt x="146" y="1274"/>
                </a:moveTo>
                <a:cubicBezTo>
                  <a:pt x="137" y="1260"/>
                  <a:pt x="128" y="1246"/>
                  <a:pt x="117" y="1230"/>
                </a:cubicBezTo>
                <a:moveTo>
                  <a:pt x="117" y="1230"/>
                </a:moveTo>
                <a:cubicBezTo>
                  <a:pt x="107" y="1213"/>
                  <a:pt x="97" y="1195"/>
                  <a:pt x="92" y="1185"/>
                </a:cubicBezTo>
                <a:moveTo>
                  <a:pt x="117" y="1230"/>
                </a:moveTo>
                <a:cubicBezTo>
                  <a:pt x="111" y="1220"/>
                  <a:pt x="105" y="1209"/>
                  <a:pt x="92" y="1185"/>
                </a:cubicBezTo>
                <a:moveTo>
                  <a:pt x="92" y="1185"/>
                </a:moveTo>
                <a:cubicBezTo>
                  <a:pt x="85" y="1171"/>
                  <a:pt x="78" y="1156"/>
                  <a:pt x="69" y="1138"/>
                </a:cubicBezTo>
                <a:moveTo>
                  <a:pt x="92" y="1185"/>
                </a:moveTo>
                <a:cubicBezTo>
                  <a:pt x="84" y="1169"/>
                  <a:pt x="76" y="1152"/>
                  <a:pt x="69" y="1138"/>
                </a:cubicBezTo>
                <a:moveTo>
                  <a:pt x="69" y="1138"/>
                </a:moveTo>
                <a:cubicBezTo>
                  <a:pt x="64" y="1126"/>
                  <a:pt x="59" y="1114"/>
                  <a:pt x="50" y="1090"/>
                </a:cubicBezTo>
                <a:moveTo>
                  <a:pt x="69" y="1138"/>
                </a:moveTo>
                <a:cubicBezTo>
                  <a:pt x="65" y="1127"/>
                  <a:pt x="60" y="1115"/>
                  <a:pt x="50" y="1090"/>
                </a:cubicBezTo>
                <a:moveTo>
                  <a:pt x="50" y="1090"/>
                </a:moveTo>
                <a:cubicBezTo>
                  <a:pt x="44" y="1072"/>
                  <a:pt x="38" y="1055"/>
                  <a:pt x="33" y="1040"/>
                </a:cubicBezTo>
                <a:moveTo>
                  <a:pt x="50" y="1090"/>
                </a:moveTo>
                <a:cubicBezTo>
                  <a:pt x="44" y="1073"/>
                  <a:pt x="39" y="1057"/>
                  <a:pt x="33" y="1040"/>
                </a:cubicBezTo>
                <a:moveTo>
                  <a:pt x="33" y="1040"/>
                </a:moveTo>
                <a:cubicBezTo>
                  <a:pt x="29" y="1022"/>
                  <a:pt x="24" y="1004"/>
                  <a:pt x="20" y="990"/>
                </a:cubicBezTo>
                <a:moveTo>
                  <a:pt x="33" y="1040"/>
                </a:moveTo>
                <a:cubicBezTo>
                  <a:pt x="30" y="1028"/>
                  <a:pt x="27" y="1016"/>
                  <a:pt x="20" y="990"/>
                </a:cubicBezTo>
                <a:moveTo>
                  <a:pt x="20" y="990"/>
                </a:moveTo>
                <a:cubicBezTo>
                  <a:pt x="18" y="978"/>
                  <a:pt x="16" y="967"/>
                  <a:pt x="10" y="939"/>
                </a:cubicBezTo>
                <a:moveTo>
                  <a:pt x="20" y="990"/>
                </a:moveTo>
                <a:cubicBezTo>
                  <a:pt x="18" y="977"/>
                  <a:pt x="15" y="965"/>
                  <a:pt x="10" y="939"/>
                </a:cubicBezTo>
                <a:moveTo>
                  <a:pt x="10" y="939"/>
                </a:moveTo>
                <a:cubicBezTo>
                  <a:pt x="9" y="925"/>
                  <a:pt x="7" y="912"/>
                  <a:pt x="4" y="887"/>
                </a:cubicBezTo>
                <a:moveTo>
                  <a:pt x="10" y="939"/>
                </a:moveTo>
                <a:cubicBezTo>
                  <a:pt x="8" y="920"/>
                  <a:pt x="6" y="902"/>
                  <a:pt x="4" y="887"/>
                </a:cubicBezTo>
                <a:moveTo>
                  <a:pt x="4" y="887"/>
                </a:moveTo>
                <a:cubicBezTo>
                  <a:pt x="2" y="868"/>
                  <a:pt x="1" y="849"/>
                  <a:pt x="0" y="835"/>
                </a:cubicBezTo>
                <a:moveTo>
                  <a:pt x="4" y="887"/>
                </a:moveTo>
                <a:cubicBezTo>
                  <a:pt x="3" y="871"/>
                  <a:pt x="2" y="854"/>
                  <a:pt x="0" y="835"/>
                </a:cubicBezTo>
                <a:moveTo>
                  <a:pt x="0" y="835"/>
                </a:moveTo>
                <a:cubicBezTo>
                  <a:pt x="0" y="815"/>
                  <a:pt x="0" y="794"/>
                  <a:pt x="0" y="784"/>
                </a:cubicBezTo>
                <a:moveTo>
                  <a:pt x="0" y="835"/>
                </a:moveTo>
                <a:cubicBezTo>
                  <a:pt x="0" y="825"/>
                  <a:pt x="0" y="814"/>
                  <a:pt x="0" y="784"/>
                </a:cubicBezTo>
                <a:moveTo>
                  <a:pt x="0" y="784"/>
                </a:moveTo>
                <a:cubicBezTo>
                  <a:pt x="2" y="764"/>
                  <a:pt x="3" y="745"/>
                  <a:pt x="4" y="732"/>
                </a:cubicBezTo>
                <a:moveTo>
                  <a:pt x="0" y="784"/>
                </a:moveTo>
                <a:cubicBezTo>
                  <a:pt x="1" y="768"/>
                  <a:pt x="2" y="753"/>
                  <a:pt x="4" y="732"/>
                </a:cubicBezTo>
                <a:moveTo>
                  <a:pt x="4" y="732"/>
                </a:moveTo>
                <a:cubicBezTo>
                  <a:pt x="6" y="712"/>
                  <a:pt x="9" y="692"/>
                  <a:pt x="10" y="680"/>
                </a:cubicBezTo>
                <a:moveTo>
                  <a:pt x="4" y="732"/>
                </a:moveTo>
                <a:cubicBezTo>
                  <a:pt x="6" y="712"/>
                  <a:pt x="9" y="692"/>
                  <a:pt x="10" y="680"/>
                </a:cubicBezTo>
                <a:moveTo>
                  <a:pt x="10" y="680"/>
                </a:moveTo>
                <a:cubicBezTo>
                  <a:pt x="13" y="667"/>
                  <a:pt x="16" y="653"/>
                  <a:pt x="20" y="629"/>
                </a:cubicBezTo>
                <a:moveTo>
                  <a:pt x="10" y="680"/>
                </a:moveTo>
                <a:cubicBezTo>
                  <a:pt x="14" y="664"/>
                  <a:pt x="17" y="647"/>
                  <a:pt x="20" y="629"/>
                </a:cubicBezTo>
                <a:moveTo>
                  <a:pt x="20" y="629"/>
                </a:moveTo>
                <a:cubicBezTo>
                  <a:pt x="24" y="616"/>
                  <a:pt x="27" y="603"/>
                  <a:pt x="33" y="579"/>
                </a:cubicBezTo>
                <a:moveTo>
                  <a:pt x="20" y="629"/>
                </a:moveTo>
                <a:cubicBezTo>
                  <a:pt x="23" y="617"/>
                  <a:pt x="27" y="605"/>
                  <a:pt x="33" y="579"/>
                </a:cubicBezTo>
                <a:moveTo>
                  <a:pt x="33" y="579"/>
                </a:moveTo>
                <a:cubicBezTo>
                  <a:pt x="40" y="560"/>
                  <a:pt x="46" y="542"/>
                  <a:pt x="50" y="530"/>
                </a:cubicBezTo>
                <a:moveTo>
                  <a:pt x="33" y="579"/>
                </a:moveTo>
                <a:cubicBezTo>
                  <a:pt x="38" y="566"/>
                  <a:pt x="42" y="553"/>
                  <a:pt x="50" y="530"/>
                </a:cubicBezTo>
                <a:moveTo>
                  <a:pt x="50" y="530"/>
                </a:moveTo>
                <a:cubicBezTo>
                  <a:pt x="56" y="514"/>
                  <a:pt x="62" y="499"/>
                  <a:pt x="69" y="482"/>
                </a:cubicBezTo>
                <a:moveTo>
                  <a:pt x="50" y="530"/>
                </a:moveTo>
                <a:cubicBezTo>
                  <a:pt x="57" y="511"/>
                  <a:pt x="65" y="493"/>
                  <a:pt x="69" y="482"/>
                </a:cubicBezTo>
                <a:moveTo>
                  <a:pt x="69" y="482"/>
                </a:moveTo>
                <a:cubicBezTo>
                  <a:pt x="74" y="472"/>
                  <a:pt x="79" y="462"/>
                  <a:pt x="92" y="435"/>
                </a:cubicBezTo>
                <a:moveTo>
                  <a:pt x="69" y="482"/>
                </a:moveTo>
                <a:cubicBezTo>
                  <a:pt x="74" y="471"/>
                  <a:pt x="79" y="461"/>
                  <a:pt x="92" y="435"/>
                </a:cubicBezTo>
                <a:moveTo>
                  <a:pt x="92" y="435"/>
                </a:moveTo>
                <a:cubicBezTo>
                  <a:pt x="102" y="417"/>
                  <a:pt x="112" y="399"/>
                  <a:pt x="117" y="390"/>
                </a:cubicBezTo>
                <a:moveTo>
                  <a:pt x="92" y="435"/>
                </a:moveTo>
                <a:cubicBezTo>
                  <a:pt x="97" y="425"/>
                  <a:pt x="102" y="416"/>
                  <a:pt x="117" y="390"/>
                </a:cubicBezTo>
                <a:moveTo>
                  <a:pt x="117" y="390"/>
                </a:moveTo>
                <a:cubicBezTo>
                  <a:pt x="127" y="374"/>
                  <a:pt x="138" y="358"/>
                  <a:pt x="146" y="346"/>
                </a:cubicBezTo>
                <a:moveTo>
                  <a:pt x="117" y="390"/>
                </a:moveTo>
                <a:cubicBezTo>
                  <a:pt x="126" y="376"/>
                  <a:pt x="135" y="363"/>
                  <a:pt x="146" y="346"/>
                </a:cubicBezTo>
                <a:moveTo>
                  <a:pt x="146" y="346"/>
                </a:moveTo>
                <a:cubicBezTo>
                  <a:pt x="152" y="338"/>
                  <a:pt x="158" y="329"/>
                  <a:pt x="177" y="305"/>
                </a:cubicBezTo>
                <a:moveTo>
                  <a:pt x="146" y="346"/>
                </a:moveTo>
                <a:cubicBezTo>
                  <a:pt x="157" y="331"/>
                  <a:pt x="168" y="317"/>
                  <a:pt x="177" y="305"/>
                </a:cubicBezTo>
                <a:moveTo>
                  <a:pt x="177" y="305"/>
                </a:moveTo>
                <a:cubicBezTo>
                  <a:pt x="188" y="292"/>
                  <a:pt x="199" y="279"/>
                  <a:pt x="210" y="265"/>
                </a:cubicBezTo>
                <a:moveTo>
                  <a:pt x="177" y="305"/>
                </a:moveTo>
                <a:cubicBezTo>
                  <a:pt x="189" y="289"/>
                  <a:pt x="202" y="274"/>
                  <a:pt x="210" y="265"/>
                </a:cubicBezTo>
                <a:moveTo>
                  <a:pt x="210" y="265"/>
                </a:moveTo>
                <a:cubicBezTo>
                  <a:pt x="221" y="254"/>
                  <a:pt x="232" y="243"/>
                  <a:pt x="246" y="228"/>
                </a:cubicBezTo>
                <a:moveTo>
                  <a:pt x="210" y="265"/>
                </a:moveTo>
                <a:cubicBezTo>
                  <a:pt x="223" y="251"/>
                  <a:pt x="237" y="238"/>
                  <a:pt x="246" y="228"/>
                </a:cubicBezTo>
                <a:moveTo>
                  <a:pt x="246" y="228"/>
                </a:moveTo>
                <a:cubicBezTo>
                  <a:pt x="256" y="219"/>
                  <a:pt x="265" y="211"/>
                  <a:pt x="285" y="193"/>
                </a:cubicBezTo>
                <a:moveTo>
                  <a:pt x="246" y="228"/>
                </a:moveTo>
                <a:cubicBezTo>
                  <a:pt x="258" y="218"/>
                  <a:pt x="269" y="207"/>
                  <a:pt x="285" y="193"/>
                </a:cubicBezTo>
                <a:moveTo>
                  <a:pt x="285" y="193"/>
                </a:moveTo>
                <a:cubicBezTo>
                  <a:pt x="300" y="180"/>
                  <a:pt x="316" y="168"/>
                  <a:pt x="325" y="160"/>
                </a:cubicBezTo>
                <a:moveTo>
                  <a:pt x="285" y="193"/>
                </a:moveTo>
                <a:cubicBezTo>
                  <a:pt x="299" y="182"/>
                  <a:pt x="312" y="171"/>
                  <a:pt x="325" y="160"/>
                </a:cubicBezTo>
                <a:moveTo>
                  <a:pt x="325" y="160"/>
                </a:moveTo>
                <a:cubicBezTo>
                  <a:pt x="340" y="150"/>
                  <a:pt x="354" y="140"/>
                  <a:pt x="368" y="131"/>
                </a:cubicBezTo>
                <a:moveTo>
                  <a:pt x="325" y="160"/>
                </a:moveTo>
                <a:cubicBezTo>
                  <a:pt x="336" y="153"/>
                  <a:pt x="347" y="146"/>
                  <a:pt x="368" y="131"/>
                </a:cubicBezTo>
                <a:moveTo>
                  <a:pt x="368" y="131"/>
                </a:moveTo>
                <a:cubicBezTo>
                  <a:pt x="379" y="124"/>
                  <a:pt x="389" y="118"/>
                  <a:pt x="412" y="104"/>
                </a:cubicBezTo>
                <a:moveTo>
                  <a:pt x="368" y="131"/>
                </a:moveTo>
                <a:cubicBezTo>
                  <a:pt x="383" y="122"/>
                  <a:pt x="398" y="113"/>
                  <a:pt x="412" y="104"/>
                </a:cubicBezTo>
                <a:moveTo>
                  <a:pt x="412" y="104"/>
                </a:moveTo>
                <a:cubicBezTo>
                  <a:pt x="426" y="96"/>
                  <a:pt x="441" y="89"/>
                  <a:pt x="458" y="80"/>
                </a:cubicBezTo>
                <a:moveTo>
                  <a:pt x="412" y="104"/>
                </a:moveTo>
                <a:cubicBezTo>
                  <a:pt x="423" y="98"/>
                  <a:pt x="434" y="93"/>
                  <a:pt x="458" y="80"/>
                </a:cubicBezTo>
                <a:moveTo>
                  <a:pt x="458" y="80"/>
                </a:moveTo>
                <a:cubicBezTo>
                  <a:pt x="470" y="75"/>
                  <a:pt x="481" y="70"/>
                  <a:pt x="506" y="59"/>
                </a:cubicBezTo>
                <a:moveTo>
                  <a:pt x="458" y="80"/>
                </a:moveTo>
                <a:cubicBezTo>
                  <a:pt x="472" y="74"/>
                  <a:pt x="485" y="68"/>
                  <a:pt x="506" y="59"/>
                </a:cubicBezTo>
                <a:moveTo>
                  <a:pt x="506" y="59"/>
                </a:moveTo>
                <a:cubicBezTo>
                  <a:pt x="519" y="54"/>
                  <a:pt x="532" y="49"/>
                  <a:pt x="555" y="41"/>
                </a:cubicBezTo>
                <a:moveTo>
                  <a:pt x="506" y="59"/>
                </a:moveTo>
                <a:cubicBezTo>
                  <a:pt x="519" y="54"/>
                  <a:pt x="532" y="49"/>
                  <a:pt x="555" y="41"/>
                </a:cubicBezTo>
                <a:moveTo>
                  <a:pt x="555" y="41"/>
                </a:moveTo>
                <a:cubicBezTo>
                  <a:pt x="574" y="35"/>
                  <a:pt x="594" y="29"/>
                  <a:pt x="604" y="26"/>
                </a:cubicBezTo>
                <a:moveTo>
                  <a:pt x="555" y="41"/>
                </a:moveTo>
                <a:cubicBezTo>
                  <a:pt x="567" y="37"/>
                  <a:pt x="579" y="34"/>
                  <a:pt x="604" y="26"/>
                </a:cubicBezTo>
                <a:moveTo>
                  <a:pt x="604" y="26"/>
                </a:moveTo>
                <a:cubicBezTo>
                  <a:pt x="623" y="22"/>
                  <a:pt x="641" y="18"/>
                  <a:pt x="655" y="15"/>
                </a:cubicBezTo>
                <a:moveTo>
                  <a:pt x="604" y="26"/>
                </a:moveTo>
                <a:cubicBezTo>
                  <a:pt x="618" y="23"/>
                  <a:pt x="632" y="20"/>
                  <a:pt x="655" y="15"/>
                </a:cubicBezTo>
                <a:moveTo>
                  <a:pt x="655" y="15"/>
                </a:moveTo>
                <a:cubicBezTo>
                  <a:pt x="676" y="11"/>
                  <a:pt x="696" y="8"/>
                  <a:pt x="706" y="6"/>
                </a:cubicBezTo>
                <a:moveTo>
                  <a:pt x="655" y="15"/>
                </a:moveTo>
                <a:cubicBezTo>
                  <a:pt x="667" y="13"/>
                  <a:pt x="679" y="11"/>
                  <a:pt x="706" y="6"/>
                </a:cubicBezTo>
                <a:moveTo>
                  <a:pt x="706" y="6"/>
                </a:moveTo>
                <a:cubicBezTo>
                  <a:pt x="723" y="5"/>
                  <a:pt x="739" y="3"/>
                  <a:pt x="758" y="1"/>
                </a:cubicBezTo>
                <a:moveTo>
                  <a:pt x="706" y="6"/>
                </a:moveTo>
                <a:cubicBezTo>
                  <a:pt x="725" y="4"/>
                  <a:pt x="744" y="3"/>
                  <a:pt x="758" y="1"/>
                </a:cubicBezTo>
                <a:moveTo>
                  <a:pt x="758" y="1"/>
                </a:moveTo>
                <a:cubicBezTo>
                  <a:pt x="770" y="1"/>
                  <a:pt x="782" y="0"/>
                  <a:pt x="810" y="0"/>
                </a:cubicBezTo>
                <a:cubicBezTo>
                  <a:pt x="2506" y="0"/>
                  <a:pt x="4203" y="0"/>
                  <a:pt x="6341" y="0"/>
                </a:cubicBezTo>
                <a:moveTo>
                  <a:pt x="758" y="1"/>
                </a:moveTo>
                <a:cubicBezTo>
                  <a:pt x="770" y="1"/>
                  <a:pt x="782" y="0"/>
                  <a:pt x="810" y="0"/>
                </a:cubicBezTo>
                <a:cubicBezTo>
                  <a:pt x="2899" y="0"/>
                  <a:pt x="4988" y="0"/>
                  <a:pt x="6341" y="0"/>
                </a:cubicBezTo>
              </a:path>
            </a:pathLst>
          </a:custGeom>
          <a:ln w="14760">
            <a:solidFill>
              <a:srgbClr val="9370DB"/>
            </a:solidFill>
            <a:miter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407680" y="546480"/>
            <a:ext cx="897084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2 · System architecture — 9-stage LangGraph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4151880" y="2983680"/>
            <a:ext cx="3888360" cy="1525680"/>
          </a:xfrm>
          <a:custGeom>
            <a:avLst/>
            <a:gdLst/>
            <a:ahLst/>
            <a:rect l="0" t="0" r="r" b="b"/>
            <a:pathLst>
              <a:path w="10801" h="4238">
                <a:moveTo>
                  <a:pt x="0" y="0"/>
                </a:moveTo>
                <a:lnTo>
                  <a:pt x="10801" y="0"/>
                </a:lnTo>
                <a:lnTo>
                  <a:pt x="10801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4151880" y="2983680"/>
            <a:ext cx="3888360" cy="1525680"/>
          </a:xfrm>
          <a:custGeom>
            <a:avLst/>
            <a:gdLst/>
            <a:ahLst/>
            <a:rect l="0" t="0" r="r" b="b"/>
            <a:pathLst>
              <a:path w="10801" h="4238">
                <a:moveTo>
                  <a:pt x="0" y="0"/>
                </a:moveTo>
                <a:lnTo>
                  <a:pt x="10801" y="0"/>
                </a:lnTo>
                <a:lnTo>
                  <a:pt x="10801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noFill/>
          <a:ln w="14760">
            <a:solidFill>
              <a:srgbClr val="9370DB"/>
            </a:solidFill>
            <a:miter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993920" y="1794960"/>
            <a:ext cx="220464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turns + caller_phone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707080" y="3237840"/>
            <a:ext cx="77796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extract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073120" y="3596760"/>
            <a:ext cx="204660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structured fields + 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4151880" y="5256720"/>
            <a:ext cx="3888360" cy="1601280"/>
          </a:xfrm>
          <a:custGeom>
            <a:avLst/>
            <a:gdLst/>
            <a:ahLst/>
            <a:rect l="0" t="0" r="r" b="b"/>
            <a:pathLst>
              <a:path w="10801" h="4448">
                <a:moveTo>
                  <a:pt x="0" y="0"/>
                </a:moveTo>
                <a:lnTo>
                  <a:pt x="10801" y="0"/>
                </a:lnTo>
                <a:lnTo>
                  <a:pt x="10801" y="4448"/>
                </a:lnTo>
                <a:lnTo>
                  <a:pt x="0" y="444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4151880" y="5256720"/>
            <a:ext cx="3888360" cy="1601280"/>
          </a:xfrm>
          <a:custGeom>
            <a:avLst/>
            <a:gdLst/>
            <a:ahLst/>
            <a:rect l="0" t="0" r="r" b="b"/>
            <a:pathLst>
              <a:path w="10801" h="4448">
                <a:moveTo>
                  <a:pt x="0" y="0"/>
                </a:moveTo>
                <a:lnTo>
                  <a:pt x="10801" y="0"/>
                </a:lnTo>
                <a:lnTo>
                  <a:pt x="10801" y="4448"/>
                </a:lnTo>
                <a:lnTo>
                  <a:pt x="0" y="4448"/>
                </a:lnTo>
                <a:lnTo>
                  <a:pt x="0" y="0"/>
                </a:lnTo>
                <a:close/>
              </a:path>
            </a:pathLst>
          </a:custGeom>
          <a:noFill/>
          <a:ln w="14760">
            <a:solidFill>
              <a:srgbClr val="9370DB"/>
            </a:solidFill>
            <a:miter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5506920" y="3955680"/>
            <a:ext cx="117864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confidence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5704560" y="5510520"/>
            <a:ext cx="78372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classify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855680" y="5869440"/>
            <a:ext cx="253944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category, subcategory, 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463000" y="6228360"/>
            <a:ext cx="126648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confidence,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860360" y="6587280"/>
            <a:ext cx="2472480" cy="27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9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reasoning  — RAG over </a:t>
            </a:r>
            <a:endParaRPr lang="en-US" sz="18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182348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3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609480" y="145728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618840" y="2285640"/>
            <a:ext cx="1305360" cy="238680"/>
          </a:xfrm>
          <a:custGeom>
            <a:avLst/>
            <a:gdLst/>
            <a:ahLst/>
            <a:rect l="0" t="0" r="r" b="b"/>
            <a:pathLst>
              <a:path w="3626" h="663">
                <a:moveTo>
                  <a:pt x="0" y="0"/>
                </a:moveTo>
                <a:lnTo>
                  <a:pt x="3626" y="0"/>
                </a:lnTo>
                <a:lnTo>
                  <a:pt x="3626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1923840" y="2285640"/>
            <a:ext cx="9658800" cy="238680"/>
          </a:xfrm>
          <a:custGeom>
            <a:avLst/>
            <a:gdLst/>
            <a:ahLst/>
            <a:rect l="0" t="0" r="r" b="b"/>
            <a:pathLst>
              <a:path w="26830" h="663">
                <a:moveTo>
                  <a:pt x="0" y="0"/>
                </a:moveTo>
                <a:lnTo>
                  <a:pt x="26830" y="0"/>
                </a:lnTo>
                <a:lnTo>
                  <a:pt x="26830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618840" y="2523960"/>
            <a:ext cx="1305360" cy="581400"/>
          </a:xfrm>
          <a:custGeom>
            <a:avLst/>
            <a:gdLst/>
            <a:ahLst/>
            <a:rect l="0" t="0" r="r" b="b"/>
            <a:pathLst>
              <a:path w="3626" h="1615">
                <a:moveTo>
                  <a:pt x="0" y="0"/>
                </a:moveTo>
                <a:lnTo>
                  <a:pt x="3626" y="0"/>
                </a:lnTo>
                <a:lnTo>
                  <a:pt x="362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923840" y="2523960"/>
            <a:ext cx="9658800" cy="581400"/>
          </a:xfrm>
          <a:custGeom>
            <a:avLst/>
            <a:gdLst/>
            <a:ahLst/>
            <a:rect l="0" t="0" r="r" b="b"/>
            <a:pathLst>
              <a:path w="26830" h="1615">
                <a:moveTo>
                  <a:pt x="0" y="0"/>
                </a:moveTo>
                <a:lnTo>
                  <a:pt x="26830" y="0"/>
                </a:lnTo>
                <a:lnTo>
                  <a:pt x="26830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618840" y="3676320"/>
            <a:ext cx="1305360" cy="324360"/>
          </a:xfrm>
          <a:custGeom>
            <a:avLst/>
            <a:gdLst/>
            <a:ahLst/>
            <a:rect l="0" t="0" r="r" b="b"/>
            <a:pathLst>
              <a:path w="3626" h="901">
                <a:moveTo>
                  <a:pt x="0" y="0"/>
                </a:moveTo>
                <a:lnTo>
                  <a:pt x="3626" y="0"/>
                </a:lnTo>
                <a:lnTo>
                  <a:pt x="3626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923840" y="3676320"/>
            <a:ext cx="9658800" cy="324360"/>
          </a:xfrm>
          <a:custGeom>
            <a:avLst/>
            <a:gdLst/>
            <a:ahLst/>
            <a:rect l="0" t="0" r="r" b="b"/>
            <a:pathLst>
              <a:path w="26830" h="901">
                <a:moveTo>
                  <a:pt x="0" y="0"/>
                </a:moveTo>
                <a:lnTo>
                  <a:pt x="26830" y="0"/>
                </a:lnTo>
                <a:lnTo>
                  <a:pt x="26830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609480" y="228564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09480" y="2285640"/>
            <a:ext cx="1324440" cy="10080"/>
          </a:xfrm>
          <a:custGeom>
            <a:avLst/>
            <a:gdLst/>
            <a:ahLst/>
            <a:rect l="0" t="0" r="r" b="b"/>
            <a:pathLst>
              <a:path w="3679" h="28">
                <a:moveTo>
                  <a:pt x="0" y="0"/>
                </a:moveTo>
                <a:lnTo>
                  <a:pt x="3679" y="0"/>
                </a:lnTo>
                <a:lnTo>
                  <a:pt x="367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923840" y="228564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1933560" y="2285640"/>
            <a:ext cx="9649080" cy="10080"/>
          </a:xfrm>
          <a:custGeom>
            <a:avLst/>
            <a:gdLst/>
            <a:ahLst/>
            <a:rect l="0" t="0" r="r" b="b"/>
            <a:pathLst>
              <a:path w="26803" h="28">
                <a:moveTo>
                  <a:pt x="0" y="0"/>
                </a:moveTo>
                <a:lnTo>
                  <a:pt x="26803" y="0"/>
                </a:lnTo>
                <a:lnTo>
                  <a:pt x="268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1572560" y="228564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2523960"/>
            <a:ext cx="1324440" cy="9720"/>
          </a:xfrm>
          <a:custGeom>
            <a:avLst/>
            <a:gdLst/>
            <a:ahLst/>
            <a:rect l="0" t="0" r="r" b="b"/>
            <a:pathLst>
              <a:path w="3679" h="27">
                <a:moveTo>
                  <a:pt x="0" y="0"/>
                </a:moveTo>
                <a:lnTo>
                  <a:pt x="3679" y="0"/>
                </a:lnTo>
                <a:lnTo>
                  <a:pt x="367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933560" y="2523960"/>
            <a:ext cx="9649080" cy="9720"/>
          </a:xfrm>
          <a:custGeom>
            <a:avLst/>
            <a:gdLst/>
            <a:ahLst/>
            <a:rect l="0" t="0" r="r" b="b"/>
            <a:pathLst>
              <a:path w="26803" h="27">
                <a:moveTo>
                  <a:pt x="0" y="0"/>
                </a:moveTo>
                <a:lnTo>
                  <a:pt x="26803" y="0"/>
                </a:lnTo>
                <a:lnTo>
                  <a:pt x="268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253332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1923840" y="253332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11572560" y="253332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09480" y="310500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0"/>
                </a:moveTo>
                <a:lnTo>
                  <a:pt x="27" y="0"/>
                </a:lnTo>
                <a:lnTo>
                  <a:pt x="2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09480" y="3095280"/>
            <a:ext cx="1324440" cy="10080"/>
          </a:xfrm>
          <a:custGeom>
            <a:avLst/>
            <a:gdLst/>
            <a:ahLst/>
            <a:rect l="0" t="0" r="r" b="b"/>
            <a:pathLst>
              <a:path w="3679" h="28">
                <a:moveTo>
                  <a:pt x="0" y="0"/>
                </a:moveTo>
                <a:lnTo>
                  <a:pt x="3679" y="0"/>
                </a:lnTo>
                <a:lnTo>
                  <a:pt x="367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1923840" y="31050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28" y="0"/>
                </a:lnTo>
                <a:lnTo>
                  <a:pt x="2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933560" y="3095280"/>
            <a:ext cx="9649080" cy="10080"/>
          </a:xfrm>
          <a:custGeom>
            <a:avLst/>
            <a:gdLst/>
            <a:ahLst/>
            <a:rect l="0" t="0" r="r" b="b"/>
            <a:pathLst>
              <a:path w="26803" h="28">
                <a:moveTo>
                  <a:pt x="0" y="0"/>
                </a:moveTo>
                <a:lnTo>
                  <a:pt x="26803" y="0"/>
                </a:lnTo>
                <a:lnTo>
                  <a:pt x="268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11572560" y="31050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28" y="0"/>
                </a:lnTo>
                <a:lnTo>
                  <a:pt x="2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609480" y="36763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609480" y="3666960"/>
            <a:ext cx="1324440" cy="9720"/>
          </a:xfrm>
          <a:custGeom>
            <a:avLst/>
            <a:gdLst/>
            <a:ahLst/>
            <a:rect l="0" t="0" r="r" b="b"/>
            <a:pathLst>
              <a:path w="3679" h="27">
                <a:moveTo>
                  <a:pt x="0" y="0"/>
                </a:moveTo>
                <a:lnTo>
                  <a:pt x="3679" y="0"/>
                </a:lnTo>
                <a:lnTo>
                  <a:pt x="367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923840" y="36763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933560" y="3666960"/>
            <a:ext cx="9649080" cy="9720"/>
          </a:xfrm>
          <a:custGeom>
            <a:avLst/>
            <a:gdLst/>
            <a:ahLst/>
            <a:rect l="0" t="0" r="r" b="b"/>
            <a:pathLst>
              <a:path w="26803" h="27">
                <a:moveTo>
                  <a:pt x="0" y="0"/>
                </a:moveTo>
                <a:lnTo>
                  <a:pt x="26803" y="0"/>
                </a:lnTo>
                <a:lnTo>
                  <a:pt x="268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11572560" y="36763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609480" y="40096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609480" y="4000320"/>
            <a:ext cx="1324440" cy="9720"/>
          </a:xfrm>
          <a:custGeom>
            <a:avLst/>
            <a:gdLst/>
            <a:ahLst/>
            <a:rect l="0" t="0" r="r" b="b"/>
            <a:pathLst>
              <a:path w="3679" h="27">
                <a:moveTo>
                  <a:pt x="0" y="0"/>
                </a:moveTo>
                <a:lnTo>
                  <a:pt x="3679" y="0"/>
                </a:lnTo>
                <a:lnTo>
                  <a:pt x="367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1923840" y="40096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1933560" y="4000320"/>
            <a:ext cx="9649080" cy="9720"/>
          </a:xfrm>
          <a:custGeom>
            <a:avLst/>
            <a:gdLst/>
            <a:ahLst/>
            <a:rect l="0" t="0" r="r" b="b"/>
            <a:pathLst>
              <a:path w="26803" h="27">
                <a:moveTo>
                  <a:pt x="0" y="0"/>
                </a:moveTo>
                <a:lnTo>
                  <a:pt x="26803" y="0"/>
                </a:lnTo>
                <a:lnTo>
                  <a:pt x="268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11572560" y="40096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09480" y="4324320"/>
            <a:ext cx="1324440" cy="9720"/>
          </a:xfrm>
          <a:custGeom>
            <a:avLst/>
            <a:gdLst/>
            <a:ahLst/>
            <a:rect l="0" t="0" r="r" b="b"/>
            <a:pathLst>
              <a:path w="3679" h="27">
                <a:moveTo>
                  <a:pt x="0" y="0"/>
                </a:moveTo>
                <a:lnTo>
                  <a:pt x="3679" y="0"/>
                </a:lnTo>
                <a:lnTo>
                  <a:pt x="367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933560" y="4324320"/>
            <a:ext cx="9649080" cy="9720"/>
          </a:xfrm>
          <a:custGeom>
            <a:avLst/>
            <a:gdLst/>
            <a:ahLst/>
            <a:rect l="0" t="0" r="r" b="b"/>
            <a:pathLst>
              <a:path w="26803" h="27">
                <a:moveTo>
                  <a:pt x="0" y="0"/>
                </a:moveTo>
                <a:lnTo>
                  <a:pt x="26803" y="0"/>
                </a:lnTo>
                <a:lnTo>
                  <a:pt x="268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944720" y="851400"/>
            <a:ext cx="1009548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3 · Derived-policy appendix (1 / 3) — base-risk table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076040" y="1733400"/>
            <a:ext cx="3638880" cy="200520"/>
          </a:xfrm>
          <a:custGeom>
            <a:avLst/>
            <a:gdLst/>
            <a:ahLst/>
            <a:rect l="0" t="0" r="r" b="b"/>
            <a:pathLst>
              <a:path w="10108" h="557">
                <a:moveTo>
                  <a:pt x="0" y="450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0003" y="0"/>
                </a:lnTo>
                <a:cubicBezTo>
                  <a:pt x="10017" y="0"/>
                  <a:pt x="10030" y="3"/>
                  <a:pt x="10043" y="8"/>
                </a:cubicBezTo>
                <a:cubicBezTo>
                  <a:pt x="10056" y="13"/>
                  <a:pt x="10067" y="21"/>
                  <a:pt x="10077" y="31"/>
                </a:cubicBezTo>
                <a:cubicBezTo>
                  <a:pt x="10087" y="41"/>
                  <a:pt x="10095" y="52"/>
                  <a:pt x="10100" y="65"/>
                </a:cubicBezTo>
                <a:cubicBezTo>
                  <a:pt x="10106" y="78"/>
                  <a:pt x="10108" y="92"/>
                  <a:pt x="10108" y="106"/>
                </a:cubicBezTo>
                <a:lnTo>
                  <a:pt x="10108" y="450"/>
                </a:lnTo>
                <a:cubicBezTo>
                  <a:pt x="10108" y="465"/>
                  <a:pt x="10106" y="478"/>
                  <a:pt x="10100" y="491"/>
                </a:cubicBezTo>
                <a:cubicBezTo>
                  <a:pt x="10095" y="504"/>
                  <a:pt x="10087" y="516"/>
                  <a:pt x="10077" y="526"/>
                </a:cubicBezTo>
                <a:cubicBezTo>
                  <a:pt x="10067" y="535"/>
                  <a:pt x="10056" y="543"/>
                  <a:pt x="10043" y="548"/>
                </a:cubicBezTo>
                <a:cubicBezTo>
                  <a:pt x="10030" y="554"/>
                  <a:pt x="10017" y="557"/>
                  <a:pt x="10003" y="557"/>
                </a:cubicBezTo>
                <a:lnTo>
                  <a:pt x="106" y="557"/>
                </a:lnTo>
                <a:cubicBezTo>
                  <a:pt x="92" y="557"/>
                  <a:pt x="79" y="554"/>
                  <a:pt x="66" y="548"/>
                </a:cubicBezTo>
                <a:cubicBezTo>
                  <a:pt x="53" y="543"/>
                  <a:pt x="41" y="535"/>
                  <a:pt x="31" y="526"/>
                </a:cubicBezTo>
                <a:cubicBezTo>
                  <a:pt x="21" y="516"/>
                  <a:pt x="14" y="504"/>
                  <a:pt x="8" y="491"/>
                </a:cubicBezTo>
                <a:cubicBezTo>
                  <a:pt x="3" y="478"/>
                  <a:pt x="0" y="465"/>
                  <a:pt x="0" y="450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09480" y="1703880"/>
            <a:ext cx="3985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From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137960" y="1753920"/>
            <a:ext cx="3524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agent/data/derived/base_risk_by_subcategory.json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686200" y="1733400"/>
            <a:ext cx="2172240" cy="200520"/>
          </a:xfrm>
          <a:custGeom>
            <a:avLst/>
            <a:gdLst/>
            <a:ahLst/>
            <a:rect l="0" t="0" r="r" b="b"/>
            <a:pathLst>
              <a:path w="6034" h="557">
                <a:moveTo>
                  <a:pt x="0" y="450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928" y="0"/>
                </a:lnTo>
                <a:cubicBezTo>
                  <a:pt x="5942" y="0"/>
                  <a:pt x="5955" y="3"/>
                  <a:pt x="5968" y="8"/>
                </a:cubicBezTo>
                <a:cubicBezTo>
                  <a:pt x="5981" y="13"/>
                  <a:pt x="5993" y="21"/>
                  <a:pt x="6003" y="31"/>
                </a:cubicBezTo>
                <a:cubicBezTo>
                  <a:pt x="6013" y="41"/>
                  <a:pt x="6020" y="52"/>
                  <a:pt x="6026" y="65"/>
                </a:cubicBezTo>
                <a:cubicBezTo>
                  <a:pt x="6031" y="78"/>
                  <a:pt x="6034" y="92"/>
                  <a:pt x="6034" y="106"/>
                </a:cubicBezTo>
                <a:lnTo>
                  <a:pt x="6034" y="450"/>
                </a:lnTo>
                <a:cubicBezTo>
                  <a:pt x="6034" y="465"/>
                  <a:pt x="6031" y="478"/>
                  <a:pt x="6026" y="491"/>
                </a:cubicBezTo>
                <a:cubicBezTo>
                  <a:pt x="6020" y="504"/>
                  <a:pt x="6013" y="516"/>
                  <a:pt x="6003" y="526"/>
                </a:cubicBezTo>
                <a:cubicBezTo>
                  <a:pt x="5993" y="535"/>
                  <a:pt x="5981" y="543"/>
                  <a:pt x="5968" y="548"/>
                </a:cubicBezTo>
                <a:cubicBezTo>
                  <a:pt x="5955" y="554"/>
                  <a:pt x="5942" y="557"/>
                  <a:pt x="5928" y="557"/>
                </a:cubicBezTo>
                <a:lnTo>
                  <a:pt x="106" y="557"/>
                </a:lnTo>
                <a:cubicBezTo>
                  <a:pt x="92" y="557"/>
                  <a:pt x="78" y="554"/>
                  <a:pt x="65" y="548"/>
                </a:cubicBezTo>
                <a:cubicBezTo>
                  <a:pt x="52" y="543"/>
                  <a:pt x="41" y="535"/>
                  <a:pt x="31" y="526"/>
                </a:cubicBezTo>
                <a:cubicBezTo>
                  <a:pt x="21" y="516"/>
                  <a:pt x="14" y="504"/>
                  <a:pt x="8" y="491"/>
                </a:cubicBezTo>
                <a:cubicBezTo>
                  <a:pt x="3" y="478"/>
                  <a:pt x="0" y="465"/>
                  <a:pt x="0" y="450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736880" y="1703880"/>
            <a:ext cx="77148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 · producer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744880" y="1753920"/>
            <a:ext cx="205596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scripts/derive_risk_bands.py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628560" y="1962000"/>
            <a:ext cx="1286280" cy="190800"/>
          </a:xfrm>
          <a:custGeom>
            <a:avLst/>
            <a:gdLst/>
            <a:ahLst/>
            <a:rect l="0" t="0" r="r" b="b"/>
            <a:pathLst>
              <a:path w="3573" h="530">
                <a:moveTo>
                  <a:pt x="0" y="424"/>
                </a:moveTo>
                <a:lnTo>
                  <a:pt x="0" y="107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lnTo>
                  <a:pt x="3467" y="0"/>
                </a:lnTo>
                <a:cubicBezTo>
                  <a:pt x="3481" y="0"/>
                  <a:pt x="3494" y="3"/>
                  <a:pt x="3507" y="8"/>
                </a:cubicBezTo>
                <a:cubicBezTo>
                  <a:pt x="3520" y="13"/>
                  <a:pt x="3532" y="21"/>
                  <a:pt x="3542" y="31"/>
                </a:cubicBezTo>
                <a:cubicBezTo>
                  <a:pt x="3552" y="41"/>
                  <a:pt x="3559" y="52"/>
                  <a:pt x="3565" y="65"/>
                </a:cubicBezTo>
                <a:cubicBezTo>
                  <a:pt x="3570" y="78"/>
                  <a:pt x="3573" y="92"/>
                  <a:pt x="3573" y="107"/>
                </a:cubicBezTo>
                <a:lnTo>
                  <a:pt x="3573" y="424"/>
                </a:lnTo>
                <a:cubicBezTo>
                  <a:pt x="3573" y="438"/>
                  <a:pt x="3570" y="452"/>
                  <a:pt x="3565" y="465"/>
                </a:cubicBezTo>
                <a:cubicBezTo>
                  <a:pt x="3559" y="478"/>
                  <a:pt x="3552" y="489"/>
                  <a:pt x="3542" y="499"/>
                </a:cubicBezTo>
                <a:cubicBezTo>
                  <a:pt x="3532" y="509"/>
                  <a:pt x="3520" y="517"/>
                  <a:pt x="3507" y="522"/>
                </a:cubicBezTo>
                <a:cubicBezTo>
                  <a:pt x="3494" y="527"/>
                  <a:pt x="3481" y="530"/>
                  <a:pt x="3467" y="530"/>
                </a:cubicBezTo>
                <a:lnTo>
                  <a:pt x="107" y="530"/>
                </a:lnTo>
                <a:cubicBezTo>
                  <a:pt x="93" y="530"/>
                  <a:pt x="79" y="527"/>
                  <a:pt x="66" y="522"/>
                </a:cubicBezTo>
                <a:cubicBezTo>
                  <a:pt x="53" y="517"/>
                  <a:pt x="42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2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875360" y="1703880"/>
            <a:ext cx="2981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 ·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.SFNS"/>
                <a:ea typeface=".SFNS"/>
              </a:rPr>
              <a:t>derivation: history-aggregated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 over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85080" y="1982520"/>
            <a:ext cx="1175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final_risk_level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934640" y="1932480"/>
            <a:ext cx="20930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 (not intake) on 10K historicals.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68520" y="2315520"/>
            <a:ext cx="8715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MODAL RISK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982520" y="2315520"/>
            <a:ext cx="19897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SUBCATEGORIES (36 TOTAL)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87600" y="2683800"/>
            <a:ext cx="4273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LOW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2001600" y="2559960"/>
            <a:ext cx="75250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access_control, appliance_kitchen, carpet_floor, drainage_backup, infestation, landscaping, lighting,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001600" y="2807640"/>
            <a:ext cx="80838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no_cooling, no_heating, parking_lighting, restroom_fixture, restroom_supplies, slip_trip, waste_odor, … (22)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87600" y="3264840"/>
            <a:ext cx="78768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BBF24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MEDIUM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001600" y="3141000"/>
            <a:ext cx="71445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air_quality, glass_damage, malfunction, roof_leak, suspicious_person, 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pipe_leak ←</a:t>
            </a:r>
            <a:r>
              <a:rPr lang="en-US" sz="1350" b="0" u="none" strike="noStrike">
                <a:solidFill>
                  <a:srgbClr val="C4B5FD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(lever 2)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2001600" y="3388680"/>
            <a:ext cx="22107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power_outage ←</a:t>
            </a:r>
            <a:r>
              <a:rPr lang="en-US" sz="1350" b="0" u="none" strike="noStrike">
                <a:solidFill>
                  <a:srgbClr val="C4B5FD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(lever 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87600" y="3712320"/>
            <a:ext cx="4935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87171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HIGH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001600" y="3712320"/>
            <a:ext cx="24012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structural, unauthorized_access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87600" y="4036320"/>
            <a:ext cx="63561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87171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EMERGENCY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active_threat, entrapment, fire_smoke, gas_chemical, panel_hazard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457280" y="4628880"/>
            <a:ext cx="2028960" cy="305280"/>
          </a:xfrm>
          <a:custGeom>
            <a:avLst/>
            <a:gdLst/>
            <a:ahLst/>
            <a:rect l="0" t="0" r="r" b="b"/>
            <a:pathLst>
              <a:path w="5636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5530" y="0"/>
                </a:lnTo>
                <a:cubicBezTo>
                  <a:pt x="5544" y="0"/>
                  <a:pt x="5558" y="3"/>
                  <a:pt x="5571" y="8"/>
                </a:cubicBezTo>
                <a:cubicBezTo>
                  <a:pt x="5584" y="14"/>
                  <a:pt x="5595" y="21"/>
                  <a:pt x="5605" y="31"/>
                </a:cubicBezTo>
                <a:cubicBezTo>
                  <a:pt x="5615" y="41"/>
                  <a:pt x="5623" y="53"/>
                  <a:pt x="5628" y="66"/>
                </a:cubicBezTo>
                <a:cubicBezTo>
                  <a:pt x="5634" y="79"/>
                  <a:pt x="5636" y="92"/>
                  <a:pt x="5636" y="106"/>
                </a:cubicBezTo>
                <a:lnTo>
                  <a:pt x="5636" y="742"/>
                </a:lnTo>
                <a:cubicBezTo>
                  <a:pt x="5636" y="756"/>
                  <a:pt x="5634" y="770"/>
                  <a:pt x="5628" y="783"/>
                </a:cubicBezTo>
                <a:cubicBezTo>
                  <a:pt x="5623" y="796"/>
                  <a:pt x="5615" y="807"/>
                  <a:pt x="5605" y="817"/>
                </a:cubicBezTo>
                <a:cubicBezTo>
                  <a:pt x="5595" y="827"/>
                  <a:pt x="5584" y="834"/>
                  <a:pt x="5571" y="840"/>
                </a:cubicBezTo>
                <a:cubicBezTo>
                  <a:pt x="5558" y="845"/>
                  <a:pt x="5544" y="848"/>
                  <a:pt x="5530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803880" y="4583520"/>
            <a:ext cx="649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Why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516680" y="4664520"/>
            <a:ext cx="1909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final_risk_level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4152600" y="4628880"/>
            <a:ext cx="2143440" cy="305280"/>
          </a:xfrm>
          <a:custGeom>
            <a:avLst/>
            <a:gdLst/>
            <a:ahLst/>
            <a:rect l="0" t="0" r="r" b="b"/>
            <a:pathLst>
              <a:path w="595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849" y="0"/>
                </a:lnTo>
                <a:cubicBezTo>
                  <a:pt x="5863" y="0"/>
                  <a:pt x="5876" y="3"/>
                  <a:pt x="5889" y="8"/>
                </a:cubicBezTo>
                <a:cubicBezTo>
                  <a:pt x="5902" y="14"/>
                  <a:pt x="5914" y="21"/>
                  <a:pt x="5923" y="31"/>
                </a:cubicBezTo>
                <a:cubicBezTo>
                  <a:pt x="5933" y="41"/>
                  <a:pt x="5941" y="53"/>
                  <a:pt x="5946" y="66"/>
                </a:cubicBezTo>
                <a:cubicBezTo>
                  <a:pt x="5952" y="79"/>
                  <a:pt x="5954" y="92"/>
                  <a:pt x="5954" y="106"/>
                </a:cubicBezTo>
                <a:lnTo>
                  <a:pt x="5954" y="742"/>
                </a:lnTo>
                <a:cubicBezTo>
                  <a:pt x="5954" y="756"/>
                  <a:pt x="5952" y="770"/>
                  <a:pt x="5946" y="783"/>
                </a:cubicBezTo>
                <a:cubicBezTo>
                  <a:pt x="5941" y="796"/>
                  <a:pt x="5933" y="807"/>
                  <a:pt x="5923" y="817"/>
                </a:cubicBezTo>
                <a:cubicBezTo>
                  <a:pt x="5914" y="827"/>
                  <a:pt x="5902" y="834"/>
                  <a:pt x="5889" y="840"/>
                </a:cubicBezTo>
                <a:cubicBezTo>
                  <a:pt x="5876" y="845"/>
                  <a:pt x="5863" y="848"/>
                  <a:pt x="5849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511800" y="4583520"/>
            <a:ext cx="6908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, not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208040" y="4664520"/>
            <a:ext cx="2028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intake_risk_level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322680" y="4583520"/>
            <a:ext cx="4722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: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intake operators systematically over-state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228760" y="499104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741"/>
                </a:moveTo>
                <a:lnTo>
                  <a:pt x="0" y="106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3837" y="0"/>
                </a:lnTo>
                <a:cubicBezTo>
                  <a:pt x="3851" y="0"/>
                  <a:pt x="3865" y="2"/>
                  <a:pt x="3878" y="8"/>
                </a:cubicBezTo>
                <a:cubicBezTo>
                  <a:pt x="3891" y="13"/>
                  <a:pt x="3902" y="21"/>
                  <a:pt x="3912" y="31"/>
                </a:cubicBezTo>
                <a:cubicBezTo>
                  <a:pt x="3922" y="41"/>
                  <a:pt x="3930" y="52"/>
                  <a:pt x="3935" y="65"/>
                </a:cubicBezTo>
                <a:cubicBezTo>
                  <a:pt x="3940" y="78"/>
                  <a:pt x="3943" y="91"/>
                  <a:pt x="3943" y="106"/>
                </a:cubicBezTo>
                <a:lnTo>
                  <a:pt x="3943" y="741"/>
                </a:lnTo>
                <a:cubicBezTo>
                  <a:pt x="3943" y="756"/>
                  <a:pt x="3940" y="769"/>
                  <a:pt x="3935" y="782"/>
                </a:cubicBezTo>
                <a:cubicBezTo>
                  <a:pt x="3930" y="795"/>
                  <a:pt x="3922" y="806"/>
                  <a:pt x="3912" y="816"/>
                </a:cubicBezTo>
                <a:cubicBezTo>
                  <a:pt x="3902" y="826"/>
                  <a:pt x="3891" y="834"/>
                  <a:pt x="3878" y="839"/>
                </a:cubicBezTo>
                <a:cubicBezTo>
                  <a:pt x="3865" y="845"/>
                  <a:pt x="3851" y="847"/>
                  <a:pt x="3837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845640" y="4945320"/>
            <a:ext cx="1270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severity on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281680" y="502632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air_quality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4600440" y="4991040"/>
            <a:ext cx="1305360" cy="304920"/>
          </a:xfrm>
          <a:custGeom>
            <a:avLst/>
            <a:gdLst/>
            <a:ahLst/>
            <a:rect l="0" t="0" r="r" b="b"/>
            <a:pathLst>
              <a:path w="3626" h="847">
                <a:moveTo>
                  <a:pt x="0" y="741"/>
                </a:moveTo>
                <a:lnTo>
                  <a:pt x="0" y="106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3519" y="0"/>
                </a:lnTo>
                <a:cubicBezTo>
                  <a:pt x="3534" y="0"/>
                  <a:pt x="3547" y="2"/>
                  <a:pt x="3560" y="8"/>
                </a:cubicBezTo>
                <a:cubicBezTo>
                  <a:pt x="3573" y="13"/>
                  <a:pt x="3585" y="21"/>
                  <a:pt x="3595" y="31"/>
                </a:cubicBezTo>
                <a:cubicBezTo>
                  <a:pt x="3605" y="41"/>
                  <a:pt x="3612" y="52"/>
                  <a:pt x="3618" y="65"/>
                </a:cubicBezTo>
                <a:cubicBezTo>
                  <a:pt x="3623" y="78"/>
                  <a:pt x="3626" y="91"/>
                  <a:pt x="3626" y="106"/>
                </a:cubicBezTo>
                <a:lnTo>
                  <a:pt x="3626" y="741"/>
                </a:lnTo>
                <a:cubicBezTo>
                  <a:pt x="3626" y="756"/>
                  <a:pt x="3623" y="769"/>
                  <a:pt x="3618" y="782"/>
                </a:cubicBezTo>
                <a:cubicBezTo>
                  <a:pt x="3612" y="795"/>
                  <a:pt x="3605" y="806"/>
                  <a:pt x="3595" y="816"/>
                </a:cubicBezTo>
                <a:cubicBezTo>
                  <a:pt x="3585" y="826"/>
                  <a:pt x="3573" y="834"/>
                  <a:pt x="3560" y="839"/>
                </a:cubicBezTo>
                <a:cubicBezTo>
                  <a:pt x="3547" y="845"/>
                  <a:pt x="3534" y="847"/>
                  <a:pt x="3519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3" y="769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680640" y="4945320"/>
            <a:ext cx="870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(19%),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56960" y="5026320"/>
            <a:ext cx="1193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waste_odor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6848280" y="4991040"/>
            <a:ext cx="2143440" cy="304920"/>
          </a:xfrm>
          <a:custGeom>
            <a:avLst/>
            <a:gdLst/>
            <a:ahLst/>
            <a:rect l="0" t="0" r="r" b="b"/>
            <a:pathLst>
              <a:path w="5954" h="847">
                <a:moveTo>
                  <a:pt x="0" y="741"/>
                </a:moveTo>
                <a:lnTo>
                  <a:pt x="0" y="106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848" y="0"/>
                </a:lnTo>
                <a:cubicBezTo>
                  <a:pt x="5862" y="0"/>
                  <a:pt x="5876" y="2"/>
                  <a:pt x="5889" y="8"/>
                </a:cubicBezTo>
                <a:cubicBezTo>
                  <a:pt x="5902" y="13"/>
                  <a:pt x="5913" y="21"/>
                  <a:pt x="5923" y="31"/>
                </a:cubicBezTo>
                <a:cubicBezTo>
                  <a:pt x="5933" y="41"/>
                  <a:pt x="5941" y="52"/>
                  <a:pt x="5946" y="65"/>
                </a:cubicBezTo>
                <a:cubicBezTo>
                  <a:pt x="5951" y="78"/>
                  <a:pt x="5954" y="91"/>
                  <a:pt x="5954" y="106"/>
                </a:cubicBezTo>
                <a:lnTo>
                  <a:pt x="5954" y="741"/>
                </a:lnTo>
                <a:cubicBezTo>
                  <a:pt x="5954" y="756"/>
                  <a:pt x="5951" y="769"/>
                  <a:pt x="5946" y="782"/>
                </a:cubicBezTo>
                <a:cubicBezTo>
                  <a:pt x="5941" y="795"/>
                  <a:pt x="5933" y="806"/>
                  <a:pt x="5923" y="816"/>
                </a:cubicBezTo>
                <a:cubicBezTo>
                  <a:pt x="5913" y="826"/>
                  <a:pt x="5902" y="834"/>
                  <a:pt x="5889" y="839"/>
                </a:cubicBezTo>
                <a:cubicBezTo>
                  <a:pt x="5876" y="845"/>
                  <a:pt x="5862" y="847"/>
                  <a:pt x="5848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3" y="769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5936400" y="4945320"/>
            <a:ext cx="870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(15%),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904800" y="5026320"/>
            <a:ext cx="2028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suspicious_person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9019440" y="4945320"/>
            <a:ext cx="22100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(13%). Aggregating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477360" y="5343480"/>
            <a:ext cx="1905120" cy="314640"/>
          </a:xfrm>
          <a:custGeom>
            <a:avLst/>
            <a:gdLst/>
            <a:ahLst/>
            <a:rect l="0" t="0" r="r" b="b"/>
            <a:pathLst>
              <a:path w="5292" h="874">
                <a:moveTo>
                  <a:pt x="0" y="768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5186" y="0"/>
                </a:lnTo>
                <a:cubicBezTo>
                  <a:pt x="5200" y="0"/>
                  <a:pt x="5214" y="2"/>
                  <a:pt x="5227" y="8"/>
                </a:cubicBezTo>
                <a:cubicBezTo>
                  <a:pt x="5240" y="13"/>
                  <a:pt x="5251" y="21"/>
                  <a:pt x="5261" y="31"/>
                </a:cubicBezTo>
                <a:cubicBezTo>
                  <a:pt x="5271" y="41"/>
                  <a:pt x="5279" y="52"/>
                  <a:pt x="5284" y="65"/>
                </a:cubicBezTo>
                <a:cubicBezTo>
                  <a:pt x="5290" y="78"/>
                  <a:pt x="5292" y="91"/>
                  <a:pt x="5292" y="105"/>
                </a:cubicBezTo>
                <a:lnTo>
                  <a:pt x="5292" y="768"/>
                </a:lnTo>
                <a:cubicBezTo>
                  <a:pt x="5292" y="782"/>
                  <a:pt x="5290" y="795"/>
                  <a:pt x="5284" y="808"/>
                </a:cubicBezTo>
                <a:cubicBezTo>
                  <a:pt x="5279" y="821"/>
                  <a:pt x="5271" y="833"/>
                  <a:pt x="5261" y="843"/>
                </a:cubicBezTo>
                <a:cubicBezTo>
                  <a:pt x="5251" y="853"/>
                  <a:pt x="5240" y="860"/>
                  <a:pt x="5227" y="866"/>
                </a:cubicBezTo>
                <a:cubicBezTo>
                  <a:pt x="5214" y="871"/>
                  <a:pt x="5200" y="874"/>
                  <a:pt x="5186" y="874"/>
                </a:cubicBezTo>
                <a:lnTo>
                  <a:pt x="105" y="874"/>
                </a:lnTo>
                <a:cubicBezTo>
                  <a:pt x="91" y="874"/>
                  <a:pt x="78" y="871"/>
                  <a:pt x="65" y="866"/>
                </a:cubicBezTo>
                <a:cubicBezTo>
                  <a:pt x="52" y="860"/>
                  <a:pt x="40" y="853"/>
                  <a:pt x="31" y="843"/>
                </a:cubicBezTo>
                <a:cubicBezTo>
                  <a:pt x="21" y="833"/>
                  <a:pt x="13" y="821"/>
                  <a:pt x="8" y="808"/>
                </a:cubicBezTo>
                <a:cubicBezTo>
                  <a:pt x="2" y="795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780480" y="5297760"/>
            <a:ext cx="80154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over what technicians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actually decide on-site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is the authority the scorer's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9535680" y="5378760"/>
            <a:ext cx="1789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true_risk_level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331600" y="5659920"/>
            <a:ext cx="14364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derives from.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182060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4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365120" y="546480"/>
            <a:ext cx="1150020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4 · Derived-policy appendix (2 / 3) — modifiers, bands, SOP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000080" y="22381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2"/>
                  <a:pt x="52" y="15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5"/>
                  <a:pt x="171" y="22"/>
                  <a:pt x="181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1247760" y="2133360"/>
            <a:ext cx="952560" cy="305280"/>
          </a:xfrm>
          <a:custGeom>
            <a:avLst/>
            <a:gdLst/>
            <a:ahLst/>
            <a:rect l="0" t="0" r="r" b="b"/>
            <a:pathLst>
              <a:path w="2646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541" y="0"/>
                </a:lnTo>
                <a:cubicBezTo>
                  <a:pt x="2555" y="0"/>
                  <a:pt x="2568" y="3"/>
                  <a:pt x="2581" y="8"/>
                </a:cubicBezTo>
                <a:cubicBezTo>
                  <a:pt x="2594" y="14"/>
                  <a:pt x="2605" y="21"/>
                  <a:pt x="2615" y="31"/>
                </a:cubicBezTo>
                <a:cubicBezTo>
                  <a:pt x="2625" y="41"/>
                  <a:pt x="2633" y="53"/>
                  <a:pt x="2638" y="65"/>
                </a:cubicBezTo>
                <a:cubicBezTo>
                  <a:pt x="2644" y="78"/>
                  <a:pt x="2646" y="92"/>
                  <a:pt x="2646" y="106"/>
                </a:cubicBezTo>
                <a:lnTo>
                  <a:pt x="2646" y="742"/>
                </a:lnTo>
                <a:cubicBezTo>
                  <a:pt x="2646" y="756"/>
                  <a:pt x="2644" y="770"/>
                  <a:pt x="2638" y="783"/>
                </a:cubicBezTo>
                <a:cubicBezTo>
                  <a:pt x="2633" y="795"/>
                  <a:pt x="2625" y="807"/>
                  <a:pt x="2615" y="817"/>
                </a:cubicBezTo>
                <a:cubicBezTo>
                  <a:pt x="2605" y="827"/>
                  <a:pt x="2594" y="834"/>
                  <a:pt x="2581" y="840"/>
                </a:cubicBezTo>
                <a:cubicBezTo>
                  <a:pt x="2568" y="845"/>
                  <a:pt x="2555" y="848"/>
                  <a:pt x="2541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99840" y="1649880"/>
            <a:ext cx="50536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Risk modifiers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(hand-tuned, dev-validated)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306080" y="2168640"/>
            <a:ext cx="835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+1 band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1247760" y="2485800"/>
            <a:ext cx="1543320" cy="305280"/>
          </a:xfrm>
          <a:custGeom>
            <a:avLst/>
            <a:gdLst/>
            <a:ahLst/>
            <a:rect l="0" t="0" r="r" b="b"/>
            <a:pathLst>
              <a:path w="4287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4181" y="0"/>
                </a:lnTo>
                <a:cubicBezTo>
                  <a:pt x="4195" y="0"/>
                  <a:pt x="4208" y="3"/>
                  <a:pt x="4221" y="8"/>
                </a:cubicBezTo>
                <a:cubicBezTo>
                  <a:pt x="4234" y="14"/>
                  <a:pt x="4246" y="21"/>
                  <a:pt x="4256" y="31"/>
                </a:cubicBezTo>
                <a:cubicBezTo>
                  <a:pt x="4266" y="41"/>
                  <a:pt x="4273" y="52"/>
                  <a:pt x="4279" y="65"/>
                </a:cubicBezTo>
                <a:cubicBezTo>
                  <a:pt x="4284" y="78"/>
                  <a:pt x="4287" y="92"/>
                  <a:pt x="4287" y="106"/>
                </a:cubicBezTo>
                <a:lnTo>
                  <a:pt x="4287" y="742"/>
                </a:lnTo>
                <a:cubicBezTo>
                  <a:pt x="4287" y="756"/>
                  <a:pt x="4284" y="769"/>
                  <a:pt x="4279" y="782"/>
                </a:cubicBezTo>
                <a:cubicBezTo>
                  <a:pt x="4273" y="795"/>
                  <a:pt x="4266" y="807"/>
                  <a:pt x="4256" y="817"/>
                </a:cubicBezTo>
                <a:cubicBezTo>
                  <a:pt x="4246" y="827"/>
                  <a:pt x="4234" y="834"/>
                  <a:pt x="4221" y="840"/>
                </a:cubicBezTo>
                <a:cubicBezTo>
                  <a:pt x="4208" y="845"/>
                  <a:pt x="4195" y="848"/>
                  <a:pt x="4181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227680" y="2088000"/>
            <a:ext cx="2444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if hard urgency cue 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306080" y="2521080"/>
            <a:ext cx="1432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urgency_cues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247760" y="2781000"/>
            <a:ext cx="4705560" cy="591120"/>
          </a:xfrm>
          <a:custGeom>
            <a:avLst/>
            <a:gdLst/>
            <a:ahLst/>
            <a:rect l="0" t="0" r="r" b="b"/>
            <a:pathLst>
              <a:path w="13071" h="1642">
                <a:moveTo>
                  <a:pt x="0" y="15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2965" y="0"/>
                </a:lnTo>
                <a:cubicBezTo>
                  <a:pt x="12979" y="0"/>
                  <a:pt x="12993" y="3"/>
                  <a:pt x="13006" y="8"/>
                </a:cubicBezTo>
                <a:cubicBezTo>
                  <a:pt x="13019" y="14"/>
                  <a:pt x="13030" y="21"/>
                  <a:pt x="13040" y="31"/>
                </a:cubicBezTo>
                <a:cubicBezTo>
                  <a:pt x="13050" y="41"/>
                  <a:pt x="13058" y="53"/>
                  <a:pt x="13063" y="66"/>
                </a:cubicBezTo>
                <a:cubicBezTo>
                  <a:pt x="13068" y="79"/>
                  <a:pt x="13071" y="92"/>
                  <a:pt x="13071" y="106"/>
                </a:cubicBezTo>
                <a:lnTo>
                  <a:pt x="13071" y="1536"/>
                </a:lnTo>
                <a:cubicBezTo>
                  <a:pt x="13071" y="1550"/>
                  <a:pt x="13068" y="1563"/>
                  <a:pt x="13063" y="1576"/>
                </a:cubicBezTo>
                <a:cubicBezTo>
                  <a:pt x="13058" y="1589"/>
                  <a:pt x="13050" y="1601"/>
                  <a:pt x="13040" y="1611"/>
                </a:cubicBezTo>
                <a:cubicBezTo>
                  <a:pt x="13030" y="1621"/>
                  <a:pt x="13019" y="1628"/>
                  <a:pt x="13006" y="1634"/>
                </a:cubicBezTo>
                <a:cubicBezTo>
                  <a:pt x="12993" y="1639"/>
                  <a:pt x="12979" y="1642"/>
                  <a:pt x="12965" y="1642"/>
                </a:cubicBezTo>
                <a:lnTo>
                  <a:pt x="105" y="1642"/>
                </a:lnTo>
                <a:cubicBezTo>
                  <a:pt x="91" y="1642"/>
                  <a:pt x="78" y="1639"/>
                  <a:pt x="65" y="1634"/>
                </a:cubicBezTo>
                <a:cubicBezTo>
                  <a:pt x="52" y="1628"/>
                  <a:pt x="40" y="1621"/>
                  <a:pt x="31" y="1611"/>
                </a:cubicBezTo>
                <a:cubicBezTo>
                  <a:pt x="21" y="1601"/>
                  <a:pt x="13" y="1589"/>
                  <a:pt x="8" y="1576"/>
                </a:cubicBezTo>
                <a:cubicBezTo>
                  <a:pt x="2" y="1563"/>
                  <a:pt x="0" y="1550"/>
                  <a:pt x="0" y="1536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824200" y="2440440"/>
            <a:ext cx="3182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306080" y="2816640"/>
            <a:ext cx="42948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{flooding, smoke, fire, trapped, gas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1000080" y="36097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8"/>
                  <a:pt x="147" y="204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4"/>
                </a:cubicBezTo>
                <a:cubicBezTo>
                  <a:pt x="52" y="198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1247760" y="3504960"/>
            <a:ext cx="952560" cy="305280"/>
          </a:xfrm>
          <a:custGeom>
            <a:avLst/>
            <a:gdLst/>
            <a:ahLst/>
            <a:rect l="0" t="0" r="r" b="b"/>
            <a:pathLst>
              <a:path w="2646" h="848">
                <a:moveTo>
                  <a:pt x="0" y="74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541" y="0"/>
                </a:lnTo>
                <a:cubicBezTo>
                  <a:pt x="2555" y="0"/>
                  <a:pt x="2568" y="3"/>
                  <a:pt x="2581" y="8"/>
                </a:cubicBezTo>
                <a:cubicBezTo>
                  <a:pt x="2594" y="14"/>
                  <a:pt x="2605" y="21"/>
                  <a:pt x="2615" y="31"/>
                </a:cubicBezTo>
                <a:cubicBezTo>
                  <a:pt x="2625" y="41"/>
                  <a:pt x="2633" y="53"/>
                  <a:pt x="2638" y="65"/>
                </a:cubicBezTo>
                <a:cubicBezTo>
                  <a:pt x="2644" y="78"/>
                  <a:pt x="2646" y="92"/>
                  <a:pt x="2646" y="106"/>
                </a:cubicBezTo>
                <a:lnTo>
                  <a:pt x="2646" y="741"/>
                </a:lnTo>
                <a:cubicBezTo>
                  <a:pt x="2646" y="755"/>
                  <a:pt x="2644" y="769"/>
                  <a:pt x="2638" y="781"/>
                </a:cubicBezTo>
                <a:cubicBezTo>
                  <a:pt x="2633" y="794"/>
                  <a:pt x="2625" y="806"/>
                  <a:pt x="2615" y="816"/>
                </a:cubicBezTo>
                <a:cubicBezTo>
                  <a:pt x="2605" y="826"/>
                  <a:pt x="2594" y="833"/>
                  <a:pt x="2581" y="840"/>
                </a:cubicBezTo>
                <a:cubicBezTo>
                  <a:pt x="2568" y="845"/>
                  <a:pt x="2555" y="848"/>
                  <a:pt x="2541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3"/>
                  <a:pt x="40" y="826"/>
                  <a:pt x="31" y="816"/>
                </a:cubicBezTo>
                <a:cubicBezTo>
                  <a:pt x="21" y="806"/>
                  <a:pt x="13" y="794"/>
                  <a:pt x="8" y="781"/>
                </a:cubicBezTo>
                <a:cubicBezTo>
                  <a:pt x="2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306080" y="3102120"/>
            <a:ext cx="33404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leak, unconscious, sparking}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306080" y="3540240"/>
            <a:ext cx="835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+1 band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543040" y="3504960"/>
            <a:ext cx="2857680" cy="305280"/>
          </a:xfrm>
          <a:custGeom>
            <a:avLst/>
            <a:gdLst/>
            <a:ahLst/>
            <a:rect l="0" t="0" r="r" b="b"/>
            <a:pathLst>
              <a:path w="7938" h="848">
                <a:moveTo>
                  <a:pt x="0" y="74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7833" y="0"/>
                </a:lnTo>
                <a:cubicBezTo>
                  <a:pt x="7847" y="0"/>
                  <a:pt x="7860" y="3"/>
                  <a:pt x="7873" y="8"/>
                </a:cubicBezTo>
                <a:cubicBezTo>
                  <a:pt x="7886" y="14"/>
                  <a:pt x="7897" y="21"/>
                  <a:pt x="7907" y="31"/>
                </a:cubicBezTo>
                <a:cubicBezTo>
                  <a:pt x="7917" y="41"/>
                  <a:pt x="7925" y="53"/>
                  <a:pt x="7930" y="65"/>
                </a:cubicBezTo>
                <a:cubicBezTo>
                  <a:pt x="7936" y="78"/>
                  <a:pt x="7938" y="92"/>
                  <a:pt x="7938" y="106"/>
                </a:cubicBezTo>
                <a:lnTo>
                  <a:pt x="7938" y="741"/>
                </a:lnTo>
                <a:cubicBezTo>
                  <a:pt x="7938" y="755"/>
                  <a:pt x="7936" y="769"/>
                  <a:pt x="7930" y="781"/>
                </a:cubicBezTo>
                <a:cubicBezTo>
                  <a:pt x="7925" y="794"/>
                  <a:pt x="7917" y="806"/>
                  <a:pt x="7907" y="816"/>
                </a:cubicBezTo>
                <a:cubicBezTo>
                  <a:pt x="7897" y="826"/>
                  <a:pt x="7886" y="833"/>
                  <a:pt x="7873" y="840"/>
                </a:cubicBezTo>
                <a:cubicBezTo>
                  <a:pt x="7860" y="845"/>
                  <a:pt x="7847" y="848"/>
                  <a:pt x="7833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3"/>
                  <a:pt x="41" y="826"/>
                  <a:pt x="31" y="816"/>
                </a:cubicBezTo>
                <a:cubicBezTo>
                  <a:pt x="21" y="806"/>
                  <a:pt x="13" y="794"/>
                  <a:pt x="8" y="781"/>
                </a:cubicBezTo>
                <a:cubicBezTo>
                  <a:pt x="3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227680" y="3459600"/>
            <a:ext cx="262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if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603880" y="3540240"/>
            <a:ext cx="2744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"people trapped|inside"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434200" y="3459600"/>
            <a:ext cx="4147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co-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2676240" y="3857400"/>
            <a:ext cx="1305360" cy="305280"/>
          </a:xfrm>
          <a:custGeom>
            <a:avLst/>
            <a:gdLst/>
            <a:ahLst/>
            <a:rect l="0" t="0" r="r" b="b"/>
            <a:pathLst>
              <a:path w="3626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520" y="0"/>
                </a:lnTo>
                <a:cubicBezTo>
                  <a:pt x="3534" y="0"/>
                  <a:pt x="3548" y="3"/>
                  <a:pt x="3561" y="8"/>
                </a:cubicBezTo>
                <a:cubicBezTo>
                  <a:pt x="3574" y="14"/>
                  <a:pt x="3585" y="21"/>
                  <a:pt x="3595" y="31"/>
                </a:cubicBezTo>
                <a:cubicBezTo>
                  <a:pt x="3605" y="41"/>
                  <a:pt x="3613" y="52"/>
                  <a:pt x="3618" y="65"/>
                </a:cubicBezTo>
                <a:cubicBezTo>
                  <a:pt x="3623" y="78"/>
                  <a:pt x="3626" y="92"/>
                  <a:pt x="3626" y="106"/>
                </a:cubicBezTo>
                <a:lnTo>
                  <a:pt x="3626" y="742"/>
                </a:lnTo>
                <a:cubicBezTo>
                  <a:pt x="3626" y="756"/>
                  <a:pt x="3623" y="769"/>
                  <a:pt x="3618" y="782"/>
                </a:cubicBezTo>
                <a:cubicBezTo>
                  <a:pt x="3613" y="795"/>
                  <a:pt x="3605" y="807"/>
                  <a:pt x="3595" y="817"/>
                </a:cubicBezTo>
                <a:cubicBezTo>
                  <a:pt x="3585" y="827"/>
                  <a:pt x="3574" y="834"/>
                  <a:pt x="3561" y="840"/>
                </a:cubicBezTo>
                <a:cubicBezTo>
                  <a:pt x="3548" y="845"/>
                  <a:pt x="3534" y="848"/>
                  <a:pt x="3520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219320" y="3812040"/>
            <a:ext cx="1312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occurs with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1000080" y="44002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247760" y="4295520"/>
            <a:ext cx="352440" cy="305280"/>
          </a:xfrm>
          <a:custGeom>
            <a:avLst/>
            <a:gdLst/>
            <a:ahLst/>
            <a:rect l="0" t="0" r="r" b="b"/>
            <a:pathLst>
              <a:path w="979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873" y="0"/>
                </a:lnTo>
                <a:cubicBezTo>
                  <a:pt x="887" y="0"/>
                  <a:pt x="900" y="3"/>
                  <a:pt x="913" y="8"/>
                </a:cubicBezTo>
                <a:cubicBezTo>
                  <a:pt x="926" y="14"/>
                  <a:pt x="939" y="21"/>
                  <a:pt x="949" y="31"/>
                </a:cubicBezTo>
                <a:cubicBezTo>
                  <a:pt x="958" y="41"/>
                  <a:pt x="966" y="53"/>
                  <a:pt x="971" y="66"/>
                </a:cubicBezTo>
                <a:cubicBezTo>
                  <a:pt x="977" y="79"/>
                  <a:pt x="979" y="92"/>
                  <a:pt x="979" y="106"/>
                </a:cubicBezTo>
                <a:lnTo>
                  <a:pt x="979" y="742"/>
                </a:lnTo>
                <a:cubicBezTo>
                  <a:pt x="979" y="756"/>
                  <a:pt x="977" y="770"/>
                  <a:pt x="971" y="783"/>
                </a:cubicBezTo>
                <a:cubicBezTo>
                  <a:pt x="966" y="796"/>
                  <a:pt x="958" y="807"/>
                  <a:pt x="949" y="817"/>
                </a:cubicBezTo>
                <a:cubicBezTo>
                  <a:pt x="939" y="827"/>
                  <a:pt x="926" y="834"/>
                  <a:pt x="913" y="840"/>
                </a:cubicBezTo>
                <a:cubicBezTo>
                  <a:pt x="900" y="845"/>
                  <a:pt x="887" y="848"/>
                  <a:pt x="873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729520" y="3892680"/>
            <a:ext cx="1193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entrapment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306080" y="4331160"/>
            <a:ext cx="239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+0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1247760" y="4581360"/>
            <a:ext cx="4705560" cy="600480"/>
          </a:xfrm>
          <a:custGeom>
            <a:avLst/>
            <a:gdLst/>
            <a:ahLst/>
            <a:rect l="0" t="0" r="r" b="b"/>
            <a:pathLst>
              <a:path w="13071" h="1668">
                <a:moveTo>
                  <a:pt x="0" y="156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2965" y="0"/>
                </a:lnTo>
                <a:cubicBezTo>
                  <a:pt x="12979" y="0"/>
                  <a:pt x="12993" y="3"/>
                  <a:pt x="13006" y="8"/>
                </a:cubicBezTo>
                <a:cubicBezTo>
                  <a:pt x="13019" y="13"/>
                  <a:pt x="13030" y="21"/>
                  <a:pt x="13040" y="31"/>
                </a:cubicBezTo>
                <a:cubicBezTo>
                  <a:pt x="13050" y="41"/>
                  <a:pt x="13058" y="52"/>
                  <a:pt x="13063" y="65"/>
                </a:cubicBezTo>
                <a:cubicBezTo>
                  <a:pt x="13068" y="78"/>
                  <a:pt x="13071" y="92"/>
                  <a:pt x="13071" y="106"/>
                </a:cubicBezTo>
                <a:lnTo>
                  <a:pt x="13071" y="1562"/>
                </a:lnTo>
                <a:cubicBezTo>
                  <a:pt x="13071" y="1576"/>
                  <a:pt x="13068" y="1590"/>
                  <a:pt x="13063" y="1602"/>
                </a:cubicBezTo>
                <a:cubicBezTo>
                  <a:pt x="13058" y="1615"/>
                  <a:pt x="13050" y="1627"/>
                  <a:pt x="13040" y="1637"/>
                </a:cubicBezTo>
                <a:cubicBezTo>
                  <a:pt x="13030" y="1647"/>
                  <a:pt x="13019" y="1654"/>
                  <a:pt x="13006" y="1660"/>
                </a:cubicBezTo>
                <a:cubicBezTo>
                  <a:pt x="12993" y="1665"/>
                  <a:pt x="12979" y="1668"/>
                  <a:pt x="12965" y="1668"/>
                </a:cubicBezTo>
                <a:lnTo>
                  <a:pt x="105" y="1668"/>
                </a:lnTo>
                <a:cubicBezTo>
                  <a:pt x="91" y="1668"/>
                  <a:pt x="78" y="1665"/>
                  <a:pt x="65" y="1660"/>
                </a:cubicBezTo>
                <a:cubicBezTo>
                  <a:pt x="52" y="1654"/>
                  <a:pt x="40" y="1647"/>
                  <a:pt x="31" y="1637"/>
                </a:cubicBezTo>
                <a:cubicBezTo>
                  <a:pt x="21" y="1627"/>
                  <a:pt x="13" y="1615"/>
                  <a:pt x="8" y="1602"/>
                </a:cubicBezTo>
                <a:cubicBezTo>
                  <a:pt x="2" y="1590"/>
                  <a:pt x="0" y="1576"/>
                  <a:pt x="0" y="156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31160" y="4250160"/>
            <a:ext cx="36309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 if negation in same turn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306080" y="4616640"/>
            <a:ext cx="39369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"no fire", "they're out", "nobody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306080" y="4902480"/>
            <a:ext cx="597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hurt"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000080" y="5771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219320" y="5183640"/>
            <a:ext cx="34250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— over-escalation guard (§5.3)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085840" y="5667120"/>
            <a:ext cx="1190880" cy="305280"/>
          </a:xfrm>
          <a:custGeom>
            <a:avLst/>
            <a:gdLst/>
            <a:ahLst/>
            <a:rect l="0" t="0" r="r" b="b"/>
            <a:pathLst>
              <a:path w="3308" h="848">
                <a:moveTo>
                  <a:pt x="0" y="741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02" y="0"/>
                </a:lnTo>
                <a:cubicBezTo>
                  <a:pt x="3216" y="0"/>
                  <a:pt x="3230" y="3"/>
                  <a:pt x="3243" y="8"/>
                </a:cubicBezTo>
                <a:cubicBezTo>
                  <a:pt x="3256" y="14"/>
                  <a:pt x="3267" y="21"/>
                  <a:pt x="3277" y="31"/>
                </a:cubicBezTo>
                <a:cubicBezTo>
                  <a:pt x="3287" y="41"/>
                  <a:pt x="3295" y="53"/>
                  <a:pt x="3300" y="66"/>
                </a:cubicBezTo>
                <a:cubicBezTo>
                  <a:pt x="3305" y="79"/>
                  <a:pt x="3308" y="92"/>
                  <a:pt x="3308" y="106"/>
                </a:cubicBezTo>
                <a:lnTo>
                  <a:pt x="3308" y="741"/>
                </a:lnTo>
                <a:cubicBezTo>
                  <a:pt x="3308" y="756"/>
                  <a:pt x="3305" y="770"/>
                  <a:pt x="3300" y="783"/>
                </a:cubicBezTo>
                <a:cubicBezTo>
                  <a:pt x="3295" y="796"/>
                  <a:pt x="3287" y="807"/>
                  <a:pt x="3277" y="817"/>
                </a:cubicBezTo>
                <a:cubicBezTo>
                  <a:pt x="3267" y="827"/>
                  <a:pt x="3256" y="834"/>
                  <a:pt x="3243" y="840"/>
                </a:cubicBezTo>
                <a:cubicBezTo>
                  <a:pt x="3230" y="845"/>
                  <a:pt x="3216" y="848"/>
                  <a:pt x="3202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3" y="770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219320" y="5621760"/>
            <a:ext cx="8017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Cap at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143440" y="570276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EMERGENCY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304080" y="5621760"/>
            <a:ext cx="1546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no rollover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1009440" y="6629040"/>
            <a:ext cx="3810240" cy="228960"/>
          </a:xfrm>
          <a:custGeom>
            <a:avLst/>
            <a:gdLst/>
            <a:ahLst/>
            <a:rect l="0" t="0" r="r" b="b"/>
            <a:pathLst>
              <a:path w="10584" h="636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10479" y="0"/>
                </a:lnTo>
                <a:cubicBezTo>
                  <a:pt x="10493" y="0"/>
                  <a:pt x="10506" y="3"/>
                  <a:pt x="10519" y="9"/>
                </a:cubicBezTo>
                <a:cubicBezTo>
                  <a:pt x="10532" y="14"/>
                  <a:pt x="10543" y="22"/>
                  <a:pt x="10553" y="31"/>
                </a:cubicBezTo>
                <a:cubicBezTo>
                  <a:pt x="10563" y="41"/>
                  <a:pt x="10571" y="53"/>
                  <a:pt x="10576" y="66"/>
                </a:cubicBezTo>
                <a:cubicBezTo>
                  <a:pt x="10582" y="79"/>
                  <a:pt x="10584" y="92"/>
                  <a:pt x="10584" y="106"/>
                </a:cubicBezTo>
                <a:lnTo>
                  <a:pt x="10584" y="636"/>
                </a:lnTo>
                <a:lnTo>
                  <a:pt x="0" y="636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2366640" y="6221880"/>
            <a:ext cx="19882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Band ordering: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062360" y="6664680"/>
            <a:ext cx="3698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LOW &lt; MEDIUM &lt; HIGH &lt; EMERGENCY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847040" y="6583680"/>
            <a:ext cx="7876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see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811560" y="1649880"/>
            <a:ext cx="43898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Subcategory → vendor-type map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6419520" y="2409480"/>
            <a:ext cx="3458160" cy="315000"/>
          </a:xfrm>
          <a:custGeom>
            <a:avLst/>
            <a:gdLst/>
            <a:ahLst/>
            <a:rect l="0" t="0" r="r" b="b"/>
            <a:pathLst>
              <a:path w="9606" h="875">
                <a:moveTo>
                  <a:pt x="0" y="769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lnTo>
                  <a:pt x="9500" y="0"/>
                </a:lnTo>
                <a:cubicBezTo>
                  <a:pt x="9514" y="0"/>
                  <a:pt x="9527" y="3"/>
                  <a:pt x="9540" y="9"/>
                </a:cubicBezTo>
                <a:cubicBezTo>
                  <a:pt x="9553" y="14"/>
                  <a:pt x="9565" y="22"/>
                  <a:pt x="9575" y="31"/>
                </a:cubicBezTo>
                <a:cubicBezTo>
                  <a:pt x="9585" y="41"/>
                  <a:pt x="9592" y="53"/>
                  <a:pt x="9598" y="66"/>
                </a:cubicBezTo>
                <a:cubicBezTo>
                  <a:pt x="9603" y="79"/>
                  <a:pt x="9606" y="92"/>
                  <a:pt x="9606" y="106"/>
                </a:cubicBezTo>
                <a:lnTo>
                  <a:pt x="9606" y="769"/>
                </a:lnTo>
                <a:cubicBezTo>
                  <a:pt x="9606" y="783"/>
                  <a:pt x="9603" y="796"/>
                  <a:pt x="9598" y="809"/>
                </a:cubicBezTo>
                <a:cubicBezTo>
                  <a:pt x="9592" y="822"/>
                  <a:pt x="9585" y="834"/>
                  <a:pt x="9575" y="844"/>
                </a:cubicBezTo>
                <a:cubicBezTo>
                  <a:pt x="9565" y="854"/>
                  <a:pt x="9553" y="861"/>
                  <a:pt x="9540" y="867"/>
                </a:cubicBezTo>
                <a:cubicBezTo>
                  <a:pt x="9527" y="872"/>
                  <a:pt x="9514" y="875"/>
                  <a:pt x="9500" y="875"/>
                </a:cubicBezTo>
                <a:lnTo>
                  <a:pt x="106" y="875"/>
                </a:lnTo>
                <a:cubicBezTo>
                  <a:pt x="92" y="875"/>
                  <a:pt x="79" y="872"/>
                  <a:pt x="66" y="867"/>
                </a:cubicBezTo>
                <a:cubicBezTo>
                  <a:pt x="53" y="861"/>
                  <a:pt x="41" y="854"/>
                  <a:pt x="31" y="844"/>
                </a:cubicBezTo>
                <a:cubicBezTo>
                  <a:pt x="21" y="834"/>
                  <a:pt x="14" y="822"/>
                  <a:pt x="8" y="809"/>
                </a:cubicBezTo>
                <a:cubicBezTo>
                  <a:pt x="3" y="796"/>
                  <a:pt x="0" y="783"/>
                  <a:pt x="0" y="769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644960" y="2011680"/>
            <a:ext cx="2292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(history-aggregated 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476040" y="2445120"/>
            <a:ext cx="33404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scripts/derive_vendor_map.py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902880" y="2364120"/>
            <a:ext cx="1381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· 36 entries)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657920" y="3019320"/>
            <a:ext cx="2143440" cy="304920"/>
          </a:xfrm>
          <a:custGeom>
            <a:avLst/>
            <a:gdLst/>
            <a:ahLst/>
            <a:rect l="0" t="0" r="r" b="b"/>
            <a:pathLst>
              <a:path w="5954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848" y="0"/>
                </a:lnTo>
                <a:cubicBezTo>
                  <a:pt x="5862" y="0"/>
                  <a:pt x="5876" y="2"/>
                  <a:pt x="5889" y="8"/>
                </a:cubicBezTo>
                <a:cubicBezTo>
                  <a:pt x="5902" y="13"/>
                  <a:pt x="5913" y="21"/>
                  <a:pt x="5923" y="31"/>
                </a:cubicBezTo>
                <a:cubicBezTo>
                  <a:pt x="5933" y="41"/>
                  <a:pt x="5941" y="52"/>
                  <a:pt x="5946" y="65"/>
                </a:cubicBezTo>
                <a:cubicBezTo>
                  <a:pt x="5951" y="78"/>
                  <a:pt x="5954" y="92"/>
                  <a:pt x="5954" y="106"/>
                </a:cubicBezTo>
                <a:lnTo>
                  <a:pt x="5954" y="742"/>
                </a:lnTo>
                <a:cubicBezTo>
                  <a:pt x="5954" y="756"/>
                  <a:pt x="5951" y="769"/>
                  <a:pt x="5946" y="782"/>
                </a:cubicBezTo>
                <a:cubicBezTo>
                  <a:pt x="5941" y="795"/>
                  <a:pt x="5933" y="807"/>
                  <a:pt x="5923" y="816"/>
                </a:cubicBezTo>
                <a:cubicBezTo>
                  <a:pt x="5913" y="826"/>
                  <a:pt x="5902" y="834"/>
                  <a:pt x="5889" y="839"/>
                </a:cubicBezTo>
                <a:cubicBezTo>
                  <a:pt x="5876" y="845"/>
                  <a:pt x="5862" y="847"/>
                  <a:pt x="5848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7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6550200" y="2973600"/>
            <a:ext cx="10501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For each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7719480" y="3054600"/>
            <a:ext cx="2028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final_subcategory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6667200" y="3381120"/>
            <a:ext cx="1429200" cy="305280"/>
          </a:xfrm>
          <a:custGeom>
            <a:avLst/>
            <a:gdLst/>
            <a:ahLst/>
            <a:rect l="0" t="0" r="r" b="b"/>
            <a:pathLst>
              <a:path w="3970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864" y="0"/>
                </a:lnTo>
                <a:cubicBezTo>
                  <a:pt x="3878" y="0"/>
                  <a:pt x="3892" y="3"/>
                  <a:pt x="3905" y="8"/>
                </a:cubicBezTo>
                <a:cubicBezTo>
                  <a:pt x="3918" y="14"/>
                  <a:pt x="3929" y="21"/>
                  <a:pt x="3939" y="31"/>
                </a:cubicBezTo>
                <a:cubicBezTo>
                  <a:pt x="3949" y="41"/>
                  <a:pt x="3957" y="53"/>
                  <a:pt x="3962" y="66"/>
                </a:cubicBezTo>
                <a:cubicBezTo>
                  <a:pt x="3967" y="79"/>
                  <a:pt x="3970" y="92"/>
                  <a:pt x="3970" y="106"/>
                </a:cubicBezTo>
                <a:lnTo>
                  <a:pt x="3970" y="742"/>
                </a:lnTo>
                <a:cubicBezTo>
                  <a:pt x="3970" y="756"/>
                  <a:pt x="3967" y="770"/>
                  <a:pt x="3962" y="783"/>
                </a:cubicBezTo>
                <a:cubicBezTo>
                  <a:pt x="3957" y="796"/>
                  <a:pt x="3949" y="807"/>
                  <a:pt x="3939" y="817"/>
                </a:cubicBezTo>
                <a:cubicBezTo>
                  <a:pt x="3929" y="827"/>
                  <a:pt x="3918" y="834"/>
                  <a:pt x="3905" y="840"/>
                </a:cubicBezTo>
                <a:cubicBezTo>
                  <a:pt x="3892" y="845"/>
                  <a:pt x="3878" y="848"/>
                  <a:pt x="3864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834120" y="2973600"/>
            <a:ext cx="13539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take modal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725880" y="341676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vendor_type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24840" y="3335760"/>
            <a:ext cx="28454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of the assigned vendor 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6276600" y="3697560"/>
            <a:ext cx="50119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resolved tickets.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Loose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fallback only — strict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7705440" y="4095720"/>
            <a:ext cx="1429200" cy="304920"/>
          </a:xfrm>
          <a:custGeom>
            <a:avLst/>
            <a:gdLst/>
            <a:ahLst/>
            <a:rect l="0" t="0" r="r" b="b"/>
            <a:pathLst>
              <a:path w="3970" h="847">
                <a:moveTo>
                  <a:pt x="0" y="741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864" y="0"/>
                </a:lnTo>
                <a:cubicBezTo>
                  <a:pt x="3878" y="0"/>
                  <a:pt x="3892" y="2"/>
                  <a:pt x="3905" y="8"/>
                </a:cubicBezTo>
                <a:cubicBezTo>
                  <a:pt x="3918" y="13"/>
                  <a:pt x="3929" y="21"/>
                  <a:pt x="3939" y="31"/>
                </a:cubicBezTo>
                <a:cubicBezTo>
                  <a:pt x="3949" y="41"/>
                  <a:pt x="3957" y="53"/>
                  <a:pt x="3962" y="66"/>
                </a:cubicBezTo>
                <a:cubicBezTo>
                  <a:pt x="3967" y="79"/>
                  <a:pt x="3970" y="92"/>
                  <a:pt x="3970" y="106"/>
                </a:cubicBezTo>
                <a:lnTo>
                  <a:pt x="3970" y="741"/>
                </a:lnTo>
                <a:cubicBezTo>
                  <a:pt x="3970" y="755"/>
                  <a:pt x="3967" y="769"/>
                  <a:pt x="3962" y="782"/>
                </a:cubicBezTo>
                <a:cubicBezTo>
                  <a:pt x="3957" y="795"/>
                  <a:pt x="3949" y="806"/>
                  <a:pt x="3939" y="816"/>
                </a:cubicBezTo>
                <a:cubicBezTo>
                  <a:pt x="3929" y="826"/>
                  <a:pt x="3918" y="834"/>
                  <a:pt x="3905" y="839"/>
                </a:cubicBezTo>
                <a:cubicBezTo>
                  <a:pt x="3892" y="845"/>
                  <a:pt x="3878" y="847"/>
                  <a:pt x="3864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1" y="806"/>
                  <a:pt x="14" y="795"/>
                  <a:pt x="8" y="782"/>
                </a:cubicBezTo>
                <a:cubicBezTo>
                  <a:pt x="3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297480" y="4050000"/>
            <a:ext cx="12711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per-vendor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760880" y="413100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specialties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9159840" y="4050000"/>
            <a:ext cx="21819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is the primary path.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626240" y="4659840"/>
            <a:ext cx="26920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Subcategory → SOP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8286480" y="5067000"/>
            <a:ext cx="2858040" cy="305280"/>
          </a:xfrm>
          <a:custGeom>
            <a:avLst/>
            <a:gdLst/>
            <a:ahLst/>
            <a:rect l="0" t="0" r="r" b="b"/>
            <a:pathLst>
              <a:path w="7939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7833" y="0"/>
                </a:lnTo>
                <a:cubicBezTo>
                  <a:pt x="7847" y="0"/>
                  <a:pt x="7860" y="3"/>
                  <a:pt x="7873" y="8"/>
                </a:cubicBezTo>
                <a:cubicBezTo>
                  <a:pt x="7886" y="14"/>
                  <a:pt x="7898" y="21"/>
                  <a:pt x="7908" y="31"/>
                </a:cubicBezTo>
                <a:cubicBezTo>
                  <a:pt x="7918" y="41"/>
                  <a:pt x="7925" y="53"/>
                  <a:pt x="7931" y="66"/>
                </a:cubicBezTo>
                <a:cubicBezTo>
                  <a:pt x="7936" y="79"/>
                  <a:pt x="7939" y="92"/>
                  <a:pt x="7939" y="106"/>
                </a:cubicBezTo>
                <a:lnTo>
                  <a:pt x="7939" y="742"/>
                </a:lnTo>
                <a:cubicBezTo>
                  <a:pt x="7939" y="756"/>
                  <a:pt x="7936" y="770"/>
                  <a:pt x="7931" y="783"/>
                </a:cubicBezTo>
                <a:cubicBezTo>
                  <a:pt x="7925" y="796"/>
                  <a:pt x="7918" y="807"/>
                  <a:pt x="7908" y="817"/>
                </a:cubicBezTo>
                <a:cubicBezTo>
                  <a:pt x="7898" y="827"/>
                  <a:pt x="7886" y="835"/>
                  <a:pt x="7873" y="840"/>
                </a:cubicBezTo>
                <a:cubicBezTo>
                  <a:pt x="7860" y="845"/>
                  <a:pt x="7847" y="848"/>
                  <a:pt x="7833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523200" y="5021640"/>
            <a:ext cx="1643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(prose, kept in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8344080" y="5102640"/>
            <a:ext cx="2744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operational/taxonomy.md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174400" y="502164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441840" y="5621760"/>
            <a:ext cx="4570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Rendered into the classifier prompt with 5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554520" y="5983560"/>
            <a:ext cx="43779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boundary-disambiguation rules. Kept as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463440" y="6345720"/>
            <a:ext cx="45990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prose because boundary rules evolve fast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449040" y="6698160"/>
            <a:ext cx="22510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during error analysis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9200160" y="6698160"/>
            <a:ext cx="1933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one file beats two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182528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5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618840" y="5362560"/>
            <a:ext cx="4381920" cy="238320"/>
          </a:xfrm>
          <a:custGeom>
            <a:avLst/>
            <a:gdLst/>
            <a:ahLst/>
            <a:rect l="0" t="0" r="r" b="b"/>
            <a:pathLst>
              <a:path w="12172" h="662">
                <a:moveTo>
                  <a:pt x="0" y="0"/>
                </a:moveTo>
                <a:lnTo>
                  <a:pt x="12172" y="0"/>
                </a:lnTo>
                <a:lnTo>
                  <a:pt x="12172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5000400" y="5362560"/>
            <a:ext cx="1924560" cy="238320"/>
          </a:xfrm>
          <a:custGeom>
            <a:avLst/>
            <a:gdLst/>
            <a:ahLst/>
            <a:rect l="0" t="0" r="r" b="b"/>
            <a:pathLst>
              <a:path w="5346" h="662">
                <a:moveTo>
                  <a:pt x="0" y="0"/>
                </a:moveTo>
                <a:lnTo>
                  <a:pt x="5346" y="0"/>
                </a:lnTo>
                <a:lnTo>
                  <a:pt x="5346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6924600" y="5362560"/>
            <a:ext cx="2676600" cy="238320"/>
          </a:xfrm>
          <a:custGeom>
            <a:avLst/>
            <a:gdLst/>
            <a:ahLst/>
            <a:rect l="0" t="0" r="r" b="b"/>
            <a:pathLst>
              <a:path w="7435" h="662">
                <a:moveTo>
                  <a:pt x="0" y="0"/>
                </a:moveTo>
                <a:lnTo>
                  <a:pt x="7435" y="0"/>
                </a:lnTo>
                <a:lnTo>
                  <a:pt x="7435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9600840" y="5362560"/>
            <a:ext cx="1981800" cy="238320"/>
          </a:xfrm>
          <a:custGeom>
            <a:avLst/>
            <a:gdLst/>
            <a:ahLst/>
            <a:rect l="0" t="0" r="r" b="b"/>
            <a:pathLst>
              <a:path w="5505" h="662">
                <a:moveTo>
                  <a:pt x="0" y="0"/>
                </a:moveTo>
                <a:lnTo>
                  <a:pt x="5505" y="0"/>
                </a:lnTo>
                <a:lnTo>
                  <a:pt x="5505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618840" y="5600520"/>
            <a:ext cx="4381920" cy="324360"/>
          </a:xfrm>
          <a:custGeom>
            <a:avLst/>
            <a:gdLst/>
            <a:ahLst/>
            <a:rect l="0" t="0" r="r" b="b"/>
            <a:pathLst>
              <a:path w="12172" h="901">
                <a:moveTo>
                  <a:pt x="0" y="0"/>
                </a:moveTo>
                <a:lnTo>
                  <a:pt x="12172" y="0"/>
                </a:lnTo>
                <a:lnTo>
                  <a:pt x="12172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5000400" y="5600520"/>
            <a:ext cx="1924560" cy="324360"/>
          </a:xfrm>
          <a:custGeom>
            <a:avLst/>
            <a:gdLst/>
            <a:ahLst/>
            <a:rect l="0" t="0" r="r" b="b"/>
            <a:pathLst>
              <a:path w="5346" h="901">
                <a:moveTo>
                  <a:pt x="0" y="0"/>
                </a:moveTo>
                <a:lnTo>
                  <a:pt x="5346" y="0"/>
                </a:lnTo>
                <a:lnTo>
                  <a:pt x="5346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6924600" y="5600520"/>
            <a:ext cx="2676600" cy="324360"/>
          </a:xfrm>
          <a:custGeom>
            <a:avLst/>
            <a:gdLst/>
            <a:ahLst/>
            <a:rect l="0" t="0" r="r" b="b"/>
            <a:pathLst>
              <a:path w="7435" h="901">
                <a:moveTo>
                  <a:pt x="0" y="0"/>
                </a:moveTo>
                <a:lnTo>
                  <a:pt x="7435" y="0"/>
                </a:lnTo>
                <a:lnTo>
                  <a:pt x="7435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9600840" y="5600520"/>
            <a:ext cx="1981800" cy="324360"/>
          </a:xfrm>
          <a:custGeom>
            <a:avLst/>
            <a:gdLst/>
            <a:ahLst/>
            <a:rect l="0" t="0" r="r" b="b"/>
            <a:pathLst>
              <a:path w="5505" h="901">
                <a:moveTo>
                  <a:pt x="0" y="0"/>
                </a:moveTo>
                <a:lnTo>
                  <a:pt x="5505" y="0"/>
                </a:lnTo>
                <a:lnTo>
                  <a:pt x="5505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618840" y="6248160"/>
            <a:ext cx="4381920" cy="333720"/>
          </a:xfrm>
          <a:custGeom>
            <a:avLst/>
            <a:gdLst/>
            <a:ahLst/>
            <a:rect l="0" t="0" r="r" b="b"/>
            <a:pathLst>
              <a:path w="12172" h="927">
                <a:moveTo>
                  <a:pt x="0" y="0"/>
                </a:moveTo>
                <a:lnTo>
                  <a:pt x="12172" y="0"/>
                </a:lnTo>
                <a:lnTo>
                  <a:pt x="12172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5000400" y="6248160"/>
            <a:ext cx="1924560" cy="333720"/>
          </a:xfrm>
          <a:custGeom>
            <a:avLst/>
            <a:gdLst/>
            <a:ahLst/>
            <a:rect l="0" t="0" r="r" b="b"/>
            <a:pathLst>
              <a:path w="5346" h="927">
                <a:moveTo>
                  <a:pt x="0" y="0"/>
                </a:moveTo>
                <a:lnTo>
                  <a:pt x="5346" y="0"/>
                </a:lnTo>
                <a:lnTo>
                  <a:pt x="5346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6924600" y="6248160"/>
            <a:ext cx="2676600" cy="333720"/>
          </a:xfrm>
          <a:custGeom>
            <a:avLst/>
            <a:gdLst/>
            <a:ahLst/>
            <a:rect l="0" t="0" r="r" b="b"/>
            <a:pathLst>
              <a:path w="7435" h="927">
                <a:moveTo>
                  <a:pt x="0" y="0"/>
                </a:moveTo>
                <a:lnTo>
                  <a:pt x="7435" y="0"/>
                </a:lnTo>
                <a:lnTo>
                  <a:pt x="7435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9600840" y="6248160"/>
            <a:ext cx="1981800" cy="333720"/>
          </a:xfrm>
          <a:custGeom>
            <a:avLst/>
            <a:gdLst/>
            <a:ahLst/>
            <a:rect l="0" t="0" r="r" b="b"/>
            <a:pathLst>
              <a:path w="5505" h="927">
                <a:moveTo>
                  <a:pt x="0" y="0"/>
                </a:moveTo>
                <a:lnTo>
                  <a:pt x="5505" y="0"/>
                </a:lnTo>
                <a:lnTo>
                  <a:pt x="5505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609480" y="535284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09480" y="5352840"/>
            <a:ext cx="4401000" cy="10080"/>
          </a:xfrm>
          <a:custGeom>
            <a:avLst/>
            <a:gdLst/>
            <a:ahLst/>
            <a:rect l="0" t="0" r="r" b="b"/>
            <a:pathLst>
              <a:path w="12225" h="28">
                <a:moveTo>
                  <a:pt x="0" y="0"/>
                </a:moveTo>
                <a:lnTo>
                  <a:pt x="12225" y="0"/>
                </a:lnTo>
                <a:lnTo>
                  <a:pt x="122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5000400" y="535284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5010120" y="5352840"/>
            <a:ext cx="1914840" cy="10080"/>
          </a:xfrm>
          <a:custGeom>
            <a:avLst/>
            <a:gdLst/>
            <a:ahLst/>
            <a:rect l="0" t="0" r="r" b="b"/>
            <a:pathLst>
              <a:path w="5319" h="28">
                <a:moveTo>
                  <a:pt x="0" y="0"/>
                </a:moveTo>
                <a:lnTo>
                  <a:pt x="5319" y="0"/>
                </a:lnTo>
                <a:lnTo>
                  <a:pt x="53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6914880" y="535284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6924600" y="535284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9591480" y="535284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9600840" y="5352840"/>
            <a:ext cx="1981800" cy="10080"/>
          </a:xfrm>
          <a:custGeom>
            <a:avLst/>
            <a:gdLst/>
            <a:ahLst/>
            <a:rect l="0" t="0" r="r" b="b"/>
            <a:pathLst>
              <a:path w="5505" h="28">
                <a:moveTo>
                  <a:pt x="0" y="0"/>
                </a:moveTo>
                <a:lnTo>
                  <a:pt x="5505" y="0"/>
                </a:lnTo>
                <a:lnTo>
                  <a:pt x="5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1572560" y="535284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09480" y="5591160"/>
            <a:ext cx="4401000" cy="9720"/>
          </a:xfrm>
          <a:custGeom>
            <a:avLst/>
            <a:gdLst/>
            <a:ahLst/>
            <a:rect l="0" t="0" r="r" b="b"/>
            <a:pathLst>
              <a:path w="12225" h="27">
                <a:moveTo>
                  <a:pt x="0" y="0"/>
                </a:moveTo>
                <a:lnTo>
                  <a:pt x="12225" y="0"/>
                </a:lnTo>
                <a:lnTo>
                  <a:pt x="122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5010120" y="5591160"/>
            <a:ext cx="1914840" cy="9720"/>
          </a:xfrm>
          <a:custGeom>
            <a:avLst/>
            <a:gdLst/>
            <a:ahLst/>
            <a:rect l="0" t="0" r="r" b="b"/>
            <a:pathLst>
              <a:path w="5319" h="27">
                <a:moveTo>
                  <a:pt x="0" y="0"/>
                </a:moveTo>
                <a:lnTo>
                  <a:pt x="5319" y="0"/>
                </a:lnTo>
                <a:lnTo>
                  <a:pt x="53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924600" y="559116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9600840" y="5591160"/>
            <a:ext cx="1981800" cy="9720"/>
          </a:xfrm>
          <a:custGeom>
            <a:avLst/>
            <a:gdLst/>
            <a:ahLst/>
            <a:rect l="0" t="0" r="r" b="b"/>
            <a:pathLst>
              <a:path w="5505" h="27">
                <a:moveTo>
                  <a:pt x="0" y="0"/>
                </a:moveTo>
                <a:lnTo>
                  <a:pt x="5505" y="0"/>
                </a:lnTo>
                <a:lnTo>
                  <a:pt x="5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609480" y="56005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5000400" y="56005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6914880" y="56005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9591480" y="56005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1572560" y="56005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609480" y="59338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609480" y="5924520"/>
            <a:ext cx="4401000" cy="9720"/>
          </a:xfrm>
          <a:custGeom>
            <a:avLst/>
            <a:gdLst/>
            <a:ahLst/>
            <a:rect l="0" t="0" r="r" b="b"/>
            <a:pathLst>
              <a:path w="12225" h="27">
                <a:moveTo>
                  <a:pt x="0" y="0"/>
                </a:moveTo>
                <a:lnTo>
                  <a:pt x="12225" y="0"/>
                </a:lnTo>
                <a:lnTo>
                  <a:pt x="122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5000400" y="5933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5010120" y="5924520"/>
            <a:ext cx="1914840" cy="9720"/>
          </a:xfrm>
          <a:custGeom>
            <a:avLst/>
            <a:gdLst/>
            <a:ahLst/>
            <a:rect l="0" t="0" r="r" b="b"/>
            <a:pathLst>
              <a:path w="5319" h="27">
                <a:moveTo>
                  <a:pt x="0" y="0"/>
                </a:moveTo>
                <a:lnTo>
                  <a:pt x="5319" y="0"/>
                </a:lnTo>
                <a:lnTo>
                  <a:pt x="53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6914880" y="5933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924600" y="592452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9591480" y="59338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9600840" y="5924520"/>
            <a:ext cx="1981800" cy="9720"/>
          </a:xfrm>
          <a:custGeom>
            <a:avLst/>
            <a:gdLst/>
            <a:ahLst/>
            <a:rect l="0" t="0" r="r" b="b"/>
            <a:pathLst>
              <a:path w="5505" h="27">
                <a:moveTo>
                  <a:pt x="0" y="0"/>
                </a:moveTo>
                <a:lnTo>
                  <a:pt x="5505" y="0"/>
                </a:lnTo>
                <a:lnTo>
                  <a:pt x="5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572560" y="5933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09480" y="62578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609480" y="6248160"/>
            <a:ext cx="4401000" cy="10080"/>
          </a:xfrm>
          <a:custGeom>
            <a:avLst/>
            <a:gdLst/>
            <a:ahLst/>
            <a:rect l="0" t="0" r="r" b="b"/>
            <a:pathLst>
              <a:path w="12225" h="28">
                <a:moveTo>
                  <a:pt x="0" y="0"/>
                </a:moveTo>
                <a:lnTo>
                  <a:pt x="12225" y="0"/>
                </a:lnTo>
                <a:lnTo>
                  <a:pt x="122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5000400" y="62578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5010120" y="6248160"/>
            <a:ext cx="1914840" cy="10080"/>
          </a:xfrm>
          <a:custGeom>
            <a:avLst/>
            <a:gdLst/>
            <a:ahLst/>
            <a:rect l="0" t="0" r="r" b="b"/>
            <a:pathLst>
              <a:path w="5319" h="28">
                <a:moveTo>
                  <a:pt x="0" y="0"/>
                </a:moveTo>
                <a:lnTo>
                  <a:pt x="5319" y="0"/>
                </a:lnTo>
                <a:lnTo>
                  <a:pt x="53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6914880" y="62578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6924600" y="624816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9591480" y="62578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9600840" y="6248160"/>
            <a:ext cx="1981800" cy="10080"/>
          </a:xfrm>
          <a:custGeom>
            <a:avLst/>
            <a:gdLst/>
            <a:ahLst/>
            <a:rect l="0" t="0" r="r" b="b"/>
            <a:pathLst>
              <a:path w="5505" h="28">
                <a:moveTo>
                  <a:pt x="0" y="0"/>
                </a:moveTo>
                <a:lnTo>
                  <a:pt x="5505" y="0"/>
                </a:lnTo>
                <a:lnTo>
                  <a:pt x="5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1572560" y="62578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609480" y="6572160"/>
            <a:ext cx="4401000" cy="9720"/>
          </a:xfrm>
          <a:custGeom>
            <a:avLst/>
            <a:gdLst/>
            <a:ahLst/>
            <a:rect l="0" t="0" r="r" b="b"/>
            <a:pathLst>
              <a:path w="12225" h="27">
                <a:moveTo>
                  <a:pt x="0" y="0"/>
                </a:moveTo>
                <a:lnTo>
                  <a:pt x="12225" y="0"/>
                </a:lnTo>
                <a:lnTo>
                  <a:pt x="122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5010120" y="6572160"/>
            <a:ext cx="1914840" cy="9720"/>
          </a:xfrm>
          <a:custGeom>
            <a:avLst/>
            <a:gdLst/>
            <a:ahLst/>
            <a:rect l="0" t="0" r="r" b="b"/>
            <a:pathLst>
              <a:path w="5319" h="27">
                <a:moveTo>
                  <a:pt x="0" y="0"/>
                </a:moveTo>
                <a:lnTo>
                  <a:pt x="5319" y="0"/>
                </a:lnTo>
                <a:lnTo>
                  <a:pt x="53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6924600" y="657216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9600840" y="6572160"/>
            <a:ext cx="1981800" cy="9720"/>
          </a:xfrm>
          <a:custGeom>
            <a:avLst/>
            <a:gdLst/>
            <a:ahLst/>
            <a:rect l="0" t="0" r="r" b="b"/>
            <a:pathLst>
              <a:path w="5505" h="27">
                <a:moveTo>
                  <a:pt x="0" y="0"/>
                </a:moveTo>
                <a:lnTo>
                  <a:pt x="5505" y="0"/>
                </a:lnTo>
                <a:lnTo>
                  <a:pt x="5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169000" y="546480"/>
            <a:ext cx="955368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5 · Derived-policy appendix (3 / 3) — HITL trigger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076040" y="1428480"/>
            <a:ext cx="2686680" cy="200520"/>
          </a:xfrm>
          <a:custGeom>
            <a:avLst/>
            <a:gdLst/>
            <a:ahLst/>
            <a:rect l="0" t="0" r="r" b="b"/>
            <a:pathLst>
              <a:path w="7463" h="557">
                <a:moveTo>
                  <a:pt x="0" y="451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7357" y="0"/>
                </a:lnTo>
                <a:cubicBezTo>
                  <a:pt x="7371" y="0"/>
                  <a:pt x="7384" y="3"/>
                  <a:pt x="7397" y="8"/>
                </a:cubicBezTo>
                <a:cubicBezTo>
                  <a:pt x="7410" y="14"/>
                  <a:pt x="7422" y="21"/>
                  <a:pt x="7432" y="31"/>
                </a:cubicBezTo>
                <a:cubicBezTo>
                  <a:pt x="7441" y="41"/>
                  <a:pt x="7449" y="53"/>
                  <a:pt x="7454" y="66"/>
                </a:cubicBezTo>
                <a:cubicBezTo>
                  <a:pt x="7460" y="79"/>
                  <a:pt x="7463" y="92"/>
                  <a:pt x="7463" y="106"/>
                </a:cubicBezTo>
                <a:lnTo>
                  <a:pt x="7463" y="451"/>
                </a:lnTo>
                <a:cubicBezTo>
                  <a:pt x="7463" y="465"/>
                  <a:pt x="7460" y="479"/>
                  <a:pt x="7454" y="492"/>
                </a:cubicBezTo>
                <a:cubicBezTo>
                  <a:pt x="7449" y="505"/>
                  <a:pt x="7441" y="516"/>
                  <a:pt x="7432" y="526"/>
                </a:cubicBezTo>
                <a:cubicBezTo>
                  <a:pt x="7422" y="536"/>
                  <a:pt x="7410" y="543"/>
                  <a:pt x="7397" y="549"/>
                </a:cubicBezTo>
                <a:cubicBezTo>
                  <a:pt x="7384" y="554"/>
                  <a:pt x="7371" y="557"/>
                  <a:pt x="7357" y="557"/>
                </a:cubicBezTo>
                <a:lnTo>
                  <a:pt x="106" y="557"/>
                </a:lnTo>
                <a:cubicBezTo>
                  <a:pt x="92" y="557"/>
                  <a:pt x="79" y="554"/>
                  <a:pt x="66" y="549"/>
                </a:cubicBezTo>
                <a:cubicBezTo>
                  <a:pt x="53" y="543"/>
                  <a:pt x="41" y="536"/>
                  <a:pt x="31" y="526"/>
                </a:cubicBezTo>
                <a:cubicBezTo>
                  <a:pt x="21" y="516"/>
                  <a:pt x="14" y="505"/>
                  <a:pt x="8" y="492"/>
                </a:cubicBezTo>
                <a:cubicBezTo>
                  <a:pt x="3" y="479"/>
                  <a:pt x="0" y="465"/>
                  <a:pt x="0" y="45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09480" y="1399320"/>
            <a:ext cx="3985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From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137960" y="1449000"/>
            <a:ext cx="25696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agent/data/derived/hitl_policy.json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4733640" y="1428480"/>
            <a:ext cx="2238840" cy="200520"/>
          </a:xfrm>
          <a:custGeom>
            <a:avLst/>
            <a:gdLst/>
            <a:ahLst/>
            <a:rect l="0" t="0" r="r" b="b"/>
            <a:pathLst>
              <a:path w="6219" h="557">
                <a:moveTo>
                  <a:pt x="0" y="451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6113" y="0"/>
                </a:lnTo>
                <a:cubicBezTo>
                  <a:pt x="6127" y="0"/>
                  <a:pt x="6141" y="3"/>
                  <a:pt x="6154" y="8"/>
                </a:cubicBezTo>
                <a:cubicBezTo>
                  <a:pt x="6167" y="14"/>
                  <a:pt x="6178" y="21"/>
                  <a:pt x="6188" y="31"/>
                </a:cubicBezTo>
                <a:cubicBezTo>
                  <a:pt x="6198" y="41"/>
                  <a:pt x="6206" y="53"/>
                  <a:pt x="6211" y="66"/>
                </a:cubicBezTo>
                <a:cubicBezTo>
                  <a:pt x="6216" y="79"/>
                  <a:pt x="6219" y="92"/>
                  <a:pt x="6219" y="106"/>
                </a:cubicBezTo>
                <a:lnTo>
                  <a:pt x="6219" y="451"/>
                </a:lnTo>
                <a:cubicBezTo>
                  <a:pt x="6219" y="465"/>
                  <a:pt x="6216" y="479"/>
                  <a:pt x="6211" y="492"/>
                </a:cubicBezTo>
                <a:cubicBezTo>
                  <a:pt x="6206" y="505"/>
                  <a:pt x="6198" y="516"/>
                  <a:pt x="6188" y="526"/>
                </a:cubicBezTo>
                <a:cubicBezTo>
                  <a:pt x="6178" y="536"/>
                  <a:pt x="6167" y="543"/>
                  <a:pt x="6154" y="549"/>
                </a:cubicBezTo>
                <a:cubicBezTo>
                  <a:pt x="6141" y="554"/>
                  <a:pt x="6127" y="557"/>
                  <a:pt x="6113" y="557"/>
                </a:cubicBezTo>
                <a:lnTo>
                  <a:pt x="106" y="557"/>
                </a:lnTo>
                <a:cubicBezTo>
                  <a:pt x="92" y="557"/>
                  <a:pt x="79" y="554"/>
                  <a:pt x="66" y="549"/>
                </a:cubicBezTo>
                <a:cubicBezTo>
                  <a:pt x="53" y="543"/>
                  <a:pt x="41" y="536"/>
                  <a:pt x="31" y="526"/>
                </a:cubicBezTo>
                <a:cubicBezTo>
                  <a:pt x="21" y="516"/>
                  <a:pt x="14" y="505"/>
                  <a:pt x="8" y="492"/>
                </a:cubicBezTo>
                <a:cubicBezTo>
                  <a:pt x="3" y="479"/>
                  <a:pt x="0" y="465"/>
                  <a:pt x="0" y="45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3782520" y="1399320"/>
            <a:ext cx="77148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 · producer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790520" y="1449000"/>
            <a:ext cx="212940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scripts/derive_hitl_policy.py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994800" y="1399320"/>
            <a:ext cx="4123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 ·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.SFNS"/>
                <a:ea typeface=".SFNS"/>
              </a:rPr>
              <a:t>derivation: history-aggregated thresholds + dev-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09480" y="1618200"/>
            <a:ext cx="898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.SFNS"/>
                <a:ea typeface=".SFNS"/>
              </a:rPr>
              <a:t>set sweep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654440" y="2088000"/>
            <a:ext cx="28162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The rule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(priority order):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1247760" y="2571480"/>
            <a:ext cx="4172040" cy="305280"/>
          </a:xfrm>
          <a:custGeom>
            <a:avLst/>
            <a:gdLst/>
            <a:ahLst/>
            <a:rect l="0" t="0" r="r" b="b"/>
            <a:pathLst>
              <a:path w="11589" h="848">
                <a:moveTo>
                  <a:pt x="0" y="742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483" y="0"/>
                </a:lnTo>
                <a:cubicBezTo>
                  <a:pt x="11497" y="0"/>
                  <a:pt x="11511" y="3"/>
                  <a:pt x="11524" y="8"/>
                </a:cubicBezTo>
                <a:cubicBezTo>
                  <a:pt x="11537" y="14"/>
                  <a:pt x="11548" y="21"/>
                  <a:pt x="11558" y="31"/>
                </a:cubicBezTo>
                <a:cubicBezTo>
                  <a:pt x="11568" y="41"/>
                  <a:pt x="11576" y="54"/>
                  <a:pt x="11581" y="67"/>
                </a:cubicBezTo>
                <a:cubicBezTo>
                  <a:pt x="11587" y="80"/>
                  <a:pt x="11589" y="93"/>
                  <a:pt x="11589" y="107"/>
                </a:cubicBezTo>
                <a:lnTo>
                  <a:pt x="11589" y="742"/>
                </a:lnTo>
                <a:cubicBezTo>
                  <a:pt x="11589" y="756"/>
                  <a:pt x="11587" y="770"/>
                  <a:pt x="11581" y="783"/>
                </a:cubicBezTo>
                <a:cubicBezTo>
                  <a:pt x="11576" y="796"/>
                  <a:pt x="11568" y="807"/>
                  <a:pt x="11558" y="817"/>
                </a:cubicBezTo>
                <a:cubicBezTo>
                  <a:pt x="11548" y="827"/>
                  <a:pt x="11537" y="834"/>
                  <a:pt x="11524" y="840"/>
                </a:cubicBezTo>
                <a:cubicBezTo>
                  <a:pt x="11511" y="845"/>
                  <a:pt x="11497" y="848"/>
                  <a:pt x="11483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930600" y="2526120"/>
            <a:ext cx="276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1.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306080" y="2607120"/>
            <a:ext cx="40561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predicted_risk ∈ {HIGH, EMERGENCY}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448240" y="2526120"/>
            <a:ext cx="11300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pause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1247760" y="3000240"/>
            <a:ext cx="5600880" cy="314640"/>
          </a:xfrm>
          <a:custGeom>
            <a:avLst/>
            <a:gdLst/>
            <a:ahLst/>
            <a:rect l="0" t="0" r="r" b="b"/>
            <a:pathLst>
              <a:path w="15558" h="874">
                <a:moveTo>
                  <a:pt x="0" y="767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5452" y="0"/>
                </a:lnTo>
                <a:cubicBezTo>
                  <a:pt x="15466" y="0"/>
                  <a:pt x="15480" y="3"/>
                  <a:pt x="15493" y="8"/>
                </a:cubicBezTo>
                <a:cubicBezTo>
                  <a:pt x="15506" y="13"/>
                  <a:pt x="15517" y="21"/>
                  <a:pt x="15527" y="31"/>
                </a:cubicBezTo>
                <a:cubicBezTo>
                  <a:pt x="15537" y="41"/>
                  <a:pt x="15545" y="52"/>
                  <a:pt x="15550" y="65"/>
                </a:cubicBezTo>
                <a:cubicBezTo>
                  <a:pt x="15555" y="78"/>
                  <a:pt x="15558" y="92"/>
                  <a:pt x="15558" y="106"/>
                </a:cubicBezTo>
                <a:lnTo>
                  <a:pt x="15558" y="767"/>
                </a:lnTo>
                <a:cubicBezTo>
                  <a:pt x="15558" y="781"/>
                  <a:pt x="15555" y="795"/>
                  <a:pt x="15550" y="808"/>
                </a:cubicBezTo>
                <a:cubicBezTo>
                  <a:pt x="15545" y="821"/>
                  <a:pt x="15537" y="832"/>
                  <a:pt x="15527" y="843"/>
                </a:cubicBezTo>
                <a:cubicBezTo>
                  <a:pt x="15517" y="853"/>
                  <a:pt x="15506" y="861"/>
                  <a:pt x="15493" y="866"/>
                </a:cubicBezTo>
                <a:cubicBezTo>
                  <a:pt x="15480" y="871"/>
                  <a:pt x="15466" y="874"/>
                  <a:pt x="15452" y="874"/>
                </a:cubicBezTo>
                <a:lnTo>
                  <a:pt x="105" y="874"/>
                </a:lnTo>
                <a:cubicBezTo>
                  <a:pt x="91" y="874"/>
                  <a:pt x="78" y="871"/>
                  <a:pt x="65" y="866"/>
                </a:cubicBezTo>
                <a:cubicBezTo>
                  <a:pt x="52" y="861"/>
                  <a:pt x="40" y="853"/>
                  <a:pt x="31" y="843"/>
                </a:cubicBezTo>
                <a:cubicBezTo>
                  <a:pt x="21" y="832"/>
                  <a:pt x="13" y="821"/>
                  <a:pt x="8" y="808"/>
                </a:cubicBezTo>
                <a:cubicBezTo>
                  <a:pt x="2" y="795"/>
                  <a:pt x="0" y="781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930600" y="2954880"/>
            <a:ext cx="276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2.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306080" y="3035520"/>
            <a:ext cx="54874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intake_over_escalation_rate(subcategory) ≥ 15%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6879600" y="2954880"/>
            <a:ext cx="2510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pause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(trap-prone)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1247760" y="3438360"/>
            <a:ext cx="5124600" cy="305280"/>
          </a:xfrm>
          <a:custGeom>
            <a:avLst/>
            <a:gdLst/>
            <a:ahLst/>
            <a:rect l="0" t="0" r="r" b="b"/>
            <a:pathLst>
              <a:path w="14235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4129" y="0"/>
                </a:lnTo>
                <a:cubicBezTo>
                  <a:pt x="14143" y="0"/>
                  <a:pt x="14157" y="3"/>
                  <a:pt x="14170" y="8"/>
                </a:cubicBezTo>
                <a:cubicBezTo>
                  <a:pt x="14183" y="13"/>
                  <a:pt x="14194" y="21"/>
                  <a:pt x="14204" y="31"/>
                </a:cubicBezTo>
                <a:cubicBezTo>
                  <a:pt x="14214" y="41"/>
                  <a:pt x="14222" y="52"/>
                  <a:pt x="14227" y="65"/>
                </a:cubicBezTo>
                <a:cubicBezTo>
                  <a:pt x="14232" y="78"/>
                  <a:pt x="14235" y="92"/>
                  <a:pt x="14235" y="106"/>
                </a:cubicBezTo>
                <a:lnTo>
                  <a:pt x="14235" y="742"/>
                </a:lnTo>
                <a:cubicBezTo>
                  <a:pt x="14235" y="756"/>
                  <a:pt x="14232" y="769"/>
                  <a:pt x="14227" y="782"/>
                </a:cubicBezTo>
                <a:cubicBezTo>
                  <a:pt x="14222" y="795"/>
                  <a:pt x="14214" y="807"/>
                  <a:pt x="14204" y="817"/>
                </a:cubicBezTo>
                <a:cubicBezTo>
                  <a:pt x="14194" y="827"/>
                  <a:pt x="14183" y="834"/>
                  <a:pt x="14170" y="840"/>
                </a:cubicBezTo>
                <a:cubicBezTo>
                  <a:pt x="14157" y="845"/>
                  <a:pt x="14143" y="848"/>
                  <a:pt x="14129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930600" y="3393000"/>
            <a:ext cx="276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3.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306080" y="3473640"/>
            <a:ext cx="50104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min(conf_category, conf_subcategory) &lt; 0.5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402600" y="3393000"/>
            <a:ext cx="11300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pause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930600" y="3821400"/>
            <a:ext cx="4761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4. classifier fallback path invoked →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pause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930600" y="4259520"/>
            <a:ext cx="33390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5. otherwise →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auto-resolve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85440" y="5410080"/>
            <a:ext cx="591120" cy="162360"/>
          </a:xfrm>
          <a:custGeom>
            <a:avLst/>
            <a:gdLst/>
            <a:ahLst/>
            <a:rect l="0" t="0" r="r" b="b"/>
            <a:pathLst>
              <a:path w="1642" h="451">
                <a:moveTo>
                  <a:pt x="0" y="345"/>
                </a:moveTo>
                <a:lnTo>
                  <a:pt x="0" y="107"/>
                </a:lnTo>
                <a:cubicBezTo>
                  <a:pt x="0" y="93"/>
                  <a:pt x="3" y="79"/>
                  <a:pt x="9" y="66"/>
                </a:cubicBezTo>
                <a:cubicBezTo>
                  <a:pt x="14" y="53"/>
                  <a:pt x="22" y="42"/>
                  <a:pt x="31" y="32"/>
                </a:cubicBezTo>
                <a:cubicBezTo>
                  <a:pt x="41" y="22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536" y="0"/>
                </a:lnTo>
                <a:cubicBezTo>
                  <a:pt x="1550" y="0"/>
                  <a:pt x="1564" y="3"/>
                  <a:pt x="1577" y="8"/>
                </a:cubicBezTo>
                <a:cubicBezTo>
                  <a:pt x="1590" y="13"/>
                  <a:pt x="1601" y="22"/>
                  <a:pt x="1611" y="32"/>
                </a:cubicBezTo>
                <a:cubicBezTo>
                  <a:pt x="1621" y="42"/>
                  <a:pt x="1628" y="53"/>
                  <a:pt x="1634" y="66"/>
                </a:cubicBezTo>
                <a:cubicBezTo>
                  <a:pt x="1639" y="79"/>
                  <a:pt x="1642" y="93"/>
                  <a:pt x="1642" y="107"/>
                </a:cubicBezTo>
                <a:lnTo>
                  <a:pt x="1642" y="345"/>
                </a:lnTo>
                <a:cubicBezTo>
                  <a:pt x="1642" y="359"/>
                  <a:pt x="1639" y="372"/>
                  <a:pt x="1634" y="385"/>
                </a:cubicBezTo>
                <a:cubicBezTo>
                  <a:pt x="1628" y="398"/>
                  <a:pt x="1621" y="410"/>
                  <a:pt x="1611" y="420"/>
                </a:cubicBezTo>
                <a:cubicBezTo>
                  <a:pt x="1601" y="430"/>
                  <a:pt x="1590" y="437"/>
                  <a:pt x="1577" y="443"/>
                </a:cubicBezTo>
                <a:cubicBezTo>
                  <a:pt x="1564" y="448"/>
                  <a:pt x="1550" y="451"/>
                  <a:pt x="1536" y="451"/>
                </a:cubicBezTo>
                <a:lnTo>
                  <a:pt x="106" y="451"/>
                </a:lnTo>
                <a:cubicBezTo>
                  <a:pt x="92" y="451"/>
                  <a:pt x="79" y="448"/>
                  <a:pt x="66" y="443"/>
                </a:cubicBezTo>
                <a:cubicBezTo>
                  <a:pt x="53" y="437"/>
                  <a:pt x="41" y="430"/>
                  <a:pt x="31" y="420"/>
                </a:cubicBezTo>
                <a:cubicBezTo>
                  <a:pt x="22" y="410"/>
                  <a:pt x="14" y="398"/>
                  <a:pt x="9" y="385"/>
                </a:cubicBezTo>
                <a:cubicBezTo>
                  <a:pt x="3" y="372"/>
                  <a:pt x="0" y="359"/>
                  <a:pt x="0" y="345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853360" y="4869360"/>
            <a:ext cx="65026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Threshold sweep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(chose 15% — best HITL-F1 on dev):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40520" y="5432400"/>
            <a:ext cx="4777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8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TRAP_OER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058360" y="5392080"/>
            <a:ext cx="5288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HITL F1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6976800" y="5392080"/>
            <a:ext cx="7617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PRECISION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9653400" y="5392080"/>
            <a:ext cx="5425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RECALL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87600" y="5636520"/>
            <a:ext cx="2473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5%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077440" y="563652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0.79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995880" y="563652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0.66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9672480" y="563652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0.97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687600" y="5960520"/>
            <a:ext cx="342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077440" y="596052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0.79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6995880" y="596052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0.70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9672480" y="596052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0.92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687600" y="6284160"/>
            <a:ext cx="11660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15%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← chosen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077440" y="628416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0.83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995880" y="628416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0.88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9672480" y="628416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0.78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182060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609480" y="1314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23880" y="1566720"/>
            <a:ext cx="10954080" cy="1343520"/>
          </a:xfrm>
          <a:custGeom>
            <a:avLst/>
            <a:gdLst/>
            <a:ahLst/>
            <a:rect l="0" t="0" r="r" b="b"/>
            <a:pathLst>
              <a:path w="30428" h="3732">
                <a:moveTo>
                  <a:pt x="0" y="3639"/>
                </a:moveTo>
                <a:lnTo>
                  <a:pt x="0" y="92"/>
                </a:lnTo>
                <a:cubicBezTo>
                  <a:pt x="0" y="80"/>
                  <a:pt x="1" y="68"/>
                  <a:pt x="5" y="57"/>
                </a:cubicBezTo>
                <a:cubicBezTo>
                  <a:pt x="8" y="46"/>
                  <a:pt x="13" y="36"/>
                  <a:pt x="19" y="27"/>
                </a:cubicBezTo>
                <a:cubicBezTo>
                  <a:pt x="25" y="18"/>
                  <a:pt x="32" y="12"/>
                  <a:pt x="40" y="7"/>
                </a:cubicBezTo>
                <a:cubicBezTo>
                  <a:pt x="48" y="2"/>
                  <a:pt x="57" y="0"/>
                  <a:pt x="66" y="0"/>
                </a:cubicBezTo>
                <a:lnTo>
                  <a:pt x="30335" y="0"/>
                </a:lnTo>
                <a:cubicBezTo>
                  <a:pt x="30347" y="0"/>
                  <a:pt x="30359" y="2"/>
                  <a:pt x="30370" y="7"/>
                </a:cubicBezTo>
                <a:cubicBezTo>
                  <a:pt x="30382" y="12"/>
                  <a:pt x="30392" y="18"/>
                  <a:pt x="30400" y="27"/>
                </a:cubicBezTo>
                <a:cubicBezTo>
                  <a:pt x="30409" y="36"/>
                  <a:pt x="30416" y="46"/>
                  <a:pt x="30421" y="57"/>
                </a:cubicBezTo>
                <a:cubicBezTo>
                  <a:pt x="30425" y="68"/>
                  <a:pt x="30428" y="80"/>
                  <a:pt x="30428" y="92"/>
                </a:cubicBezTo>
                <a:lnTo>
                  <a:pt x="30428" y="3639"/>
                </a:lnTo>
                <a:cubicBezTo>
                  <a:pt x="30428" y="3651"/>
                  <a:pt x="30425" y="3663"/>
                  <a:pt x="30421" y="3674"/>
                </a:cubicBezTo>
                <a:cubicBezTo>
                  <a:pt x="30416" y="3686"/>
                  <a:pt x="30409" y="3696"/>
                  <a:pt x="30400" y="3704"/>
                </a:cubicBezTo>
                <a:cubicBezTo>
                  <a:pt x="30392" y="3713"/>
                  <a:pt x="30382" y="3720"/>
                  <a:pt x="30370" y="3724"/>
                </a:cubicBezTo>
                <a:cubicBezTo>
                  <a:pt x="30359" y="3729"/>
                  <a:pt x="30347" y="3732"/>
                  <a:pt x="30335" y="3732"/>
                </a:cubicBezTo>
                <a:lnTo>
                  <a:pt x="66" y="3732"/>
                </a:lnTo>
                <a:cubicBezTo>
                  <a:pt x="57" y="3732"/>
                  <a:pt x="48" y="3729"/>
                  <a:pt x="40" y="3724"/>
                </a:cubicBezTo>
                <a:cubicBezTo>
                  <a:pt x="32" y="3720"/>
                  <a:pt x="25" y="3713"/>
                  <a:pt x="19" y="3704"/>
                </a:cubicBezTo>
                <a:cubicBezTo>
                  <a:pt x="13" y="3696"/>
                  <a:pt x="8" y="3686"/>
                  <a:pt x="5" y="3674"/>
                </a:cubicBezTo>
                <a:cubicBezTo>
                  <a:pt x="1" y="3663"/>
                  <a:pt x="0" y="3651"/>
                  <a:pt x="0" y="3639"/>
                </a:cubicBezTo>
                <a:close/>
              </a:path>
            </a:pathLst>
          </a:custGeom>
          <a:solidFill>
            <a:srgbClr val="01040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643680" y="1571400"/>
            <a:ext cx="10921320" cy="14760"/>
          </a:xfrm>
          <a:custGeom>
            <a:avLst/>
            <a:gdLst/>
            <a:ahLst/>
            <a:rect l="0" t="0" r="r" b="b"/>
            <a:pathLst>
              <a:path w="30337" h="41">
                <a:moveTo>
                  <a:pt x="30322" y="41"/>
                </a:moveTo>
                <a:lnTo>
                  <a:pt x="101" y="41"/>
                </a:lnTo>
                <a:lnTo>
                  <a:pt x="0" y="6"/>
                </a:lnTo>
                <a:cubicBezTo>
                  <a:pt x="3" y="2"/>
                  <a:pt x="7" y="0"/>
                  <a:pt x="11" y="0"/>
                </a:cubicBezTo>
                <a:lnTo>
                  <a:pt x="30280" y="0"/>
                </a:lnTo>
                <a:cubicBezTo>
                  <a:pt x="30302" y="0"/>
                  <a:pt x="30321" y="8"/>
                  <a:pt x="30336" y="24"/>
                </a:cubicBezTo>
                <a:cubicBezTo>
                  <a:pt x="30337" y="25"/>
                  <a:pt x="30337" y="25"/>
                  <a:pt x="30337" y="26"/>
                </a:cubicBezTo>
                <a:lnTo>
                  <a:pt x="30322" y="41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643680" y="2890800"/>
            <a:ext cx="10921320" cy="14400"/>
          </a:xfrm>
          <a:custGeom>
            <a:avLst/>
            <a:gdLst/>
            <a:ahLst/>
            <a:rect l="0" t="0" r="r" b="b"/>
            <a:pathLst>
              <a:path w="30337" h="40">
                <a:moveTo>
                  <a:pt x="101" y="0"/>
                </a:moveTo>
                <a:lnTo>
                  <a:pt x="30322" y="0"/>
                </a:lnTo>
                <a:lnTo>
                  <a:pt x="30337" y="15"/>
                </a:lnTo>
                <a:cubicBezTo>
                  <a:pt x="30337" y="15"/>
                  <a:pt x="30337" y="16"/>
                  <a:pt x="30336" y="16"/>
                </a:cubicBezTo>
                <a:cubicBezTo>
                  <a:pt x="30321" y="33"/>
                  <a:pt x="30302" y="40"/>
                  <a:pt x="30280" y="40"/>
                </a:cubicBezTo>
                <a:lnTo>
                  <a:pt x="11" y="40"/>
                </a:lnTo>
                <a:cubicBezTo>
                  <a:pt x="7" y="40"/>
                  <a:pt x="3" y="38"/>
                  <a:pt x="0" y="34"/>
                </a:cubicBezTo>
                <a:lnTo>
                  <a:pt x="101" y="0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1558520" y="1579680"/>
            <a:ext cx="14400" cy="1317240"/>
          </a:xfrm>
          <a:custGeom>
            <a:avLst/>
            <a:gdLst/>
            <a:ahLst/>
            <a:rect l="0" t="0" r="r" b="b"/>
            <a:pathLst>
              <a:path w="40" h="3659">
                <a:moveTo>
                  <a:pt x="0" y="3643"/>
                </a:moveTo>
                <a:lnTo>
                  <a:pt x="0" y="17"/>
                </a:lnTo>
                <a:lnTo>
                  <a:pt x="17" y="0"/>
                </a:lnTo>
                <a:cubicBezTo>
                  <a:pt x="33" y="16"/>
                  <a:pt x="40" y="35"/>
                  <a:pt x="40" y="56"/>
                </a:cubicBezTo>
                <a:lnTo>
                  <a:pt x="40" y="3603"/>
                </a:lnTo>
                <a:cubicBezTo>
                  <a:pt x="40" y="3625"/>
                  <a:pt x="33" y="3644"/>
                  <a:pt x="17" y="3659"/>
                </a:cubicBezTo>
                <a:lnTo>
                  <a:pt x="0" y="3643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637920" y="1573560"/>
            <a:ext cx="9000" cy="1329840"/>
          </a:xfrm>
          <a:custGeom>
            <a:avLst/>
            <a:gdLst/>
            <a:ahLst/>
            <a:rect l="0" t="0" r="r" b="b"/>
            <a:pathLst>
              <a:path w="25" h="3694">
                <a:moveTo>
                  <a:pt x="25" y="2"/>
                </a:moveTo>
                <a:lnTo>
                  <a:pt x="25" y="3691"/>
                </a:lnTo>
                <a:lnTo>
                  <a:pt x="18" y="3694"/>
                </a:lnTo>
                <a:cubicBezTo>
                  <a:pt x="15" y="3690"/>
                  <a:pt x="12" y="3684"/>
                  <a:pt x="8" y="3676"/>
                </a:cubicBezTo>
                <a:cubicBezTo>
                  <a:pt x="3" y="3661"/>
                  <a:pt x="0" y="3642"/>
                  <a:pt x="0" y="3620"/>
                </a:cubicBezTo>
                <a:lnTo>
                  <a:pt x="0" y="73"/>
                </a:lnTo>
                <a:cubicBezTo>
                  <a:pt x="0" y="52"/>
                  <a:pt x="3" y="33"/>
                  <a:pt x="8" y="17"/>
                </a:cubicBezTo>
                <a:cubicBezTo>
                  <a:pt x="12" y="9"/>
                  <a:pt x="15" y="4"/>
                  <a:pt x="18" y="0"/>
                </a:cubicBezTo>
                <a:lnTo>
                  <a:pt x="25" y="2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406760" y="708480"/>
            <a:ext cx="411480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6 · Risk-score design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862920" y="1767960"/>
            <a:ext cx="12211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risk_level = clamp(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862920" y="1920240"/>
            <a:ext cx="468936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band(base_risk_for(subcategory))           # history-aggregated prior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862920" y="2082240"/>
            <a:ext cx="4368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+ (+1 if hard_urgency_cue else 0)          # rule-based modifier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862920" y="2244240"/>
            <a:ext cx="449676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- (+1 if same-turn negation else 0),       # over-escalation guard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862920" y="2406240"/>
            <a:ext cx="109260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cap=EMERGENCY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62920" y="25678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6320" y="3164400"/>
            <a:ext cx="99831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Approach: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rule-based modifiers on top of a historical-prior base. No LLM-as-judge on the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56720" y="3516840"/>
            <a:ext cx="99496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band itself — adds ~0.5–1 s latency and another point of provider non-determinism for a 6-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462280" y="3878640"/>
            <a:ext cx="11880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rule policy.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6210000" y="4533840"/>
            <a:ext cx="1905480" cy="304920"/>
          </a:xfrm>
          <a:custGeom>
            <a:avLst/>
            <a:gdLst/>
            <a:ahLst/>
            <a:rect l="0" t="0" r="r" b="b"/>
            <a:pathLst>
              <a:path w="5293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5187" y="0"/>
                </a:lnTo>
                <a:cubicBezTo>
                  <a:pt x="5201" y="0"/>
                  <a:pt x="5215" y="2"/>
                  <a:pt x="5228" y="8"/>
                </a:cubicBezTo>
                <a:cubicBezTo>
                  <a:pt x="5241" y="13"/>
                  <a:pt x="5252" y="21"/>
                  <a:pt x="5262" y="31"/>
                </a:cubicBezTo>
                <a:cubicBezTo>
                  <a:pt x="5272" y="41"/>
                  <a:pt x="5280" y="52"/>
                  <a:pt x="5285" y="65"/>
                </a:cubicBezTo>
                <a:cubicBezTo>
                  <a:pt x="5290" y="78"/>
                  <a:pt x="5293" y="91"/>
                  <a:pt x="5293" y="105"/>
                </a:cubicBezTo>
                <a:lnTo>
                  <a:pt x="5293" y="741"/>
                </a:lnTo>
                <a:cubicBezTo>
                  <a:pt x="5293" y="756"/>
                  <a:pt x="5290" y="769"/>
                  <a:pt x="5285" y="782"/>
                </a:cubicBezTo>
                <a:cubicBezTo>
                  <a:pt x="5280" y="795"/>
                  <a:pt x="5272" y="806"/>
                  <a:pt x="5262" y="816"/>
                </a:cubicBezTo>
                <a:cubicBezTo>
                  <a:pt x="5252" y="826"/>
                  <a:pt x="5241" y="834"/>
                  <a:pt x="5228" y="839"/>
                </a:cubicBezTo>
                <a:cubicBezTo>
                  <a:pt x="5215" y="845"/>
                  <a:pt x="5201" y="847"/>
                  <a:pt x="5187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1" y="806"/>
                  <a:pt x="14" y="795"/>
                  <a:pt x="8" y="782"/>
                </a:cubicBezTo>
                <a:cubicBezTo>
                  <a:pt x="3" y="769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830880" y="4488120"/>
            <a:ext cx="52740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Signals extracted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(LLM, structured-output):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266160" y="4569120"/>
            <a:ext cx="1789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problem_summary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8296200" y="4533840"/>
            <a:ext cx="2981520" cy="304920"/>
          </a:xfrm>
          <a:custGeom>
            <a:avLst/>
            <a:gdLst/>
            <a:ahLst/>
            <a:rect l="0" t="0" r="r" b="b"/>
            <a:pathLst>
              <a:path w="8282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8176" y="0"/>
                </a:lnTo>
                <a:cubicBezTo>
                  <a:pt x="8190" y="0"/>
                  <a:pt x="8204" y="2"/>
                  <a:pt x="8217" y="8"/>
                </a:cubicBezTo>
                <a:cubicBezTo>
                  <a:pt x="8230" y="13"/>
                  <a:pt x="8241" y="21"/>
                  <a:pt x="8251" y="31"/>
                </a:cubicBezTo>
                <a:cubicBezTo>
                  <a:pt x="8261" y="41"/>
                  <a:pt x="8269" y="52"/>
                  <a:pt x="8274" y="65"/>
                </a:cubicBezTo>
                <a:cubicBezTo>
                  <a:pt x="8279" y="78"/>
                  <a:pt x="8282" y="91"/>
                  <a:pt x="8282" y="105"/>
                </a:cubicBezTo>
                <a:lnTo>
                  <a:pt x="8282" y="741"/>
                </a:lnTo>
                <a:cubicBezTo>
                  <a:pt x="8282" y="756"/>
                  <a:pt x="8279" y="769"/>
                  <a:pt x="8274" y="782"/>
                </a:cubicBezTo>
                <a:cubicBezTo>
                  <a:pt x="8269" y="795"/>
                  <a:pt x="8261" y="806"/>
                  <a:pt x="8251" y="816"/>
                </a:cubicBezTo>
                <a:cubicBezTo>
                  <a:pt x="8241" y="826"/>
                  <a:pt x="8230" y="834"/>
                  <a:pt x="8217" y="839"/>
                </a:cubicBezTo>
                <a:cubicBezTo>
                  <a:pt x="8204" y="845"/>
                  <a:pt x="8190" y="847"/>
                  <a:pt x="8176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8142120" y="448812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8353440" y="4569120"/>
            <a:ext cx="28634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building / floor / suite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1800000" y="4886280"/>
            <a:ext cx="1543320" cy="314640"/>
          </a:xfrm>
          <a:custGeom>
            <a:avLst/>
            <a:gdLst/>
            <a:ahLst/>
            <a:rect l="0" t="0" r="r" b="b"/>
            <a:pathLst>
              <a:path w="4287" h="874">
                <a:moveTo>
                  <a:pt x="0" y="76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4182" y="0"/>
                </a:lnTo>
                <a:cubicBezTo>
                  <a:pt x="4196" y="0"/>
                  <a:pt x="4209" y="2"/>
                  <a:pt x="4222" y="8"/>
                </a:cubicBezTo>
                <a:cubicBezTo>
                  <a:pt x="4235" y="13"/>
                  <a:pt x="4246" y="21"/>
                  <a:pt x="4256" y="31"/>
                </a:cubicBezTo>
                <a:cubicBezTo>
                  <a:pt x="4266" y="41"/>
                  <a:pt x="4274" y="52"/>
                  <a:pt x="4279" y="65"/>
                </a:cubicBezTo>
                <a:cubicBezTo>
                  <a:pt x="4285" y="78"/>
                  <a:pt x="4287" y="91"/>
                  <a:pt x="4287" y="105"/>
                </a:cubicBezTo>
                <a:lnTo>
                  <a:pt x="4287" y="767"/>
                </a:lnTo>
                <a:cubicBezTo>
                  <a:pt x="4287" y="781"/>
                  <a:pt x="4285" y="794"/>
                  <a:pt x="4279" y="807"/>
                </a:cubicBezTo>
                <a:cubicBezTo>
                  <a:pt x="4274" y="820"/>
                  <a:pt x="4266" y="833"/>
                  <a:pt x="4256" y="843"/>
                </a:cubicBezTo>
                <a:cubicBezTo>
                  <a:pt x="4246" y="853"/>
                  <a:pt x="4235" y="860"/>
                  <a:pt x="4222" y="866"/>
                </a:cubicBezTo>
                <a:cubicBezTo>
                  <a:pt x="4209" y="871"/>
                  <a:pt x="4196" y="874"/>
                  <a:pt x="4182" y="874"/>
                </a:cubicBezTo>
                <a:lnTo>
                  <a:pt x="106" y="874"/>
                </a:lnTo>
                <a:cubicBezTo>
                  <a:pt x="92" y="874"/>
                  <a:pt x="78" y="871"/>
                  <a:pt x="65" y="866"/>
                </a:cubicBezTo>
                <a:cubicBezTo>
                  <a:pt x="52" y="860"/>
                  <a:pt x="41" y="853"/>
                  <a:pt x="31" y="843"/>
                </a:cubicBezTo>
                <a:cubicBezTo>
                  <a:pt x="21" y="833"/>
                  <a:pt x="14" y="820"/>
                  <a:pt x="8" y="807"/>
                </a:cubicBezTo>
                <a:cubicBezTo>
                  <a:pt x="3" y="794"/>
                  <a:pt x="0" y="781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1302920" y="448812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1855440" y="4921560"/>
            <a:ext cx="1432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urgency_cues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5438520" y="4886280"/>
            <a:ext cx="1429200" cy="314640"/>
          </a:xfrm>
          <a:custGeom>
            <a:avLst/>
            <a:gdLst/>
            <a:ahLst/>
            <a:rect l="0" t="0" r="r" b="b"/>
            <a:pathLst>
              <a:path w="3970" h="874">
                <a:moveTo>
                  <a:pt x="0" y="76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864" y="0"/>
                </a:lnTo>
                <a:cubicBezTo>
                  <a:pt x="3878" y="0"/>
                  <a:pt x="3892" y="2"/>
                  <a:pt x="3905" y="8"/>
                </a:cubicBezTo>
                <a:cubicBezTo>
                  <a:pt x="3918" y="13"/>
                  <a:pt x="3929" y="21"/>
                  <a:pt x="3939" y="31"/>
                </a:cubicBezTo>
                <a:cubicBezTo>
                  <a:pt x="3949" y="41"/>
                  <a:pt x="3957" y="52"/>
                  <a:pt x="3962" y="65"/>
                </a:cubicBezTo>
                <a:cubicBezTo>
                  <a:pt x="3967" y="78"/>
                  <a:pt x="3970" y="91"/>
                  <a:pt x="3970" y="105"/>
                </a:cubicBezTo>
                <a:lnTo>
                  <a:pt x="3970" y="767"/>
                </a:lnTo>
                <a:cubicBezTo>
                  <a:pt x="3970" y="781"/>
                  <a:pt x="3967" y="794"/>
                  <a:pt x="3962" y="807"/>
                </a:cubicBezTo>
                <a:cubicBezTo>
                  <a:pt x="3957" y="820"/>
                  <a:pt x="3949" y="833"/>
                  <a:pt x="3939" y="843"/>
                </a:cubicBezTo>
                <a:cubicBezTo>
                  <a:pt x="3929" y="853"/>
                  <a:pt x="3918" y="860"/>
                  <a:pt x="3905" y="866"/>
                </a:cubicBezTo>
                <a:cubicBezTo>
                  <a:pt x="3892" y="871"/>
                  <a:pt x="3878" y="874"/>
                  <a:pt x="3864" y="874"/>
                </a:cubicBezTo>
                <a:lnTo>
                  <a:pt x="106" y="874"/>
                </a:lnTo>
                <a:cubicBezTo>
                  <a:pt x="92" y="874"/>
                  <a:pt x="79" y="871"/>
                  <a:pt x="66" y="866"/>
                </a:cubicBezTo>
                <a:cubicBezTo>
                  <a:pt x="53" y="860"/>
                  <a:pt x="41" y="853"/>
                  <a:pt x="31" y="843"/>
                </a:cubicBezTo>
                <a:cubicBezTo>
                  <a:pt x="21" y="833"/>
                  <a:pt x="14" y="820"/>
                  <a:pt x="8" y="807"/>
                </a:cubicBezTo>
                <a:cubicBezTo>
                  <a:pt x="3" y="794"/>
                  <a:pt x="0" y="781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373920" y="4840560"/>
            <a:ext cx="1905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(list of phrases),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496120" y="492156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caller_role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7048440" y="4886280"/>
            <a:ext cx="1067040" cy="314640"/>
          </a:xfrm>
          <a:custGeom>
            <a:avLst/>
            <a:gdLst/>
            <a:ahLst/>
            <a:rect l="0" t="0" r="r" b="b"/>
            <a:pathLst>
              <a:path w="2964" h="874">
                <a:moveTo>
                  <a:pt x="0" y="76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858" y="0"/>
                </a:lnTo>
                <a:cubicBezTo>
                  <a:pt x="2872" y="0"/>
                  <a:pt x="2886" y="2"/>
                  <a:pt x="2899" y="8"/>
                </a:cubicBezTo>
                <a:cubicBezTo>
                  <a:pt x="2912" y="13"/>
                  <a:pt x="2923" y="21"/>
                  <a:pt x="2933" y="31"/>
                </a:cubicBezTo>
                <a:cubicBezTo>
                  <a:pt x="2943" y="41"/>
                  <a:pt x="2951" y="52"/>
                  <a:pt x="2956" y="65"/>
                </a:cubicBezTo>
                <a:cubicBezTo>
                  <a:pt x="2961" y="78"/>
                  <a:pt x="2964" y="91"/>
                  <a:pt x="2964" y="105"/>
                </a:cubicBezTo>
                <a:lnTo>
                  <a:pt x="2964" y="767"/>
                </a:lnTo>
                <a:cubicBezTo>
                  <a:pt x="2964" y="781"/>
                  <a:pt x="2961" y="794"/>
                  <a:pt x="2956" y="807"/>
                </a:cubicBezTo>
                <a:cubicBezTo>
                  <a:pt x="2951" y="820"/>
                  <a:pt x="2943" y="833"/>
                  <a:pt x="2933" y="843"/>
                </a:cubicBezTo>
                <a:cubicBezTo>
                  <a:pt x="2923" y="853"/>
                  <a:pt x="2912" y="860"/>
                  <a:pt x="2899" y="866"/>
                </a:cubicBezTo>
                <a:cubicBezTo>
                  <a:pt x="2886" y="871"/>
                  <a:pt x="2872" y="874"/>
                  <a:pt x="2858" y="874"/>
                </a:cubicBezTo>
                <a:lnTo>
                  <a:pt x="105" y="874"/>
                </a:lnTo>
                <a:cubicBezTo>
                  <a:pt x="91" y="874"/>
                  <a:pt x="78" y="871"/>
                  <a:pt x="65" y="866"/>
                </a:cubicBezTo>
                <a:cubicBezTo>
                  <a:pt x="52" y="860"/>
                  <a:pt x="41" y="853"/>
                  <a:pt x="31" y="843"/>
                </a:cubicBezTo>
                <a:cubicBezTo>
                  <a:pt x="21" y="833"/>
                  <a:pt x="13" y="820"/>
                  <a:pt x="8" y="807"/>
                </a:cubicBezTo>
                <a:cubicBezTo>
                  <a:pt x="2" y="794"/>
                  <a:pt x="0" y="781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6895080" y="484056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106400" y="4921560"/>
            <a:ext cx="955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language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8305560" y="4886280"/>
            <a:ext cx="2019600" cy="314640"/>
          </a:xfrm>
          <a:custGeom>
            <a:avLst/>
            <a:gdLst/>
            <a:ahLst/>
            <a:rect l="0" t="0" r="r" b="b"/>
            <a:pathLst>
              <a:path w="5610" h="874">
                <a:moveTo>
                  <a:pt x="0" y="76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04" y="0"/>
                </a:lnTo>
                <a:cubicBezTo>
                  <a:pt x="5519" y="0"/>
                  <a:pt x="5532" y="2"/>
                  <a:pt x="5545" y="8"/>
                </a:cubicBezTo>
                <a:cubicBezTo>
                  <a:pt x="5558" y="13"/>
                  <a:pt x="5569" y="21"/>
                  <a:pt x="5579" y="31"/>
                </a:cubicBezTo>
                <a:cubicBezTo>
                  <a:pt x="5589" y="41"/>
                  <a:pt x="5597" y="52"/>
                  <a:pt x="5602" y="65"/>
                </a:cubicBezTo>
                <a:cubicBezTo>
                  <a:pt x="5608" y="78"/>
                  <a:pt x="5610" y="91"/>
                  <a:pt x="5610" y="105"/>
                </a:cubicBezTo>
                <a:lnTo>
                  <a:pt x="5610" y="767"/>
                </a:lnTo>
                <a:cubicBezTo>
                  <a:pt x="5610" y="781"/>
                  <a:pt x="5608" y="794"/>
                  <a:pt x="5602" y="807"/>
                </a:cubicBezTo>
                <a:cubicBezTo>
                  <a:pt x="5597" y="820"/>
                  <a:pt x="5589" y="833"/>
                  <a:pt x="5579" y="843"/>
                </a:cubicBezTo>
                <a:cubicBezTo>
                  <a:pt x="5569" y="853"/>
                  <a:pt x="5558" y="860"/>
                  <a:pt x="5545" y="866"/>
                </a:cubicBezTo>
                <a:cubicBezTo>
                  <a:pt x="5532" y="871"/>
                  <a:pt x="5519" y="874"/>
                  <a:pt x="5504" y="874"/>
                </a:cubicBezTo>
                <a:lnTo>
                  <a:pt x="106" y="874"/>
                </a:lnTo>
                <a:cubicBezTo>
                  <a:pt x="92" y="874"/>
                  <a:pt x="78" y="871"/>
                  <a:pt x="65" y="866"/>
                </a:cubicBezTo>
                <a:cubicBezTo>
                  <a:pt x="53" y="860"/>
                  <a:pt x="41" y="853"/>
                  <a:pt x="31" y="843"/>
                </a:cubicBezTo>
                <a:cubicBezTo>
                  <a:pt x="21" y="833"/>
                  <a:pt x="14" y="820"/>
                  <a:pt x="8" y="807"/>
                </a:cubicBezTo>
                <a:cubicBezTo>
                  <a:pt x="3" y="794"/>
                  <a:pt x="0" y="781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8147160" y="484056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8358480" y="4921560"/>
            <a:ext cx="1909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negation_phrases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0353960" y="484056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2923920" y="5495760"/>
            <a:ext cx="3810600" cy="305280"/>
          </a:xfrm>
          <a:custGeom>
            <a:avLst/>
            <a:gdLst/>
            <a:ahLst/>
            <a:rect l="0" t="0" r="r" b="b"/>
            <a:pathLst>
              <a:path w="10585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0479" y="0"/>
                </a:lnTo>
                <a:cubicBezTo>
                  <a:pt x="10493" y="0"/>
                  <a:pt x="10506" y="3"/>
                  <a:pt x="10519" y="8"/>
                </a:cubicBezTo>
                <a:cubicBezTo>
                  <a:pt x="10532" y="13"/>
                  <a:pt x="10544" y="21"/>
                  <a:pt x="10554" y="31"/>
                </a:cubicBezTo>
                <a:cubicBezTo>
                  <a:pt x="10563" y="41"/>
                  <a:pt x="10571" y="52"/>
                  <a:pt x="10576" y="65"/>
                </a:cubicBezTo>
                <a:cubicBezTo>
                  <a:pt x="10582" y="78"/>
                  <a:pt x="10585" y="92"/>
                  <a:pt x="10585" y="106"/>
                </a:cubicBezTo>
                <a:lnTo>
                  <a:pt x="10585" y="742"/>
                </a:lnTo>
                <a:cubicBezTo>
                  <a:pt x="10585" y="756"/>
                  <a:pt x="10582" y="769"/>
                  <a:pt x="10576" y="782"/>
                </a:cubicBezTo>
                <a:cubicBezTo>
                  <a:pt x="10571" y="795"/>
                  <a:pt x="10563" y="807"/>
                  <a:pt x="10554" y="817"/>
                </a:cubicBezTo>
                <a:cubicBezTo>
                  <a:pt x="10544" y="827"/>
                  <a:pt x="10532" y="834"/>
                  <a:pt x="10519" y="840"/>
                </a:cubicBezTo>
                <a:cubicBezTo>
                  <a:pt x="10506" y="845"/>
                  <a:pt x="10493" y="848"/>
                  <a:pt x="10479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892080" y="5450400"/>
            <a:ext cx="20847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Maps to one of: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2980440" y="5531040"/>
            <a:ext cx="3698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LOW · MEDIUM · HIGH · EMERGENCY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7267320" y="5495760"/>
            <a:ext cx="1905480" cy="305280"/>
          </a:xfrm>
          <a:custGeom>
            <a:avLst/>
            <a:gdLst/>
            <a:ahLst/>
            <a:rect l="0" t="0" r="r" b="b"/>
            <a:pathLst>
              <a:path w="5293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187" y="0"/>
                </a:lnTo>
                <a:cubicBezTo>
                  <a:pt x="5201" y="0"/>
                  <a:pt x="5215" y="3"/>
                  <a:pt x="5228" y="8"/>
                </a:cubicBezTo>
                <a:cubicBezTo>
                  <a:pt x="5241" y="13"/>
                  <a:pt x="5252" y="21"/>
                  <a:pt x="5262" y="31"/>
                </a:cubicBezTo>
                <a:cubicBezTo>
                  <a:pt x="5272" y="41"/>
                  <a:pt x="5279" y="52"/>
                  <a:pt x="5285" y="65"/>
                </a:cubicBezTo>
                <a:cubicBezTo>
                  <a:pt x="5290" y="78"/>
                  <a:pt x="5293" y="92"/>
                  <a:pt x="5293" y="106"/>
                </a:cubicBezTo>
                <a:lnTo>
                  <a:pt x="5293" y="742"/>
                </a:lnTo>
                <a:cubicBezTo>
                  <a:pt x="5293" y="756"/>
                  <a:pt x="5290" y="769"/>
                  <a:pt x="5285" y="782"/>
                </a:cubicBezTo>
                <a:cubicBezTo>
                  <a:pt x="5279" y="795"/>
                  <a:pt x="5272" y="807"/>
                  <a:pt x="5262" y="817"/>
                </a:cubicBezTo>
                <a:cubicBezTo>
                  <a:pt x="5252" y="827"/>
                  <a:pt x="5241" y="834"/>
                  <a:pt x="5228" y="840"/>
                </a:cubicBezTo>
                <a:cubicBezTo>
                  <a:pt x="5215" y="845"/>
                  <a:pt x="5201" y="848"/>
                  <a:pt x="5187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6764760" y="5450400"/>
            <a:ext cx="456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via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7324560" y="5531040"/>
            <a:ext cx="1789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RISK_LEVEL_RANK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9200880" y="5450400"/>
            <a:ext cx="21398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Result: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risk-axis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3879720" y="5812200"/>
            <a:ext cx="4328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86.5% on dev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(+2.5 pp from lever 2).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183428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7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1981080" y="1419120"/>
            <a:ext cx="8229960" cy="5438880"/>
          </a:xfrm>
          <a:custGeom>
            <a:avLst/>
            <a:gdLst/>
            <a:ahLst/>
            <a:rect l="0" t="0" r="r" b="b"/>
            <a:pathLst>
              <a:path w="22861" h="15108">
                <a:moveTo>
                  <a:pt x="16" y="130"/>
                </a:moveTo>
                <a:cubicBezTo>
                  <a:pt x="27" y="105"/>
                  <a:pt x="42" y="82"/>
                  <a:pt x="62" y="62"/>
                </a:cubicBezTo>
                <a:cubicBezTo>
                  <a:pt x="82" y="42"/>
                  <a:pt x="105" y="27"/>
                  <a:pt x="130" y="16"/>
                </a:cubicBezTo>
                <a:cubicBezTo>
                  <a:pt x="156" y="5"/>
                  <a:pt x="183" y="0"/>
                  <a:pt x="211" y="0"/>
                </a:cubicBezTo>
                <a:lnTo>
                  <a:pt x="22649" y="0"/>
                </a:lnTo>
                <a:cubicBezTo>
                  <a:pt x="22677" y="0"/>
                  <a:pt x="22704" y="5"/>
                  <a:pt x="22730" y="16"/>
                </a:cubicBezTo>
                <a:cubicBezTo>
                  <a:pt x="22756" y="27"/>
                  <a:pt x="22779" y="42"/>
                  <a:pt x="22799" y="62"/>
                </a:cubicBezTo>
                <a:cubicBezTo>
                  <a:pt x="22819" y="82"/>
                  <a:pt x="22834" y="105"/>
                  <a:pt x="22845" y="130"/>
                </a:cubicBezTo>
                <a:cubicBezTo>
                  <a:pt x="22855" y="156"/>
                  <a:pt x="22861" y="183"/>
                  <a:pt x="22861" y="211"/>
                </a:cubicBezTo>
                <a:lnTo>
                  <a:pt x="22861" y="15108"/>
                </a:lnTo>
                <a:lnTo>
                  <a:pt x="0" y="15108"/>
                </a:lnTo>
                <a:lnTo>
                  <a:pt x="0" y="211"/>
                </a:lnTo>
                <a:cubicBezTo>
                  <a:pt x="0" y="183"/>
                  <a:pt x="5" y="156"/>
                  <a:pt x="16" y="13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9281160" y="2022480"/>
            <a:ext cx="0" cy="4835160"/>
          </a:xfrm>
          <a:prstGeom prst="line">
            <a:avLst/>
          </a:prstGeom>
          <a:ln w="1296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879228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4" y="0"/>
                </a:moveTo>
                <a:lnTo>
                  <a:pt x="2663" y="0"/>
                </a:lnTo>
                <a:cubicBezTo>
                  <a:pt x="2670" y="0"/>
                  <a:pt x="2677" y="2"/>
                  <a:pt x="2684" y="5"/>
                </a:cubicBezTo>
                <a:cubicBezTo>
                  <a:pt x="2691" y="7"/>
                  <a:pt x="2696" y="11"/>
                  <a:pt x="2702" y="16"/>
                </a:cubicBezTo>
                <a:cubicBezTo>
                  <a:pt x="2707" y="21"/>
                  <a:pt x="2711" y="27"/>
                  <a:pt x="2713" y="34"/>
                </a:cubicBezTo>
                <a:cubicBezTo>
                  <a:pt x="2716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6" y="1139"/>
                  <a:pt x="2713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6" y="1168"/>
                  <a:pt x="2691" y="1172"/>
                  <a:pt x="2684" y="1175"/>
                </a:cubicBezTo>
                <a:cubicBezTo>
                  <a:pt x="2677" y="1177"/>
                  <a:pt x="2670" y="1179"/>
                  <a:pt x="2663" y="1179"/>
                </a:cubicBezTo>
                <a:lnTo>
                  <a:pt x="54" y="1179"/>
                </a:lnTo>
                <a:cubicBezTo>
                  <a:pt x="47" y="1179"/>
                  <a:pt x="40" y="1177"/>
                  <a:pt x="33" y="1175"/>
                </a:cubicBezTo>
                <a:cubicBezTo>
                  <a:pt x="26" y="1172"/>
                  <a:pt x="21" y="1168"/>
                  <a:pt x="15" y="1163"/>
                </a:cubicBezTo>
                <a:cubicBezTo>
                  <a:pt x="10" y="1158"/>
                  <a:pt x="6" y="1152"/>
                  <a:pt x="4" y="1145"/>
                </a:cubicBezTo>
                <a:cubicBezTo>
                  <a:pt x="1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1" y="11"/>
                  <a:pt x="26" y="7"/>
                  <a:pt x="33" y="5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879228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4" y="0"/>
                </a:moveTo>
                <a:lnTo>
                  <a:pt x="2663" y="0"/>
                </a:lnTo>
                <a:cubicBezTo>
                  <a:pt x="2670" y="0"/>
                  <a:pt x="2677" y="2"/>
                  <a:pt x="2684" y="5"/>
                </a:cubicBezTo>
                <a:cubicBezTo>
                  <a:pt x="2691" y="7"/>
                  <a:pt x="2696" y="11"/>
                  <a:pt x="2702" y="16"/>
                </a:cubicBezTo>
                <a:cubicBezTo>
                  <a:pt x="2707" y="21"/>
                  <a:pt x="2711" y="27"/>
                  <a:pt x="2713" y="34"/>
                </a:cubicBezTo>
                <a:cubicBezTo>
                  <a:pt x="2716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6" y="1139"/>
                  <a:pt x="2713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6" y="1168"/>
                  <a:pt x="2691" y="1172"/>
                  <a:pt x="2684" y="1175"/>
                </a:cubicBezTo>
                <a:cubicBezTo>
                  <a:pt x="2677" y="1177"/>
                  <a:pt x="2670" y="1179"/>
                  <a:pt x="2663" y="1179"/>
                </a:cubicBezTo>
                <a:lnTo>
                  <a:pt x="54" y="1179"/>
                </a:lnTo>
                <a:cubicBezTo>
                  <a:pt x="47" y="1179"/>
                  <a:pt x="40" y="1177"/>
                  <a:pt x="33" y="1175"/>
                </a:cubicBezTo>
                <a:cubicBezTo>
                  <a:pt x="26" y="1172"/>
                  <a:pt x="21" y="1168"/>
                  <a:pt x="15" y="1163"/>
                </a:cubicBezTo>
                <a:cubicBezTo>
                  <a:pt x="10" y="1158"/>
                  <a:pt x="6" y="1152"/>
                  <a:pt x="4" y="1145"/>
                </a:cubicBezTo>
                <a:cubicBezTo>
                  <a:pt x="1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1" y="11"/>
                  <a:pt x="26" y="7"/>
                  <a:pt x="33" y="5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097440" y="546480"/>
            <a:ext cx="752652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7 · HITL design — graph, gate, resume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7976880" y="2022480"/>
            <a:ext cx="0" cy="4835160"/>
          </a:xfrm>
          <a:prstGeom prst="line">
            <a:avLst/>
          </a:prstGeom>
          <a:ln w="1296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748800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4" y="0"/>
                </a:moveTo>
                <a:lnTo>
                  <a:pt x="2664" y="0"/>
                </a:lnTo>
                <a:cubicBezTo>
                  <a:pt x="2671" y="0"/>
                  <a:pt x="2678" y="2"/>
                  <a:pt x="2684" y="5"/>
                </a:cubicBezTo>
                <a:cubicBezTo>
                  <a:pt x="2691" y="7"/>
                  <a:pt x="2697" y="11"/>
                  <a:pt x="2702" y="16"/>
                </a:cubicBezTo>
                <a:cubicBezTo>
                  <a:pt x="2707" y="21"/>
                  <a:pt x="2711" y="27"/>
                  <a:pt x="2714" y="34"/>
                </a:cubicBezTo>
                <a:cubicBezTo>
                  <a:pt x="2717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7" y="1139"/>
                  <a:pt x="2714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7" y="1168"/>
                  <a:pt x="2691" y="1172"/>
                  <a:pt x="2684" y="1175"/>
                </a:cubicBezTo>
                <a:cubicBezTo>
                  <a:pt x="2678" y="1177"/>
                  <a:pt x="2671" y="1179"/>
                  <a:pt x="2664" y="1179"/>
                </a:cubicBezTo>
                <a:lnTo>
                  <a:pt x="54" y="1179"/>
                </a:lnTo>
                <a:cubicBezTo>
                  <a:pt x="47" y="1179"/>
                  <a:pt x="40" y="1177"/>
                  <a:pt x="33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1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748800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4" y="0"/>
                </a:moveTo>
                <a:lnTo>
                  <a:pt x="2664" y="0"/>
                </a:lnTo>
                <a:cubicBezTo>
                  <a:pt x="2671" y="0"/>
                  <a:pt x="2678" y="2"/>
                  <a:pt x="2684" y="5"/>
                </a:cubicBezTo>
                <a:cubicBezTo>
                  <a:pt x="2691" y="7"/>
                  <a:pt x="2697" y="11"/>
                  <a:pt x="2702" y="16"/>
                </a:cubicBezTo>
                <a:cubicBezTo>
                  <a:pt x="2707" y="21"/>
                  <a:pt x="2711" y="27"/>
                  <a:pt x="2714" y="34"/>
                </a:cubicBezTo>
                <a:cubicBezTo>
                  <a:pt x="2717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7" y="1139"/>
                  <a:pt x="2714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7" y="1168"/>
                  <a:pt x="2691" y="1172"/>
                  <a:pt x="2684" y="1175"/>
                </a:cubicBezTo>
                <a:cubicBezTo>
                  <a:pt x="2678" y="1177"/>
                  <a:pt x="2671" y="1179"/>
                  <a:pt x="2664" y="1179"/>
                </a:cubicBezTo>
                <a:lnTo>
                  <a:pt x="54" y="1179"/>
                </a:lnTo>
                <a:cubicBezTo>
                  <a:pt x="47" y="1179"/>
                  <a:pt x="40" y="1177"/>
                  <a:pt x="33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1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036360" y="1750680"/>
            <a:ext cx="49860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TrainerLog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6672960" y="2022480"/>
            <a:ext cx="0" cy="4835160"/>
          </a:xfrm>
          <a:prstGeom prst="line">
            <a:avLst/>
          </a:prstGeom>
          <a:ln w="1296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618372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5" y="0"/>
                </a:moveTo>
                <a:lnTo>
                  <a:pt x="2664" y="0"/>
                </a:lnTo>
                <a:cubicBezTo>
                  <a:pt x="2671" y="0"/>
                  <a:pt x="2678" y="2"/>
                  <a:pt x="2685" y="5"/>
                </a:cubicBezTo>
                <a:cubicBezTo>
                  <a:pt x="2691" y="7"/>
                  <a:pt x="2697" y="11"/>
                  <a:pt x="2702" y="16"/>
                </a:cubicBezTo>
                <a:cubicBezTo>
                  <a:pt x="2707" y="21"/>
                  <a:pt x="2711" y="27"/>
                  <a:pt x="2714" y="34"/>
                </a:cubicBezTo>
                <a:cubicBezTo>
                  <a:pt x="2717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7" y="1139"/>
                  <a:pt x="2714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7" y="1168"/>
                  <a:pt x="2691" y="1172"/>
                  <a:pt x="2685" y="1175"/>
                </a:cubicBezTo>
                <a:cubicBezTo>
                  <a:pt x="2678" y="1177"/>
                  <a:pt x="2671" y="1179"/>
                  <a:pt x="2664" y="1179"/>
                </a:cubicBezTo>
                <a:lnTo>
                  <a:pt x="55" y="1179"/>
                </a:lnTo>
                <a:cubicBezTo>
                  <a:pt x="47" y="1179"/>
                  <a:pt x="41" y="1177"/>
                  <a:pt x="34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2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4" y="5"/>
                </a:cubicBezTo>
                <a:cubicBezTo>
                  <a:pt x="41" y="2"/>
                  <a:pt x="47" y="0"/>
                  <a:pt x="5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618372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5" y="0"/>
                </a:moveTo>
                <a:lnTo>
                  <a:pt x="2664" y="0"/>
                </a:lnTo>
                <a:cubicBezTo>
                  <a:pt x="2671" y="0"/>
                  <a:pt x="2678" y="2"/>
                  <a:pt x="2685" y="5"/>
                </a:cubicBezTo>
                <a:cubicBezTo>
                  <a:pt x="2691" y="7"/>
                  <a:pt x="2697" y="11"/>
                  <a:pt x="2702" y="16"/>
                </a:cubicBezTo>
                <a:cubicBezTo>
                  <a:pt x="2707" y="21"/>
                  <a:pt x="2711" y="27"/>
                  <a:pt x="2714" y="34"/>
                </a:cubicBezTo>
                <a:cubicBezTo>
                  <a:pt x="2717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7" y="1139"/>
                  <a:pt x="2714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7" y="1168"/>
                  <a:pt x="2691" y="1172"/>
                  <a:pt x="2685" y="1175"/>
                </a:cubicBezTo>
                <a:cubicBezTo>
                  <a:pt x="2678" y="1177"/>
                  <a:pt x="2671" y="1179"/>
                  <a:pt x="2664" y="1179"/>
                </a:cubicBezTo>
                <a:lnTo>
                  <a:pt x="55" y="1179"/>
                </a:lnTo>
                <a:cubicBezTo>
                  <a:pt x="47" y="1179"/>
                  <a:pt x="41" y="1177"/>
                  <a:pt x="34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2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4" y="5"/>
                </a:cubicBezTo>
                <a:cubicBezTo>
                  <a:pt x="41" y="2"/>
                  <a:pt x="47" y="0"/>
                  <a:pt x="55" y="0"/>
                </a:cubicBez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594560" y="1750680"/>
            <a:ext cx="7610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Human reviewer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4553640" y="2022480"/>
            <a:ext cx="0" cy="4835160"/>
          </a:xfrm>
          <a:prstGeom prst="line">
            <a:avLst/>
          </a:prstGeom>
          <a:ln w="1296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3989520" y="1598400"/>
            <a:ext cx="1128600" cy="424440"/>
          </a:xfrm>
          <a:custGeom>
            <a:avLst/>
            <a:gdLst/>
            <a:ahLst/>
            <a:rect l="0" t="0" r="r" b="b"/>
            <a:pathLst>
              <a:path w="3135" h="1179">
                <a:moveTo>
                  <a:pt x="55" y="0"/>
                </a:moveTo>
                <a:lnTo>
                  <a:pt x="3081" y="0"/>
                </a:lnTo>
                <a:cubicBezTo>
                  <a:pt x="3088" y="0"/>
                  <a:pt x="3095" y="2"/>
                  <a:pt x="3101" y="5"/>
                </a:cubicBezTo>
                <a:cubicBezTo>
                  <a:pt x="3108" y="7"/>
                  <a:pt x="3114" y="11"/>
                  <a:pt x="3119" y="16"/>
                </a:cubicBezTo>
                <a:cubicBezTo>
                  <a:pt x="3124" y="21"/>
                  <a:pt x="3128" y="27"/>
                  <a:pt x="3131" y="34"/>
                </a:cubicBezTo>
                <a:cubicBezTo>
                  <a:pt x="3134" y="41"/>
                  <a:pt x="3135" y="48"/>
                  <a:pt x="3135" y="55"/>
                </a:cubicBezTo>
                <a:lnTo>
                  <a:pt x="3135" y="1124"/>
                </a:lnTo>
                <a:cubicBezTo>
                  <a:pt x="3135" y="1132"/>
                  <a:pt x="3134" y="1139"/>
                  <a:pt x="3131" y="1145"/>
                </a:cubicBezTo>
                <a:cubicBezTo>
                  <a:pt x="3128" y="1152"/>
                  <a:pt x="3124" y="1158"/>
                  <a:pt x="3119" y="1163"/>
                </a:cubicBezTo>
                <a:cubicBezTo>
                  <a:pt x="3114" y="1168"/>
                  <a:pt x="3108" y="1172"/>
                  <a:pt x="3101" y="1175"/>
                </a:cubicBezTo>
                <a:cubicBezTo>
                  <a:pt x="3095" y="1177"/>
                  <a:pt x="3088" y="1179"/>
                  <a:pt x="3081" y="1179"/>
                </a:cubicBezTo>
                <a:lnTo>
                  <a:pt x="55" y="1179"/>
                </a:lnTo>
                <a:cubicBezTo>
                  <a:pt x="47" y="1179"/>
                  <a:pt x="41" y="1177"/>
                  <a:pt x="34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2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4" y="5"/>
                </a:cubicBezTo>
                <a:cubicBezTo>
                  <a:pt x="41" y="2"/>
                  <a:pt x="47" y="0"/>
                  <a:pt x="5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3989520" y="1598400"/>
            <a:ext cx="1128600" cy="424440"/>
          </a:xfrm>
          <a:custGeom>
            <a:avLst/>
            <a:gdLst/>
            <a:ahLst/>
            <a:rect l="0" t="0" r="r" b="b"/>
            <a:pathLst>
              <a:path w="3135" h="1179">
                <a:moveTo>
                  <a:pt x="55" y="0"/>
                </a:moveTo>
                <a:lnTo>
                  <a:pt x="3081" y="0"/>
                </a:lnTo>
                <a:cubicBezTo>
                  <a:pt x="3088" y="0"/>
                  <a:pt x="3095" y="2"/>
                  <a:pt x="3101" y="5"/>
                </a:cubicBezTo>
                <a:cubicBezTo>
                  <a:pt x="3108" y="7"/>
                  <a:pt x="3114" y="11"/>
                  <a:pt x="3119" y="16"/>
                </a:cubicBezTo>
                <a:cubicBezTo>
                  <a:pt x="3124" y="21"/>
                  <a:pt x="3128" y="27"/>
                  <a:pt x="3131" y="34"/>
                </a:cubicBezTo>
                <a:cubicBezTo>
                  <a:pt x="3134" y="41"/>
                  <a:pt x="3135" y="48"/>
                  <a:pt x="3135" y="55"/>
                </a:cubicBezTo>
                <a:lnTo>
                  <a:pt x="3135" y="1124"/>
                </a:lnTo>
                <a:cubicBezTo>
                  <a:pt x="3135" y="1132"/>
                  <a:pt x="3134" y="1139"/>
                  <a:pt x="3131" y="1145"/>
                </a:cubicBezTo>
                <a:cubicBezTo>
                  <a:pt x="3128" y="1152"/>
                  <a:pt x="3124" y="1158"/>
                  <a:pt x="3119" y="1163"/>
                </a:cubicBezTo>
                <a:cubicBezTo>
                  <a:pt x="3114" y="1168"/>
                  <a:pt x="3108" y="1172"/>
                  <a:pt x="3101" y="1175"/>
                </a:cubicBezTo>
                <a:cubicBezTo>
                  <a:pt x="3095" y="1177"/>
                  <a:pt x="3088" y="1179"/>
                  <a:pt x="3081" y="1179"/>
                </a:cubicBezTo>
                <a:lnTo>
                  <a:pt x="55" y="1179"/>
                </a:lnTo>
                <a:cubicBezTo>
                  <a:pt x="47" y="1179"/>
                  <a:pt x="41" y="1177"/>
                  <a:pt x="34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2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4" y="5"/>
                </a:cubicBezTo>
                <a:cubicBezTo>
                  <a:pt x="41" y="2"/>
                  <a:pt x="47" y="0"/>
                  <a:pt x="55" y="0"/>
                </a:cubicBez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345720" y="1750680"/>
            <a:ext cx="6505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validator gate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910600" y="2022480"/>
            <a:ext cx="0" cy="4835160"/>
          </a:xfrm>
          <a:prstGeom prst="line">
            <a:avLst/>
          </a:prstGeom>
          <a:ln w="1296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242136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5" y="0"/>
                </a:moveTo>
                <a:lnTo>
                  <a:pt x="2664" y="0"/>
                </a:lnTo>
                <a:cubicBezTo>
                  <a:pt x="2671" y="0"/>
                  <a:pt x="2678" y="2"/>
                  <a:pt x="2685" y="5"/>
                </a:cubicBezTo>
                <a:cubicBezTo>
                  <a:pt x="2691" y="7"/>
                  <a:pt x="2697" y="11"/>
                  <a:pt x="2702" y="16"/>
                </a:cubicBezTo>
                <a:cubicBezTo>
                  <a:pt x="2707" y="21"/>
                  <a:pt x="2711" y="27"/>
                  <a:pt x="2714" y="34"/>
                </a:cubicBezTo>
                <a:cubicBezTo>
                  <a:pt x="2717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7" y="1139"/>
                  <a:pt x="2714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7" y="1168"/>
                  <a:pt x="2691" y="1172"/>
                  <a:pt x="2685" y="1175"/>
                </a:cubicBezTo>
                <a:cubicBezTo>
                  <a:pt x="2678" y="1177"/>
                  <a:pt x="2671" y="1179"/>
                  <a:pt x="2664" y="1179"/>
                </a:cubicBezTo>
                <a:lnTo>
                  <a:pt x="55" y="1179"/>
                </a:lnTo>
                <a:cubicBezTo>
                  <a:pt x="47" y="1179"/>
                  <a:pt x="40" y="1177"/>
                  <a:pt x="34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2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4" y="5"/>
                </a:cubicBezTo>
                <a:cubicBezTo>
                  <a:pt x="40" y="2"/>
                  <a:pt x="47" y="0"/>
                  <a:pt x="5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2421360" y="1598400"/>
            <a:ext cx="978480" cy="424440"/>
          </a:xfrm>
          <a:custGeom>
            <a:avLst/>
            <a:gdLst/>
            <a:ahLst/>
            <a:rect l="0" t="0" r="r" b="b"/>
            <a:pathLst>
              <a:path w="2718" h="1179">
                <a:moveTo>
                  <a:pt x="55" y="0"/>
                </a:moveTo>
                <a:lnTo>
                  <a:pt x="2664" y="0"/>
                </a:lnTo>
                <a:cubicBezTo>
                  <a:pt x="2671" y="0"/>
                  <a:pt x="2678" y="2"/>
                  <a:pt x="2685" y="5"/>
                </a:cubicBezTo>
                <a:cubicBezTo>
                  <a:pt x="2691" y="7"/>
                  <a:pt x="2697" y="11"/>
                  <a:pt x="2702" y="16"/>
                </a:cubicBezTo>
                <a:cubicBezTo>
                  <a:pt x="2707" y="21"/>
                  <a:pt x="2711" y="27"/>
                  <a:pt x="2714" y="34"/>
                </a:cubicBezTo>
                <a:cubicBezTo>
                  <a:pt x="2717" y="41"/>
                  <a:pt x="2718" y="48"/>
                  <a:pt x="2718" y="55"/>
                </a:cubicBezTo>
                <a:lnTo>
                  <a:pt x="2718" y="1124"/>
                </a:lnTo>
                <a:cubicBezTo>
                  <a:pt x="2718" y="1132"/>
                  <a:pt x="2717" y="1139"/>
                  <a:pt x="2714" y="1145"/>
                </a:cubicBezTo>
                <a:cubicBezTo>
                  <a:pt x="2711" y="1152"/>
                  <a:pt x="2707" y="1158"/>
                  <a:pt x="2702" y="1163"/>
                </a:cubicBezTo>
                <a:cubicBezTo>
                  <a:pt x="2697" y="1168"/>
                  <a:pt x="2691" y="1172"/>
                  <a:pt x="2685" y="1175"/>
                </a:cubicBezTo>
                <a:cubicBezTo>
                  <a:pt x="2678" y="1177"/>
                  <a:pt x="2671" y="1179"/>
                  <a:pt x="2664" y="1179"/>
                </a:cubicBezTo>
                <a:lnTo>
                  <a:pt x="55" y="1179"/>
                </a:lnTo>
                <a:cubicBezTo>
                  <a:pt x="47" y="1179"/>
                  <a:pt x="40" y="1177"/>
                  <a:pt x="34" y="1175"/>
                </a:cubicBezTo>
                <a:cubicBezTo>
                  <a:pt x="27" y="1172"/>
                  <a:pt x="21" y="1168"/>
                  <a:pt x="16" y="1163"/>
                </a:cubicBezTo>
                <a:cubicBezTo>
                  <a:pt x="11" y="1158"/>
                  <a:pt x="7" y="1152"/>
                  <a:pt x="4" y="1145"/>
                </a:cubicBezTo>
                <a:cubicBezTo>
                  <a:pt x="2" y="1139"/>
                  <a:pt x="0" y="1132"/>
                  <a:pt x="0" y="1124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4" y="5"/>
                </a:cubicBezTo>
                <a:cubicBezTo>
                  <a:pt x="40" y="2"/>
                  <a:pt x="47" y="0"/>
                  <a:pt x="55" y="0"/>
                </a:cubicBez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3999600" y="1750680"/>
            <a:ext cx="110160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LangGraph orchestrator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3699360" y="4702320"/>
            <a:ext cx="1708920" cy="254520"/>
          </a:xfrm>
          <a:custGeom>
            <a:avLst/>
            <a:gdLst/>
            <a:ahLst/>
            <a:rect l="0" t="0" r="r" b="b"/>
            <a:pathLst>
              <a:path w="4747" h="707">
                <a:moveTo>
                  <a:pt x="0" y="0"/>
                </a:moveTo>
                <a:lnTo>
                  <a:pt x="4747" y="0"/>
                </a:lnTo>
                <a:lnTo>
                  <a:pt x="4747" y="707"/>
                </a:lnTo>
                <a:lnTo>
                  <a:pt x="0" y="707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3699360" y="4702320"/>
            <a:ext cx="1708920" cy="254520"/>
          </a:xfrm>
          <a:custGeom>
            <a:avLst/>
            <a:gdLst/>
            <a:ahLst/>
            <a:rect l="0" t="0" r="r" b="b"/>
            <a:pathLst>
              <a:path w="4747" h="707">
                <a:moveTo>
                  <a:pt x="0" y="0"/>
                </a:moveTo>
                <a:lnTo>
                  <a:pt x="4747" y="0"/>
                </a:lnTo>
                <a:lnTo>
                  <a:pt x="4747" y="707"/>
                </a:lnTo>
                <a:lnTo>
                  <a:pt x="0" y="707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AAA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2729520" y="1750680"/>
            <a:ext cx="36036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Harness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3647160" y="5602320"/>
            <a:ext cx="1813320" cy="378360"/>
          </a:xfrm>
          <a:custGeom>
            <a:avLst/>
            <a:gdLst/>
            <a:ahLst/>
            <a:rect l="0" t="0" r="r" b="b"/>
            <a:pathLst>
              <a:path w="5037" h="1051">
                <a:moveTo>
                  <a:pt x="0" y="0"/>
                </a:moveTo>
                <a:lnTo>
                  <a:pt x="5037" y="0"/>
                </a:lnTo>
                <a:lnTo>
                  <a:pt x="5037" y="1051"/>
                </a:lnTo>
                <a:lnTo>
                  <a:pt x="0" y="1051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3647160" y="5602320"/>
            <a:ext cx="1813320" cy="378360"/>
          </a:xfrm>
          <a:custGeom>
            <a:avLst/>
            <a:gdLst/>
            <a:ahLst/>
            <a:rect l="0" t="0" r="r" b="b"/>
            <a:pathLst>
              <a:path w="5037" h="1051">
                <a:moveTo>
                  <a:pt x="0" y="0"/>
                </a:moveTo>
                <a:lnTo>
                  <a:pt x="5037" y="0"/>
                </a:lnTo>
                <a:lnTo>
                  <a:pt x="5037" y="1051"/>
                </a:lnTo>
                <a:lnTo>
                  <a:pt x="0" y="10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AAA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3670200" y="4770000"/>
            <a:ext cx="17564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ai_prediction copied to final_decision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3763440" y="5670000"/>
            <a:ext cx="157176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override fields replace category /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3582000" y="4115520"/>
            <a:ext cx="4467240" cy="13320"/>
          </a:xfrm>
          <a:custGeom>
            <a:avLst/>
            <a:gdLst/>
            <a:ahLst/>
            <a:rect l="0" t="0" r="r" b="b"/>
            <a:pathLst>
              <a:path w="12409" h="37">
                <a:moveTo>
                  <a:pt x="0" y="0"/>
                </a:moveTo>
                <a:lnTo>
                  <a:pt x="37" y="0"/>
                </a:lnTo>
                <a:lnTo>
                  <a:pt x="37" y="37"/>
                </a:lnTo>
                <a:lnTo>
                  <a:pt x="0" y="37"/>
                </a:lnTo>
                <a:lnTo>
                  <a:pt x="0" y="0"/>
                </a:lnTo>
                <a:moveTo>
                  <a:pt x="73" y="0"/>
                </a:moveTo>
                <a:lnTo>
                  <a:pt x="109" y="0"/>
                </a:lnTo>
                <a:lnTo>
                  <a:pt x="109" y="37"/>
                </a:lnTo>
                <a:lnTo>
                  <a:pt x="73" y="37"/>
                </a:lnTo>
                <a:lnTo>
                  <a:pt x="73" y="0"/>
                </a:lnTo>
                <a:moveTo>
                  <a:pt x="145" y="0"/>
                </a:moveTo>
                <a:lnTo>
                  <a:pt x="181" y="0"/>
                </a:lnTo>
                <a:lnTo>
                  <a:pt x="181" y="37"/>
                </a:lnTo>
                <a:lnTo>
                  <a:pt x="145" y="37"/>
                </a:lnTo>
                <a:lnTo>
                  <a:pt x="145" y="0"/>
                </a:lnTo>
                <a:moveTo>
                  <a:pt x="218" y="0"/>
                </a:moveTo>
                <a:lnTo>
                  <a:pt x="254" y="0"/>
                </a:lnTo>
                <a:lnTo>
                  <a:pt x="254" y="37"/>
                </a:lnTo>
                <a:lnTo>
                  <a:pt x="218" y="37"/>
                </a:lnTo>
                <a:lnTo>
                  <a:pt x="218" y="0"/>
                </a:lnTo>
                <a:moveTo>
                  <a:pt x="290" y="0"/>
                </a:moveTo>
                <a:lnTo>
                  <a:pt x="326" y="0"/>
                </a:lnTo>
                <a:lnTo>
                  <a:pt x="326" y="37"/>
                </a:lnTo>
                <a:lnTo>
                  <a:pt x="290" y="37"/>
                </a:lnTo>
                <a:lnTo>
                  <a:pt x="290" y="0"/>
                </a:lnTo>
                <a:moveTo>
                  <a:pt x="363" y="0"/>
                </a:moveTo>
                <a:lnTo>
                  <a:pt x="399" y="0"/>
                </a:lnTo>
                <a:lnTo>
                  <a:pt x="399" y="37"/>
                </a:lnTo>
                <a:lnTo>
                  <a:pt x="363" y="37"/>
                </a:lnTo>
                <a:lnTo>
                  <a:pt x="363" y="0"/>
                </a:lnTo>
                <a:moveTo>
                  <a:pt x="435" y="0"/>
                </a:moveTo>
                <a:lnTo>
                  <a:pt x="471" y="0"/>
                </a:lnTo>
                <a:lnTo>
                  <a:pt x="471" y="37"/>
                </a:lnTo>
                <a:lnTo>
                  <a:pt x="435" y="37"/>
                </a:lnTo>
                <a:lnTo>
                  <a:pt x="435" y="0"/>
                </a:lnTo>
                <a:moveTo>
                  <a:pt x="507" y="0"/>
                </a:moveTo>
                <a:lnTo>
                  <a:pt x="544" y="0"/>
                </a:lnTo>
                <a:lnTo>
                  <a:pt x="544" y="37"/>
                </a:lnTo>
                <a:lnTo>
                  <a:pt x="507" y="37"/>
                </a:lnTo>
                <a:lnTo>
                  <a:pt x="507" y="0"/>
                </a:lnTo>
                <a:moveTo>
                  <a:pt x="580" y="0"/>
                </a:moveTo>
                <a:lnTo>
                  <a:pt x="616" y="0"/>
                </a:lnTo>
                <a:lnTo>
                  <a:pt x="616" y="37"/>
                </a:lnTo>
                <a:lnTo>
                  <a:pt x="580" y="37"/>
                </a:lnTo>
                <a:lnTo>
                  <a:pt x="580" y="0"/>
                </a:lnTo>
                <a:moveTo>
                  <a:pt x="652" y="0"/>
                </a:moveTo>
                <a:lnTo>
                  <a:pt x="689" y="0"/>
                </a:lnTo>
                <a:lnTo>
                  <a:pt x="689" y="37"/>
                </a:lnTo>
                <a:lnTo>
                  <a:pt x="652" y="37"/>
                </a:lnTo>
                <a:lnTo>
                  <a:pt x="652" y="0"/>
                </a:lnTo>
                <a:moveTo>
                  <a:pt x="725" y="0"/>
                </a:moveTo>
                <a:lnTo>
                  <a:pt x="761" y="0"/>
                </a:lnTo>
                <a:lnTo>
                  <a:pt x="761" y="37"/>
                </a:lnTo>
                <a:lnTo>
                  <a:pt x="725" y="37"/>
                </a:lnTo>
                <a:lnTo>
                  <a:pt x="725" y="0"/>
                </a:lnTo>
                <a:moveTo>
                  <a:pt x="797" y="0"/>
                </a:moveTo>
                <a:lnTo>
                  <a:pt x="833" y="0"/>
                </a:lnTo>
                <a:lnTo>
                  <a:pt x="833" y="37"/>
                </a:lnTo>
                <a:lnTo>
                  <a:pt x="797" y="37"/>
                </a:lnTo>
                <a:lnTo>
                  <a:pt x="797" y="0"/>
                </a:lnTo>
                <a:moveTo>
                  <a:pt x="870" y="0"/>
                </a:moveTo>
                <a:lnTo>
                  <a:pt x="906" y="0"/>
                </a:lnTo>
                <a:lnTo>
                  <a:pt x="906" y="37"/>
                </a:lnTo>
                <a:lnTo>
                  <a:pt x="870" y="37"/>
                </a:lnTo>
                <a:lnTo>
                  <a:pt x="870" y="0"/>
                </a:lnTo>
                <a:moveTo>
                  <a:pt x="942" y="0"/>
                </a:moveTo>
                <a:lnTo>
                  <a:pt x="978" y="0"/>
                </a:lnTo>
                <a:lnTo>
                  <a:pt x="978" y="37"/>
                </a:lnTo>
                <a:lnTo>
                  <a:pt x="942" y="37"/>
                </a:lnTo>
                <a:lnTo>
                  <a:pt x="942" y="0"/>
                </a:lnTo>
                <a:moveTo>
                  <a:pt x="1015" y="0"/>
                </a:moveTo>
                <a:lnTo>
                  <a:pt x="1051" y="0"/>
                </a:lnTo>
                <a:lnTo>
                  <a:pt x="1051" y="37"/>
                </a:lnTo>
                <a:lnTo>
                  <a:pt x="1015" y="37"/>
                </a:lnTo>
                <a:lnTo>
                  <a:pt x="1015" y="0"/>
                </a:lnTo>
                <a:moveTo>
                  <a:pt x="1087" y="0"/>
                </a:moveTo>
                <a:lnTo>
                  <a:pt x="1123" y="0"/>
                </a:lnTo>
                <a:lnTo>
                  <a:pt x="1123" y="37"/>
                </a:lnTo>
                <a:lnTo>
                  <a:pt x="1087" y="37"/>
                </a:lnTo>
                <a:lnTo>
                  <a:pt x="1087" y="0"/>
                </a:lnTo>
                <a:moveTo>
                  <a:pt x="1160" y="0"/>
                </a:moveTo>
                <a:lnTo>
                  <a:pt x="1196" y="0"/>
                </a:lnTo>
                <a:lnTo>
                  <a:pt x="1196" y="37"/>
                </a:lnTo>
                <a:lnTo>
                  <a:pt x="1160" y="37"/>
                </a:lnTo>
                <a:lnTo>
                  <a:pt x="1160" y="0"/>
                </a:lnTo>
                <a:moveTo>
                  <a:pt x="1232" y="0"/>
                </a:moveTo>
                <a:lnTo>
                  <a:pt x="1268" y="0"/>
                </a:lnTo>
                <a:lnTo>
                  <a:pt x="1268" y="37"/>
                </a:lnTo>
                <a:lnTo>
                  <a:pt x="1232" y="37"/>
                </a:lnTo>
                <a:lnTo>
                  <a:pt x="1232" y="0"/>
                </a:lnTo>
                <a:moveTo>
                  <a:pt x="1304" y="0"/>
                </a:moveTo>
                <a:lnTo>
                  <a:pt x="1341" y="0"/>
                </a:lnTo>
                <a:lnTo>
                  <a:pt x="1341" y="37"/>
                </a:lnTo>
                <a:lnTo>
                  <a:pt x="1304" y="37"/>
                </a:lnTo>
                <a:lnTo>
                  <a:pt x="1304" y="0"/>
                </a:lnTo>
                <a:moveTo>
                  <a:pt x="1377" y="0"/>
                </a:moveTo>
                <a:lnTo>
                  <a:pt x="1413" y="0"/>
                </a:lnTo>
                <a:lnTo>
                  <a:pt x="1413" y="37"/>
                </a:lnTo>
                <a:lnTo>
                  <a:pt x="1377" y="37"/>
                </a:lnTo>
                <a:lnTo>
                  <a:pt x="1377" y="0"/>
                </a:lnTo>
                <a:moveTo>
                  <a:pt x="1449" y="0"/>
                </a:moveTo>
                <a:lnTo>
                  <a:pt x="1486" y="0"/>
                </a:lnTo>
                <a:lnTo>
                  <a:pt x="1486" y="37"/>
                </a:lnTo>
                <a:lnTo>
                  <a:pt x="1449" y="37"/>
                </a:lnTo>
                <a:lnTo>
                  <a:pt x="1449" y="0"/>
                </a:lnTo>
                <a:moveTo>
                  <a:pt x="1522" y="0"/>
                </a:moveTo>
                <a:lnTo>
                  <a:pt x="1558" y="0"/>
                </a:lnTo>
                <a:lnTo>
                  <a:pt x="1558" y="37"/>
                </a:lnTo>
                <a:lnTo>
                  <a:pt x="1522" y="37"/>
                </a:lnTo>
                <a:lnTo>
                  <a:pt x="1522" y="0"/>
                </a:lnTo>
                <a:moveTo>
                  <a:pt x="1594" y="0"/>
                </a:moveTo>
                <a:lnTo>
                  <a:pt x="1630" y="0"/>
                </a:lnTo>
                <a:lnTo>
                  <a:pt x="1630" y="37"/>
                </a:lnTo>
                <a:lnTo>
                  <a:pt x="1594" y="37"/>
                </a:lnTo>
                <a:lnTo>
                  <a:pt x="1594" y="0"/>
                </a:lnTo>
                <a:moveTo>
                  <a:pt x="1667" y="0"/>
                </a:moveTo>
                <a:lnTo>
                  <a:pt x="1703" y="0"/>
                </a:lnTo>
                <a:lnTo>
                  <a:pt x="1703" y="37"/>
                </a:lnTo>
                <a:lnTo>
                  <a:pt x="1667" y="37"/>
                </a:lnTo>
                <a:lnTo>
                  <a:pt x="1667" y="0"/>
                </a:lnTo>
                <a:moveTo>
                  <a:pt x="1739" y="0"/>
                </a:moveTo>
                <a:lnTo>
                  <a:pt x="1775" y="0"/>
                </a:lnTo>
                <a:lnTo>
                  <a:pt x="1775" y="37"/>
                </a:lnTo>
                <a:lnTo>
                  <a:pt x="1739" y="37"/>
                </a:lnTo>
                <a:lnTo>
                  <a:pt x="1739" y="0"/>
                </a:lnTo>
                <a:moveTo>
                  <a:pt x="1812" y="0"/>
                </a:moveTo>
                <a:lnTo>
                  <a:pt x="1848" y="0"/>
                </a:lnTo>
                <a:lnTo>
                  <a:pt x="1848" y="37"/>
                </a:lnTo>
                <a:lnTo>
                  <a:pt x="1812" y="37"/>
                </a:lnTo>
                <a:lnTo>
                  <a:pt x="1812" y="0"/>
                </a:lnTo>
                <a:moveTo>
                  <a:pt x="1884" y="0"/>
                </a:moveTo>
                <a:lnTo>
                  <a:pt x="1920" y="0"/>
                </a:lnTo>
                <a:lnTo>
                  <a:pt x="1920" y="37"/>
                </a:lnTo>
                <a:lnTo>
                  <a:pt x="1884" y="37"/>
                </a:lnTo>
                <a:lnTo>
                  <a:pt x="1884" y="0"/>
                </a:lnTo>
                <a:moveTo>
                  <a:pt x="1956" y="0"/>
                </a:moveTo>
                <a:lnTo>
                  <a:pt x="1993" y="0"/>
                </a:lnTo>
                <a:lnTo>
                  <a:pt x="1993" y="37"/>
                </a:lnTo>
                <a:lnTo>
                  <a:pt x="1956" y="37"/>
                </a:lnTo>
                <a:lnTo>
                  <a:pt x="1956" y="0"/>
                </a:lnTo>
                <a:moveTo>
                  <a:pt x="2029" y="0"/>
                </a:moveTo>
                <a:lnTo>
                  <a:pt x="2065" y="0"/>
                </a:lnTo>
                <a:lnTo>
                  <a:pt x="2065" y="37"/>
                </a:lnTo>
                <a:lnTo>
                  <a:pt x="2029" y="37"/>
                </a:lnTo>
                <a:lnTo>
                  <a:pt x="2029" y="0"/>
                </a:lnTo>
                <a:moveTo>
                  <a:pt x="2101" y="0"/>
                </a:moveTo>
                <a:lnTo>
                  <a:pt x="2138" y="0"/>
                </a:lnTo>
                <a:lnTo>
                  <a:pt x="2138" y="37"/>
                </a:lnTo>
                <a:lnTo>
                  <a:pt x="2101" y="37"/>
                </a:lnTo>
                <a:lnTo>
                  <a:pt x="2101" y="0"/>
                </a:lnTo>
                <a:moveTo>
                  <a:pt x="2174" y="0"/>
                </a:moveTo>
                <a:lnTo>
                  <a:pt x="2210" y="0"/>
                </a:lnTo>
                <a:lnTo>
                  <a:pt x="2210" y="37"/>
                </a:lnTo>
                <a:lnTo>
                  <a:pt x="2174" y="37"/>
                </a:lnTo>
                <a:lnTo>
                  <a:pt x="2174" y="0"/>
                </a:lnTo>
                <a:moveTo>
                  <a:pt x="2246" y="0"/>
                </a:moveTo>
                <a:lnTo>
                  <a:pt x="2283" y="0"/>
                </a:lnTo>
                <a:lnTo>
                  <a:pt x="2283" y="37"/>
                </a:lnTo>
                <a:lnTo>
                  <a:pt x="2246" y="37"/>
                </a:lnTo>
                <a:lnTo>
                  <a:pt x="2246" y="0"/>
                </a:lnTo>
                <a:moveTo>
                  <a:pt x="2319" y="0"/>
                </a:moveTo>
                <a:lnTo>
                  <a:pt x="2355" y="0"/>
                </a:lnTo>
                <a:lnTo>
                  <a:pt x="2355" y="37"/>
                </a:lnTo>
                <a:lnTo>
                  <a:pt x="2319" y="37"/>
                </a:lnTo>
                <a:lnTo>
                  <a:pt x="2319" y="0"/>
                </a:lnTo>
                <a:moveTo>
                  <a:pt x="2391" y="0"/>
                </a:moveTo>
                <a:lnTo>
                  <a:pt x="2427" y="0"/>
                </a:lnTo>
                <a:lnTo>
                  <a:pt x="2427" y="37"/>
                </a:lnTo>
                <a:lnTo>
                  <a:pt x="2391" y="37"/>
                </a:lnTo>
                <a:lnTo>
                  <a:pt x="2391" y="0"/>
                </a:lnTo>
                <a:moveTo>
                  <a:pt x="2464" y="0"/>
                </a:moveTo>
                <a:lnTo>
                  <a:pt x="2500" y="0"/>
                </a:lnTo>
                <a:lnTo>
                  <a:pt x="2500" y="37"/>
                </a:lnTo>
                <a:lnTo>
                  <a:pt x="2464" y="37"/>
                </a:lnTo>
                <a:lnTo>
                  <a:pt x="2464" y="0"/>
                </a:lnTo>
                <a:moveTo>
                  <a:pt x="2536" y="0"/>
                </a:moveTo>
                <a:lnTo>
                  <a:pt x="2572" y="0"/>
                </a:lnTo>
                <a:lnTo>
                  <a:pt x="2572" y="37"/>
                </a:lnTo>
                <a:lnTo>
                  <a:pt x="2536" y="37"/>
                </a:lnTo>
                <a:lnTo>
                  <a:pt x="2536" y="0"/>
                </a:lnTo>
                <a:moveTo>
                  <a:pt x="2609" y="0"/>
                </a:moveTo>
                <a:lnTo>
                  <a:pt x="2645" y="0"/>
                </a:lnTo>
                <a:lnTo>
                  <a:pt x="2645" y="37"/>
                </a:lnTo>
                <a:lnTo>
                  <a:pt x="2609" y="37"/>
                </a:lnTo>
                <a:lnTo>
                  <a:pt x="2609" y="0"/>
                </a:lnTo>
                <a:moveTo>
                  <a:pt x="2681" y="0"/>
                </a:moveTo>
                <a:lnTo>
                  <a:pt x="2717" y="0"/>
                </a:lnTo>
                <a:lnTo>
                  <a:pt x="2717" y="37"/>
                </a:lnTo>
                <a:lnTo>
                  <a:pt x="2681" y="37"/>
                </a:lnTo>
                <a:lnTo>
                  <a:pt x="2681" y="0"/>
                </a:lnTo>
                <a:moveTo>
                  <a:pt x="2753" y="0"/>
                </a:moveTo>
                <a:lnTo>
                  <a:pt x="2790" y="0"/>
                </a:lnTo>
                <a:lnTo>
                  <a:pt x="2790" y="37"/>
                </a:lnTo>
                <a:lnTo>
                  <a:pt x="2753" y="37"/>
                </a:lnTo>
                <a:lnTo>
                  <a:pt x="2753" y="0"/>
                </a:lnTo>
                <a:moveTo>
                  <a:pt x="2826" y="0"/>
                </a:moveTo>
                <a:lnTo>
                  <a:pt x="2862" y="0"/>
                </a:lnTo>
                <a:lnTo>
                  <a:pt x="2862" y="37"/>
                </a:lnTo>
                <a:lnTo>
                  <a:pt x="2826" y="37"/>
                </a:lnTo>
                <a:lnTo>
                  <a:pt x="2826" y="0"/>
                </a:lnTo>
                <a:moveTo>
                  <a:pt x="2898" y="0"/>
                </a:moveTo>
                <a:lnTo>
                  <a:pt x="2935" y="0"/>
                </a:lnTo>
                <a:lnTo>
                  <a:pt x="2935" y="37"/>
                </a:lnTo>
                <a:lnTo>
                  <a:pt x="2898" y="37"/>
                </a:lnTo>
                <a:lnTo>
                  <a:pt x="2898" y="0"/>
                </a:lnTo>
                <a:moveTo>
                  <a:pt x="2971" y="0"/>
                </a:moveTo>
                <a:lnTo>
                  <a:pt x="3007" y="0"/>
                </a:lnTo>
                <a:lnTo>
                  <a:pt x="3007" y="37"/>
                </a:lnTo>
                <a:lnTo>
                  <a:pt x="2971" y="37"/>
                </a:lnTo>
                <a:lnTo>
                  <a:pt x="2971" y="0"/>
                </a:lnTo>
                <a:moveTo>
                  <a:pt x="3043" y="0"/>
                </a:moveTo>
                <a:lnTo>
                  <a:pt x="3079" y="0"/>
                </a:lnTo>
                <a:lnTo>
                  <a:pt x="3079" y="37"/>
                </a:lnTo>
                <a:lnTo>
                  <a:pt x="3043" y="37"/>
                </a:lnTo>
                <a:lnTo>
                  <a:pt x="3043" y="0"/>
                </a:lnTo>
                <a:moveTo>
                  <a:pt x="3116" y="0"/>
                </a:moveTo>
                <a:lnTo>
                  <a:pt x="3152" y="0"/>
                </a:lnTo>
                <a:lnTo>
                  <a:pt x="3152" y="37"/>
                </a:lnTo>
                <a:lnTo>
                  <a:pt x="3116" y="37"/>
                </a:lnTo>
                <a:lnTo>
                  <a:pt x="3116" y="0"/>
                </a:lnTo>
                <a:moveTo>
                  <a:pt x="3188" y="0"/>
                </a:moveTo>
                <a:lnTo>
                  <a:pt x="3224" y="0"/>
                </a:lnTo>
                <a:lnTo>
                  <a:pt x="3224" y="37"/>
                </a:lnTo>
                <a:lnTo>
                  <a:pt x="3188" y="37"/>
                </a:lnTo>
                <a:lnTo>
                  <a:pt x="3188" y="0"/>
                </a:lnTo>
                <a:moveTo>
                  <a:pt x="3261" y="0"/>
                </a:moveTo>
                <a:lnTo>
                  <a:pt x="3297" y="0"/>
                </a:lnTo>
                <a:lnTo>
                  <a:pt x="3297" y="37"/>
                </a:lnTo>
                <a:lnTo>
                  <a:pt x="3261" y="37"/>
                </a:lnTo>
                <a:lnTo>
                  <a:pt x="3261" y="0"/>
                </a:lnTo>
                <a:moveTo>
                  <a:pt x="3333" y="0"/>
                </a:moveTo>
                <a:lnTo>
                  <a:pt x="3369" y="0"/>
                </a:lnTo>
                <a:lnTo>
                  <a:pt x="3369" y="37"/>
                </a:lnTo>
                <a:lnTo>
                  <a:pt x="3333" y="37"/>
                </a:lnTo>
                <a:lnTo>
                  <a:pt x="3333" y="0"/>
                </a:lnTo>
                <a:moveTo>
                  <a:pt x="3406" y="0"/>
                </a:moveTo>
                <a:lnTo>
                  <a:pt x="3442" y="0"/>
                </a:lnTo>
                <a:lnTo>
                  <a:pt x="3442" y="37"/>
                </a:lnTo>
                <a:lnTo>
                  <a:pt x="3406" y="37"/>
                </a:lnTo>
                <a:lnTo>
                  <a:pt x="3406" y="0"/>
                </a:lnTo>
                <a:moveTo>
                  <a:pt x="3478" y="0"/>
                </a:moveTo>
                <a:lnTo>
                  <a:pt x="3514" y="0"/>
                </a:lnTo>
                <a:lnTo>
                  <a:pt x="3514" y="37"/>
                </a:lnTo>
                <a:lnTo>
                  <a:pt x="3478" y="37"/>
                </a:lnTo>
                <a:lnTo>
                  <a:pt x="3478" y="0"/>
                </a:lnTo>
                <a:moveTo>
                  <a:pt x="3550" y="0"/>
                </a:moveTo>
                <a:lnTo>
                  <a:pt x="3587" y="0"/>
                </a:lnTo>
                <a:lnTo>
                  <a:pt x="3587" y="37"/>
                </a:lnTo>
                <a:lnTo>
                  <a:pt x="3550" y="37"/>
                </a:lnTo>
                <a:lnTo>
                  <a:pt x="3550" y="0"/>
                </a:lnTo>
                <a:moveTo>
                  <a:pt x="3623" y="0"/>
                </a:moveTo>
                <a:lnTo>
                  <a:pt x="3659" y="0"/>
                </a:lnTo>
                <a:lnTo>
                  <a:pt x="3659" y="37"/>
                </a:lnTo>
                <a:lnTo>
                  <a:pt x="3623" y="37"/>
                </a:lnTo>
                <a:lnTo>
                  <a:pt x="3623" y="0"/>
                </a:lnTo>
                <a:moveTo>
                  <a:pt x="3695" y="0"/>
                </a:moveTo>
                <a:lnTo>
                  <a:pt x="3732" y="0"/>
                </a:lnTo>
                <a:lnTo>
                  <a:pt x="3732" y="37"/>
                </a:lnTo>
                <a:lnTo>
                  <a:pt x="3695" y="37"/>
                </a:lnTo>
                <a:lnTo>
                  <a:pt x="3695" y="0"/>
                </a:lnTo>
                <a:moveTo>
                  <a:pt x="3768" y="0"/>
                </a:moveTo>
                <a:lnTo>
                  <a:pt x="3804" y="0"/>
                </a:lnTo>
                <a:lnTo>
                  <a:pt x="3804" y="37"/>
                </a:lnTo>
                <a:lnTo>
                  <a:pt x="3768" y="37"/>
                </a:lnTo>
                <a:lnTo>
                  <a:pt x="3768" y="0"/>
                </a:lnTo>
                <a:moveTo>
                  <a:pt x="3840" y="0"/>
                </a:moveTo>
                <a:lnTo>
                  <a:pt x="3876" y="0"/>
                </a:lnTo>
                <a:lnTo>
                  <a:pt x="3876" y="37"/>
                </a:lnTo>
                <a:lnTo>
                  <a:pt x="3840" y="37"/>
                </a:lnTo>
                <a:lnTo>
                  <a:pt x="3840" y="0"/>
                </a:lnTo>
                <a:moveTo>
                  <a:pt x="3913" y="0"/>
                </a:moveTo>
                <a:lnTo>
                  <a:pt x="3949" y="0"/>
                </a:lnTo>
                <a:lnTo>
                  <a:pt x="3949" y="37"/>
                </a:lnTo>
                <a:lnTo>
                  <a:pt x="3913" y="37"/>
                </a:lnTo>
                <a:lnTo>
                  <a:pt x="3913" y="0"/>
                </a:lnTo>
                <a:moveTo>
                  <a:pt x="3985" y="0"/>
                </a:moveTo>
                <a:lnTo>
                  <a:pt x="4021" y="0"/>
                </a:lnTo>
                <a:lnTo>
                  <a:pt x="4021" y="37"/>
                </a:lnTo>
                <a:lnTo>
                  <a:pt x="3985" y="37"/>
                </a:lnTo>
                <a:lnTo>
                  <a:pt x="3985" y="0"/>
                </a:lnTo>
                <a:moveTo>
                  <a:pt x="4058" y="0"/>
                </a:moveTo>
                <a:lnTo>
                  <a:pt x="4094" y="0"/>
                </a:lnTo>
                <a:lnTo>
                  <a:pt x="4094" y="37"/>
                </a:lnTo>
                <a:lnTo>
                  <a:pt x="4058" y="37"/>
                </a:lnTo>
                <a:lnTo>
                  <a:pt x="4058" y="0"/>
                </a:lnTo>
                <a:moveTo>
                  <a:pt x="4130" y="0"/>
                </a:moveTo>
                <a:lnTo>
                  <a:pt x="4166" y="0"/>
                </a:lnTo>
                <a:lnTo>
                  <a:pt x="4166" y="37"/>
                </a:lnTo>
                <a:lnTo>
                  <a:pt x="4130" y="37"/>
                </a:lnTo>
                <a:lnTo>
                  <a:pt x="4130" y="0"/>
                </a:lnTo>
                <a:moveTo>
                  <a:pt x="4202" y="0"/>
                </a:moveTo>
                <a:lnTo>
                  <a:pt x="4239" y="0"/>
                </a:lnTo>
                <a:lnTo>
                  <a:pt x="4239" y="37"/>
                </a:lnTo>
                <a:lnTo>
                  <a:pt x="4202" y="37"/>
                </a:lnTo>
                <a:lnTo>
                  <a:pt x="4202" y="0"/>
                </a:lnTo>
                <a:moveTo>
                  <a:pt x="4275" y="0"/>
                </a:moveTo>
                <a:lnTo>
                  <a:pt x="4311" y="0"/>
                </a:lnTo>
                <a:lnTo>
                  <a:pt x="4311" y="37"/>
                </a:lnTo>
                <a:lnTo>
                  <a:pt x="4275" y="37"/>
                </a:lnTo>
                <a:lnTo>
                  <a:pt x="4275" y="0"/>
                </a:lnTo>
                <a:moveTo>
                  <a:pt x="4347" y="0"/>
                </a:moveTo>
                <a:lnTo>
                  <a:pt x="4384" y="0"/>
                </a:lnTo>
                <a:lnTo>
                  <a:pt x="4384" y="37"/>
                </a:lnTo>
                <a:lnTo>
                  <a:pt x="4347" y="37"/>
                </a:lnTo>
                <a:lnTo>
                  <a:pt x="4347" y="0"/>
                </a:lnTo>
                <a:moveTo>
                  <a:pt x="4420" y="0"/>
                </a:moveTo>
                <a:lnTo>
                  <a:pt x="4456" y="0"/>
                </a:lnTo>
                <a:lnTo>
                  <a:pt x="4456" y="37"/>
                </a:lnTo>
                <a:lnTo>
                  <a:pt x="4420" y="37"/>
                </a:lnTo>
                <a:lnTo>
                  <a:pt x="4420" y="0"/>
                </a:lnTo>
                <a:moveTo>
                  <a:pt x="4492" y="0"/>
                </a:moveTo>
                <a:lnTo>
                  <a:pt x="4529" y="0"/>
                </a:lnTo>
                <a:lnTo>
                  <a:pt x="4529" y="37"/>
                </a:lnTo>
                <a:lnTo>
                  <a:pt x="4492" y="37"/>
                </a:lnTo>
                <a:lnTo>
                  <a:pt x="4492" y="0"/>
                </a:lnTo>
                <a:moveTo>
                  <a:pt x="4565" y="0"/>
                </a:moveTo>
                <a:lnTo>
                  <a:pt x="4601" y="0"/>
                </a:lnTo>
                <a:lnTo>
                  <a:pt x="4601" y="37"/>
                </a:lnTo>
                <a:lnTo>
                  <a:pt x="4565" y="37"/>
                </a:lnTo>
                <a:lnTo>
                  <a:pt x="4565" y="0"/>
                </a:lnTo>
                <a:moveTo>
                  <a:pt x="4637" y="0"/>
                </a:moveTo>
                <a:lnTo>
                  <a:pt x="4673" y="0"/>
                </a:lnTo>
                <a:lnTo>
                  <a:pt x="4673" y="37"/>
                </a:lnTo>
                <a:lnTo>
                  <a:pt x="4637" y="37"/>
                </a:lnTo>
                <a:lnTo>
                  <a:pt x="4637" y="0"/>
                </a:lnTo>
                <a:moveTo>
                  <a:pt x="4710" y="0"/>
                </a:moveTo>
                <a:lnTo>
                  <a:pt x="4746" y="0"/>
                </a:lnTo>
                <a:lnTo>
                  <a:pt x="4746" y="37"/>
                </a:lnTo>
                <a:lnTo>
                  <a:pt x="4710" y="37"/>
                </a:lnTo>
                <a:lnTo>
                  <a:pt x="4710" y="0"/>
                </a:lnTo>
                <a:moveTo>
                  <a:pt x="4782" y="0"/>
                </a:moveTo>
                <a:lnTo>
                  <a:pt x="4818" y="0"/>
                </a:lnTo>
                <a:lnTo>
                  <a:pt x="4818" y="37"/>
                </a:lnTo>
                <a:lnTo>
                  <a:pt x="4782" y="37"/>
                </a:lnTo>
                <a:lnTo>
                  <a:pt x="4782" y="0"/>
                </a:lnTo>
                <a:moveTo>
                  <a:pt x="4855" y="0"/>
                </a:moveTo>
                <a:lnTo>
                  <a:pt x="4891" y="0"/>
                </a:lnTo>
                <a:lnTo>
                  <a:pt x="4891" y="37"/>
                </a:lnTo>
                <a:lnTo>
                  <a:pt x="4855" y="37"/>
                </a:lnTo>
                <a:lnTo>
                  <a:pt x="4855" y="0"/>
                </a:lnTo>
                <a:moveTo>
                  <a:pt x="4927" y="0"/>
                </a:moveTo>
                <a:lnTo>
                  <a:pt x="4963" y="0"/>
                </a:lnTo>
                <a:lnTo>
                  <a:pt x="4963" y="37"/>
                </a:lnTo>
                <a:lnTo>
                  <a:pt x="4927" y="37"/>
                </a:lnTo>
                <a:lnTo>
                  <a:pt x="4927" y="0"/>
                </a:lnTo>
                <a:moveTo>
                  <a:pt x="4999" y="0"/>
                </a:moveTo>
                <a:lnTo>
                  <a:pt x="5036" y="0"/>
                </a:lnTo>
                <a:lnTo>
                  <a:pt x="5036" y="37"/>
                </a:lnTo>
                <a:lnTo>
                  <a:pt x="4999" y="37"/>
                </a:lnTo>
                <a:lnTo>
                  <a:pt x="4999" y="0"/>
                </a:lnTo>
                <a:moveTo>
                  <a:pt x="5072" y="0"/>
                </a:moveTo>
                <a:lnTo>
                  <a:pt x="5108" y="0"/>
                </a:lnTo>
                <a:lnTo>
                  <a:pt x="5108" y="37"/>
                </a:lnTo>
                <a:lnTo>
                  <a:pt x="5072" y="37"/>
                </a:lnTo>
                <a:lnTo>
                  <a:pt x="5072" y="0"/>
                </a:lnTo>
                <a:moveTo>
                  <a:pt x="5144" y="0"/>
                </a:moveTo>
                <a:lnTo>
                  <a:pt x="5181" y="0"/>
                </a:lnTo>
                <a:lnTo>
                  <a:pt x="5181" y="37"/>
                </a:lnTo>
                <a:lnTo>
                  <a:pt x="5144" y="37"/>
                </a:lnTo>
                <a:lnTo>
                  <a:pt x="5144" y="0"/>
                </a:lnTo>
                <a:moveTo>
                  <a:pt x="5217" y="0"/>
                </a:moveTo>
                <a:lnTo>
                  <a:pt x="5253" y="0"/>
                </a:lnTo>
                <a:lnTo>
                  <a:pt x="5253" y="37"/>
                </a:lnTo>
                <a:lnTo>
                  <a:pt x="5217" y="37"/>
                </a:lnTo>
                <a:lnTo>
                  <a:pt x="5217" y="0"/>
                </a:lnTo>
                <a:moveTo>
                  <a:pt x="5289" y="0"/>
                </a:moveTo>
                <a:lnTo>
                  <a:pt x="5325" y="0"/>
                </a:lnTo>
                <a:lnTo>
                  <a:pt x="5325" y="37"/>
                </a:lnTo>
                <a:lnTo>
                  <a:pt x="5289" y="37"/>
                </a:lnTo>
                <a:lnTo>
                  <a:pt x="5289" y="0"/>
                </a:lnTo>
                <a:moveTo>
                  <a:pt x="5362" y="0"/>
                </a:moveTo>
                <a:lnTo>
                  <a:pt x="5398" y="0"/>
                </a:lnTo>
                <a:lnTo>
                  <a:pt x="5398" y="37"/>
                </a:lnTo>
                <a:lnTo>
                  <a:pt x="5362" y="37"/>
                </a:lnTo>
                <a:lnTo>
                  <a:pt x="5362" y="0"/>
                </a:lnTo>
                <a:moveTo>
                  <a:pt x="5434" y="0"/>
                </a:moveTo>
                <a:lnTo>
                  <a:pt x="5470" y="0"/>
                </a:lnTo>
                <a:lnTo>
                  <a:pt x="5470" y="37"/>
                </a:lnTo>
                <a:lnTo>
                  <a:pt x="5434" y="37"/>
                </a:lnTo>
                <a:lnTo>
                  <a:pt x="5434" y="0"/>
                </a:lnTo>
                <a:moveTo>
                  <a:pt x="5507" y="0"/>
                </a:moveTo>
                <a:lnTo>
                  <a:pt x="5543" y="0"/>
                </a:lnTo>
                <a:lnTo>
                  <a:pt x="5543" y="37"/>
                </a:lnTo>
                <a:lnTo>
                  <a:pt x="5507" y="37"/>
                </a:lnTo>
                <a:lnTo>
                  <a:pt x="5507" y="0"/>
                </a:lnTo>
                <a:moveTo>
                  <a:pt x="5579" y="0"/>
                </a:moveTo>
                <a:lnTo>
                  <a:pt x="5615" y="0"/>
                </a:lnTo>
                <a:lnTo>
                  <a:pt x="5615" y="37"/>
                </a:lnTo>
                <a:lnTo>
                  <a:pt x="5579" y="37"/>
                </a:lnTo>
                <a:lnTo>
                  <a:pt x="5579" y="0"/>
                </a:lnTo>
                <a:moveTo>
                  <a:pt x="5652" y="0"/>
                </a:moveTo>
                <a:lnTo>
                  <a:pt x="5688" y="0"/>
                </a:lnTo>
                <a:lnTo>
                  <a:pt x="5688" y="37"/>
                </a:lnTo>
                <a:lnTo>
                  <a:pt x="5652" y="37"/>
                </a:lnTo>
                <a:lnTo>
                  <a:pt x="5652" y="0"/>
                </a:lnTo>
                <a:moveTo>
                  <a:pt x="5724" y="0"/>
                </a:moveTo>
                <a:lnTo>
                  <a:pt x="5760" y="0"/>
                </a:lnTo>
                <a:lnTo>
                  <a:pt x="5760" y="37"/>
                </a:lnTo>
                <a:lnTo>
                  <a:pt x="5724" y="37"/>
                </a:lnTo>
                <a:lnTo>
                  <a:pt x="5724" y="0"/>
                </a:lnTo>
                <a:moveTo>
                  <a:pt x="5796" y="0"/>
                </a:moveTo>
                <a:lnTo>
                  <a:pt x="5833" y="0"/>
                </a:lnTo>
                <a:lnTo>
                  <a:pt x="5833" y="37"/>
                </a:lnTo>
                <a:lnTo>
                  <a:pt x="5796" y="37"/>
                </a:lnTo>
                <a:lnTo>
                  <a:pt x="5796" y="0"/>
                </a:lnTo>
                <a:moveTo>
                  <a:pt x="5869" y="0"/>
                </a:moveTo>
                <a:lnTo>
                  <a:pt x="5905" y="0"/>
                </a:lnTo>
                <a:lnTo>
                  <a:pt x="5905" y="37"/>
                </a:lnTo>
                <a:lnTo>
                  <a:pt x="5869" y="37"/>
                </a:lnTo>
                <a:lnTo>
                  <a:pt x="5869" y="0"/>
                </a:lnTo>
                <a:moveTo>
                  <a:pt x="5941" y="0"/>
                </a:moveTo>
                <a:lnTo>
                  <a:pt x="5978" y="0"/>
                </a:lnTo>
                <a:lnTo>
                  <a:pt x="5978" y="37"/>
                </a:lnTo>
                <a:lnTo>
                  <a:pt x="5941" y="37"/>
                </a:lnTo>
                <a:lnTo>
                  <a:pt x="5941" y="0"/>
                </a:lnTo>
                <a:moveTo>
                  <a:pt x="6014" y="0"/>
                </a:moveTo>
                <a:lnTo>
                  <a:pt x="6050" y="0"/>
                </a:lnTo>
                <a:lnTo>
                  <a:pt x="6050" y="37"/>
                </a:lnTo>
                <a:lnTo>
                  <a:pt x="6014" y="37"/>
                </a:lnTo>
                <a:lnTo>
                  <a:pt x="6014" y="0"/>
                </a:lnTo>
                <a:moveTo>
                  <a:pt x="6086" y="0"/>
                </a:moveTo>
                <a:lnTo>
                  <a:pt x="6122" y="0"/>
                </a:lnTo>
                <a:lnTo>
                  <a:pt x="6122" y="37"/>
                </a:lnTo>
                <a:lnTo>
                  <a:pt x="6086" y="37"/>
                </a:lnTo>
                <a:lnTo>
                  <a:pt x="6086" y="0"/>
                </a:lnTo>
                <a:moveTo>
                  <a:pt x="6159" y="0"/>
                </a:moveTo>
                <a:lnTo>
                  <a:pt x="6195" y="0"/>
                </a:lnTo>
                <a:lnTo>
                  <a:pt x="6195" y="37"/>
                </a:lnTo>
                <a:lnTo>
                  <a:pt x="6159" y="37"/>
                </a:lnTo>
                <a:lnTo>
                  <a:pt x="6159" y="0"/>
                </a:lnTo>
                <a:moveTo>
                  <a:pt x="6231" y="0"/>
                </a:moveTo>
                <a:lnTo>
                  <a:pt x="6267" y="0"/>
                </a:lnTo>
                <a:lnTo>
                  <a:pt x="6267" y="37"/>
                </a:lnTo>
                <a:lnTo>
                  <a:pt x="6231" y="37"/>
                </a:lnTo>
                <a:lnTo>
                  <a:pt x="6231" y="0"/>
                </a:lnTo>
                <a:moveTo>
                  <a:pt x="6304" y="0"/>
                </a:moveTo>
                <a:lnTo>
                  <a:pt x="6340" y="0"/>
                </a:lnTo>
                <a:lnTo>
                  <a:pt x="6340" y="37"/>
                </a:lnTo>
                <a:lnTo>
                  <a:pt x="6304" y="37"/>
                </a:lnTo>
                <a:lnTo>
                  <a:pt x="6304" y="0"/>
                </a:lnTo>
                <a:moveTo>
                  <a:pt x="6376" y="0"/>
                </a:moveTo>
                <a:lnTo>
                  <a:pt x="6412" y="0"/>
                </a:lnTo>
                <a:lnTo>
                  <a:pt x="6412" y="37"/>
                </a:lnTo>
                <a:lnTo>
                  <a:pt x="6376" y="37"/>
                </a:lnTo>
                <a:lnTo>
                  <a:pt x="6376" y="0"/>
                </a:lnTo>
                <a:moveTo>
                  <a:pt x="6448" y="0"/>
                </a:moveTo>
                <a:lnTo>
                  <a:pt x="6485" y="0"/>
                </a:lnTo>
                <a:lnTo>
                  <a:pt x="6485" y="37"/>
                </a:lnTo>
                <a:lnTo>
                  <a:pt x="6448" y="37"/>
                </a:lnTo>
                <a:lnTo>
                  <a:pt x="6448" y="0"/>
                </a:lnTo>
                <a:moveTo>
                  <a:pt x="6521" y="0"/>
                </a:moveTo>
                <a:lnTo>
                  <a:pt x="6557" y="0"/>
                </a:lnTo>
                <a:lnTo>
                  <a:pt x="6557" y="37"/>
                </a:lnTo>
                <a:lnTo>
                  <a:pt x="6521" y="37"/>
                </a:lnTo>
                <a:lnTo>
                  <a:pt x="6521" y="0"/>
                </a:lnTo>
                <a:moveTo>
                  <a:pt x="6593" y="0"/>
                </a:moveTo>
                <a:lnTo>
                  <a:pt x="6630" y="0"/>
                </a:lnTo>
                <a:lnTo>
                  <a:pt x="6630" y="37"/>
                </a:lnTo>
                <a:lnTo>
                  <a:pt x="6593" y="37"/>
                </a:lnTo>
                <a:lnTo>
                  <a:pt x="6593" y="0"/>
                </a:lnTo>
                <a:moveTo>
                  <a:pt x="6666" y="0"/>
                </a:moveTo>
                <a:lnTo>
                  <a:pt x="6702" y="0"/>
                </a:lnTo>
                <a:lnTo>
                  <a:pt x="6702" y="37"/>
                </a:lnTo>
                <a:lnTo>
                  <a:pt x="6666" y="37"/>
                </a:lnTo>
                <a:lnTo>
                  <a:pt x="6666" y="0"/>
                </a:lnTo>
                <a:moveTo>
                  <a:pt x="6738" y="0"/>
                </a:moveTo>
                <a:lnTo>
                  <a:pt x="6775" y="0"/>
                </a:lnTo>
                <a:lnTo>
                  <a:pt x="6775" y="37"/>
                </a:lnTo>
                <a:lnTo>
                  <a:pt x="6738" y="37"/>
                </a:lnTo>
                <a:lnTo>
                  <a:pt x="6738" y="0"/>
                </a:lnTo>
                <a:moveTo>
                  <a:pt x="6811" y="0"/>
                </a:moveTo>
                <a:lnTo>
                  <a:pt x="6847" y="0"/>
                </a:lnTo>
                <a:lnTo>
                  <a:pt x="6847" y="37"/>
                </a:lnTo>
                <a:lnTo>
                  <a:pt x="6811" y="37"/>
                </a:lnTo>
                <a:lnTo>
                  <a:pt x="6811" y="0"/>
                </a:lnTo>
                <a:moveTo>
                  <a:pt x="6883" y="0"/>
                </a:moveTo>
                <a:lnTo>
                  <a:pt x="6919" y="0"/>
                </a:lnTo>
                <a:lnTo>
                  <a:pt x="6919" y="37"/>
                </a:lnTo>
                <a:lnTo>
                  <a:pt x="6883" y="37"/>
                </a:lnTo>
                <a:lnTo>
                  <a:pt x="6883" y="0"/>
                </a:lnTo>
                <a:moveTo>
                  <a:pt x="6956" y="0"/>
                </a:moveTo>
                <a:lnTo>
                  <a:pt x="6992" y="0"/>
                </a:lnTo>
                <a:lnTo>
                  <a:pt x="6992" y="37"/>
                </a:lnTo>
                <a:lnTo>
                  <a:pt x="6956" y="37"/>
                </a:lnTo>
                <a:lnTo>
                  <a:pt x="6956" y="0"/>
                </a:lnTo>
                <a:moveTo>
                  <a:pt x="7028" y="0"/>
                </a:moveTo>
                <a:lnTo>
                  <a:pt x="7064" y="0"/>
                </a:lnTo>
                <a:lnTo>
                  <a:pt x="7064" y="37"/>
                </a:lnTo>
                <a:lnTo>
                  <a:pt x="7028" y="37"/>
                </a:lnTo>
                <a:lnTo>
                  <a:pt x="7028" y="0"/>
                </a:lnTo>
                <a:moveTo>
                  <a:pt x="7101" y="0"/>
                </a:moveTo>
                <a:lnTo>
                  <a:pt x="7137" y="0"/>
                </a:lnTo>
                <a:lnTo>
                  <a:pt x="7137" y="37"/>
                </a:lnTo>
                <a:lnTo>
                  <a:pt x="7101" y="37"/>
                </a:lnTo>
                <a:lnTo>
                  <a:pt x="7101" y="0"/>
                </a:lnTo>
                <a:moveTo>
                  <a:pt x="7173" y="0"/>
                </a:moveTo>
                <a:lnTo>
                  <a:pt x="7209" y="0"/>
                </a:lnTo>
                <a:lnTo>
                  <a:pt x="7209" y="37"/>
                </a:lnTo>
                <a:lnTo>
                  <a:pt x="7173" y="37"/>
                </a:lnTo>
                <a:lnTo>
                  <a:pt x="7173" y="0"/>
                </a:lnTo>
                <a:moveTo>
                  <a:pt x="7245" y="0"/>
                </a:moveTo>
                <a:lnTo>
                  <a:pt x="7282" y="0"/>
                </a:lnTo>
                <a:lnTo>
                  <a:pt x="7282" y="37"/>
                </a:lnTo>
                <a:lnTo>
                  <a:pt x="7245" y="37"/>
                </a:lnTo>
                <a:lnTo>
                  <a:pt x="7245" y="0"/>
                </a:lnTo>
                <a:moveTo>
                  <a:pt x="7318" y="0"/>
                </a:moveTo>
                <a:lnTo>
                  <a:pt x="7354" y="0"/>
                </a:lnTo>
                <a:lnTo>
                  <a:pt x="7354" y="37"/>
                </a:lnTo>
                <a:lnTo>
                  <a:pt x="7318" y="37"/>
                </a:lnTo>
                <a:lnTo>
                  <a:pt x="7318" y="0"/>
                </a:lnTo>
                <a:moveTo>
                  <a:pt x="7390" y="0"/>
                </a:moveTo>
                <a:lnTo>
                  <a:pt x="7427" y="0"/>
                </a:lnTo>
                <a:lnTo>
                  <a:pt x="7427" y="37"/>
                </a:lnTo>
                <a:lnTo>
                  <a:pt x="7390" y="37"/>
                </a:lnTo>
                <a:lnTo>
                  <a:pt x="7390" y="0"/>
                </a:lnTo>
                <a:moveTo>
                  <a:pt x="7463" y="0"/>
                </a:moveTo>
                <a:lnTo>
                  <a:pt x="7499" y="0"/>
                </a:lnTo>
                <a:lnTo>
                  <a:pt x="7499" y="37"/>
                </a:lnTo>
                <a:lnTo>
                  <a:pt x="7463" y="37"/>
                </a:lnTo>
                <a:lnTo>
                  <a:pt x="7463" y="0"/>
                </a:lnTo>
                <a:moveTo>
                  <a:pt x="7535" y="0"/>
                </a:moveTo>
                <a:lnTo>
                  <a:pt x="7572" y="0"/>
                </a:lnTo>
                <a:lnTo>
                  <a:pt x="7572" y="37"/>
                </a:lnTo>
                <a:lnTo>
                  <a:pt x="7535" y="37"/>
                </a:lnTo>
                <a:lnTo>
                  <a:pt x="7535" y="0"/>
                </a:lnTo>
                <a:moveTo>
                  <a:pt x="7608" y="0"/>
                </a:moveTo>
                <a:lnTo>
                  <a:pt x="7644" y="0"/>
                </a:lnTo>
                <a:lnTo>
                  <a:pt x="7644" y="37"/>
                </a:lnTo>
                <a:lnTo>
                  <a:pt x="7608" y="37"/>
                </a:lnTo>
                <a:lnTo>
                  <a:pt x="7608" y="0"/>
                </a:lnTo>
                <a:moveTo>
                  <a:pt x="7680" y="0"/>
                </a:moveTo>
                <a:lnTo>
                  <a:pt x="7716" y="0"/>
                </a:lnTo>
                <a:lnTo>
                  <a:pt x="7716" y="37"/>
                </a:lnTo>
                <a:lnTo>
                  <a:pt x="7680" y="37"/>
                </a:lnTo>
                <a:lnTo>
                  <a:pt x="7680" y="0"/>
                </a:lnTo>
                <a:moveTo>
                  <a:pt x="7753" y="0"/>
                </a:moveTo>
                <a:lnTo>
                  <a:pt x="7789" y="0"/>
                </a:lnTo>
                <a:lnTo>
                  <a:pt x="7789" y="37"/>
                </a:lnTo>
                <a:lnTo>
                  <a:pt x="7753" y="37"/>
                </a:lnTo>
                <a:lnTo>
                  <a:pt x="7753" y="0"/>
                </a:lnTo>
                <a:moveTo>
                  <a:pt x="7825" y="0"/>
                </a:moveTo>
                <a:lnTo>
                  <a:pt x="7861" y="0"/>
                </a:lnTo>
                <a:lnTo>
                  <a:pt x="7861" y="37"/>
                </a:lnTo>
                <a:lnTo>
                  <a:pt x="7825" y="37"/>
                </a:lnTo>
                <a:lnTo>
                  <a:pt x="7825" y="0"/>
                </a:lnTo>
                <a:moveTo>
                  <a:pt x="7898" y="0"/>
                </a:moveTo>
                <a:lnTo>
                  <a:pt x="7934" y="0"/>
                </a:lnTo>
                <a:lnTo>
                  <a:pt x="7934" y="37"/>
                </a:lnTo>
                <a:lnTo>
                  <a:pt x="7898" y="37"/>
                </a:lnTo>
                <a:lnTo>
                  <a:pt x="7898" y="0"/>
                </a:lnTo>
                <a:moveTo>
                  <a:pt x="7970" y="0"/>
                </a:moveTo>
                <a:lnTo>
                  <a:pt x="8006" y="0"/>
                </a:lnTo>
                <a:lnTo>
                  <a:pt x="8006" y="37"/>
                </a:lnTo>
                <a:lnTo>
                  <a:pt x="7970" y="37"/>
                </a:lnTo>
                <a:lnTo>
                  <a:pt x="7970" y="0"/>
                </a:lnTo>
                <a:moveTo>
                  <a:pt x="8042" y="0"/>
                </a:moveTo>
                <a:lnTo>
                  <a:pt x="8079" y="0"/>
                </a:lnTo>
                <a:lnTo>
                  <a:pt x="8079" y="37"/>
                </a:lnTo>
                <a:lnTo>
                  <a:pt x="8042" y="37"/>
                </a:lnTo>
                <a:lnTo>
                  <a:pt x="8042" y="0"/>
                </a:lnTo>
                <a:moveTo>
                  <a:pt x="8115" y="0"/>
                </a:moveTo>
                <a:lnTo>
                  <a:pt x="8151" y="0"/>
                </a:lnTo>
                <a:lnTo>
                  <a:pt x="8151" y="37"/>
                </a:lnTo>
                <a:lnTo>
                  <a:pt x="8115" y="37"/>
                </a:lnTo>
                <a:lnTo>
                  <a:pt x="8115" y="0"/>
                </a:lnTo>
                <a:moveTo>
                  <a:pt x="8187" y="0"/>
                </a:moveTo>
                <a:lnTo>
                  <a:pt x="8224" y="0"/>
                </a:lnTo>
                <a:lnTo>
                  <a:pt x="8224" y="37"/>
                </a:lnTo>
                <a:lnTo>
                  <a:pt x="8187" y="37"/>
                </a:lnTo>
                <a:lnTo>
                  <a:pt x="8187" y="0"/>
                </a:lnTo>
                <a:moveTo>
                  <a:pt x="8260" y="0"/>
                </a:moveTo>
                <a:lnTo>
                  <a:pt x="8296" y="0"/>
                </a:lnTo>
                <a:lnTo>
                  <a:pt x="8296" y="37"/>
                </a:lnTo>
                <a:lnTo>
                  <a:pt x="8260" y="37"/>
                </a:lnTo>
                <a:lnTo>
                  <a:pt x="8260" y="0"/>
                </a:lnTo>
                <a:moveTo>
                  <a:pt x="8332" y="0"/>
                </a:moveTo>
                <a:lnTo>
                  <a:pt x="8368" y="0"/>
                </a:lnTo>
                <a:lnTo>
                  <a:pt x="8368" y="37"/>
                </a:lnTo>
                <a:lnTo>
                  <a:pt x="8332" y="37"/>
                </a:lnTo>
                <a:lnTo>
                  <a:pt x="8332" y="0"/>
                </a:lnTo>
                <a:moveTo>
                  <a:pt x="8405" y="0"/>
                </a:moveTo>
                <a:lnTo>
                  <a:pt x="8441" y="0"/>
                </a:lnTo>
                <a:lnTo>
                  <a:pt x="8441" y="37"/>
                </a:lnTo>
                <a:lnTo>
                  <a:pt x="8405" y="37"/>
                </a:lnTo>
                <a:lnTo>
                  <a:pt x="8405" y="0"/>
                </a:lnTo>
                <a:moveTo>
                  <a:pt x="8477" y="0"/>
                </a:moveTo>
                <a:lnTo>
                  <a:pt x="8513" y="0"/>
                </a:lnTo>
                <a:lnTo>
                  <a:pt x="8513" y="37"/>
                </a:lnTo>
                <a:lnTo>
                  <a:pt x="8477" y="37"/>
                </a:lnTo>
                <a:lnTo>
                  <a:pt x="8477" y="0"/>
                </a:lnTo>
                <a:moveTo>
                  <a:pt x="8550" y="0"/>
                </a:moveTo>
                <a:lnTo>
                  <a:pt x="8586" y="0"/>
                </a:lnTo>
                <a:lnTo>
                  <a:pt x="8586" y="37"/>
                </a:lnTo>
                <a:lnTo>
                  <a:pt x="8550" y="37"/>
                </a:lnTo>
                <a:lnTo>
                  <a:pt x="8550" y="0"/>
                </a:lnTo>
                <a:moveTo>
                  <a:pt x="8622" y="0"/>
                </a:moveTo>
                <a:lnTo>
                  <a:pt x="8658" y="0"/>
                </a:lnTo>
                <a:lnTo>
                  <a:pt x="8658" y="37"/>
                </a:lnTo>
                <a:lnTo>
                  <a:pt x="8622" y="37"/>
                </a:lnTo>
                <a:lnTo>
                  <a:pt x="8622" y="0"/>
                </a:lnTo>
                <a:moveTo>
                  <a:pt x="8696" y="0"/>
                </a:moveTo>
                <a:lnTo>
                  <a:pt x="8732" y="0"/>
                </a:lnTo>
                <a:lnTo>
                  <a:pt x="8732" y="37"/>
                </a:lnTo>
                <a:lnTo>
                  <a:pt x="8696" y="37"/>
                </a:lnTo>
                <a:lnTo>
                  <a:pt x="8696" y="0"/>
                </a:lnTo>
                <a:moveTo>
                  <a:pt x="8768" y="0"/>
                </a:moveTo>
                <a:lnTo>
                  <a:pt x="8804" y="0"/>
                </a:lnTo>
                <a:lnTo>
                  <a:pt x="8804" y="37"/>
                </a:lnTo>
                <a:lnTo>
                  <a:pt x="8768" y="37"/>
                </a:lnTo>
                <a:lnTo>
                  <a:pt x="8768" y="0"/>
                </a:lnTo>
                <a:moveTo>
                  <a:pt x="8840" y="0"/>
                </a:moveTo>
                <a:lnTo>
                  <a:pt x="8877" y="0"/>
                </a:lnTo>
                <a:lnTo>
                  <a:pt x="8877" y="37"/>
                </a:lnTo>
                <a:lnTo>
                  <a:pt x="8840" y="37"/>
                </a:lnTo>
                <a:lnTo>
                  <a:pt x="8840" y="0"/>
                </a:lnTo>
                <a:moveTo>
                  <a:pt x="8913" y="0"/>
                </a:moveTo>
                <a:lnTo>
                  <a:pt x="8949" y="0"/>
                </a:lnTo>
                <a:lnTo>
                  <a:pt x="8949" y="37"/>
                </a:lnTo>
                <a:lnTo>
                  <a:pt x="8913" y="37"/>
                </a:lnTo>
                <a:lnTo>
                  <a:pt x="8913" y="0"/>
                </a:lnTo>
                <a:moveTo>
                  <a:pt x="8985" y="0"/>
                </a:moveTo>
                <a:lnTo>
                  <a:pt x="9022" y="0"/>
                </a:lnTo>
                <a:lnTo>
                  <a:pt x="9022" y="37"/>
                </a:lnTo>
                <a:lnTo>
                  <a:pt x="8985" y="37"/>
                </a:lnTo>
                <a:lnTo>
                  <a:pt x="8985" y="0"/>
                </a:lnTo>
                <a:moveTo>
                  <a:pt x="9058" y="0"/>
                </a:moveTo>
                <a:lnTo>
                  <a:pt x="9094" y="0"/>
                </a:lnTo>
                <a:lnTo>
                  <a:pt x="9094" y="37"/>
                </a:lnTo>
                <a:lnTo>
                  <a:pt x="9058" y="37"/>
                </a:lnTo>
                <a:lnTo>
                  <a:pt x="9058" y="0"/>
                </a:lnTo>
                <a:moveTo>
                  <a:pt x="9130" y="0"/>
                </a:moveTo>
                <a:lnTo>
                  <a:pt x="9166" y="0"/>
                </a:lnTo>
                <a:lnTo>
                  <a:pt x="9166" y="37"/>
                </a:lnTo>
                <a:lnTo>
                  <a:pt x="9130" y="37"/>
                </a:lnTo>
                <a:lnTo>
                  <a:pt x="9130" y="0"/>
                </a:lnTo>
                <a:moveTo>
                  <a:pt x="9203" y="0"/>
                </a:moveTo>
                <a:lnTo>
                  <a:pt x="9239" y="0"/>
                </a:lnTo>
                <a:lnTo>
                  <a:pt x="9239" y="37"/>
                </a:lnTo>
                <a:lnTo>
                  <a:pt x="9203" y="37"/>
                </a:lnTo>
                <a:lnTo>
                  <a:pt x="9203" y="0"/>
                </a:lnTo>
                <a:moveTo>
                  <a:pt x="9275" y="0"/>
                </a:moveTo>
                <a:lnTo>
                  <a:pt x="9311" y="0"/>
                </a:lnTo>
                <a:lnTo>
                  <a:pt x="9311" y="37"/>
                </a:lnTo>
                <a:lnTo>
                  <a:pt x="9275" y="37"/>
                </a:lnTo>
                <a:lnTo>
                  <a:pt x="9275" y="0"/>
                </a:lnTo>
                <a:moveTo>
                  <a:pt x="9348" y="0"/>
                </a:moveTo>
                <a:lnTo>
                  <a:pt x="9384" y="0"/>
                </a:lnTo>
                <a:lnTo>
                  <a:pt x="9384" y="37"/>
                </a:lnTo>
                <a:lnTo>
                  <a:pt x="9348" y="37"/>
                </a:lnTo>
                <a:lnTo>
                  <a:pt x="9348" y="0"/>
                </a:lnTo>
                <a:moveTo>
                  <a:pt x="9420" y="0"/>
                </a:moveTo>
                <a:lnTo>
                  <a:pt x="9456" y="0"/>
                </a:lnTo>
                <a:lnTo>
                  <a:pt x="9456" y="37"/>
                </a:lnTo>
                <a:lnTo>
                  <a:pt x="9420" y="37"/>
                </a:lnTo>
                <a:lnTo>
                  <a:pt x="9420" y="0"/>
                </a:lnTo>
                <a:moveTo>
                  <a:pt x="9492" y="0"/>
                </a:moveTo>
                <a:lnTo>
                  <a:pt x="9529" y="0"/>
                </a:lnTo>
                <a:lnTo>
                  <a:pt x="9529" y="37"/>
                </a:lnTo>
                <a:lnTo>
                  <a:pt x="9492" y="37"/>
                </a:lnTo>
                <a:lnTo>
                  <a:pt x="9492" y="0"/>
                </a:lnTo>
                <a:moveTo>
                  <a:pt x="9565" y="0"/>
                </a:moveTo>
                <a:lnTo>
                  <a:pt x="9601" y="0"/>
                </a:lnTo>
                <a:lnTo>
                  <a:pt x="9601" y="37"/>
                </a:lnTo>
                <a:lnTo>
                  <a:pt x="9565" y="37"/>
                </a:lnTo>
                <a:lnTo>
                  <a:pt x="9565" y="0"/>
                </a:lnTo>
                <a:moveTo>
                  <a:pt x="9637" y="0"/>
                </a:moveTo>
                <a:lnTo>
                  <a:pt x="9674" y="0"/>
                </a:lnTo>
                <a:lnTo>
                  <a:pt x="9674" y="37"/>
                </a:lnTo>
                <a:lnTo>
                  <a:pt x="9637" y="37"/>
                </a:lnTo>
                <a:lnTo>
                  <a:pt x="9637" y="0"/>
                </a:lnTo>
                <a:moveTo>
                  <a:pt x="9710" y="0"/>
                </a:moveTo>
                <a:lnTo>
                  <a:pt x="9746" y="0"/>
                </a:lnTo>
                <a:lnTo>
                  <a:pt x="9746" y="37"/>
                </a:lnTo>
                <a:lnTo>
                  <a:pt x="9710" y="37"/>
                </a:lnTo>
                <a:lnTo>
                  <a:pt x="9710" y="0"/>
                </a:lnTo>
                <a:moveTo>
                  <a:pt x="9782" y="0"/>
                </a:moveTo>
                <a:lnTo>
                  <a:pt x="9819" y="0"/>
                </a:lnTo>
                <a:lnTo>
                  <a:pt x="9819" y="37"/>
                </a:lnTo>
                <a:lnTo>
                  <a:pt x="9782" y="37"/>
                </a:lnTo>
                <a:lnTo>
                  <a:pt x="9782" y="0"/>
                </a:lnTo>
                <a:moveTo>
                  <a:pt x="9855" y="0"/>
                </a:moveTo>
                <a:lnTo>
                  <a:pt x="9891" y="0"/>
                </a:lnTo>
                <a:lnTo>
                  <a:pt x="9891" y="37"/>
                </a:lnTo>
                <a:lnTo>
                  <a:pt x="9855" y="37"/>
                </a:lnTo>
                <a:lnTo>
                  <a:pt x="9855" y="0"/>
                </a:lnTo>
                <a:moveTo>
                  <a:pt x="9927" y="0"/>
                </a:moveTo>
                <a:lnTo>
                  <a:pt x="9963" y="0"/>
                </a:lnTo>
                <a:lnTo>
                  <a:pt x="9963" y="37"/>
                </a:lnTo>
                <a:lnTo>
                  <a:pt x="9927" y="37"/>
                </a:lnTo>
                <a:lnTo>
                  <a:pt x="9927" y="0"/>
                </a:lnTo>
                <a:moveTo>
                  <a:pt x="10000" y="0"/>
                </a:moveTo>
                <a:lnTo>
                  <a:pt x="10036" y="0"/>
                </a:lnTo>
                <a:lnTo>
                  <a:pt x="10036" y="37"/>
                </a:lnTo>
                <a:lnTo>
                  <a:pt x="10000" y="37"/>
                </a:lnTo>
                <a:lnTo>
                  <a:pt x="10000" y="0"/>
                </a:lnTo>
                <a:moveTo>
                  <a:pt x="10072" y="0"/>
                </a:moveTo>
                <a:lnTo>
                  <a:pt x="10108" y="0"/>
                </a:lnTo>
                <a:lnTo>
                  <a:pt x="10108" y="37"/>
                </a:lnTo>
                <a:lnTo>
                  <a:pt x="10072" y="37"/>
                </a:lnTo>
                <a:lnTo>
                  <a:pt x="10072" y="0"/>
                </a:lnTo>
                <a:moveTo>
                  <a:pt x="10145" y="0"/>
                </a:moveTo>
                <a:lnTo>
                  <a:pt x="10181" y="0"/>
                </a:lnTo>
                <a:lnTo>
                  <a:pt x="10181" y="37"/>
                </a:lnTo>
                <a:lnTo>
                  <a:pt x="10145" y="37"/>
                </a:lnTo>
                <a:lnTo>
                  <a:pt x="10145" y="0"/>
                </a:lnTo>
                <a:moveTo>
                  <a:pt x="10217" y="0"/>
                </a:moveTo>
                <a:lnTo>
                  <a:pt x="10253" y="0"/>
                </a:lnTo>
                <a:lnTo>
                  <a:pt x="10253" y="37"/>
                </a:lnTo>
                <a:lnTo>
                  <a:pt x="10217" y="37"/>
                </a:lnTo>
                <a:lnTo>
                  <a:pt x="10217" y="0"/>
                </a:lnTo>
                <a:moveTo>
                  <a:pt x="10289" y="0"/>
                </a:moveTo>
                <a:lnTo>
                  <a:pt x="10326" y="0"/>
                </a:lnTo>
                <a:lnTo>
                  <a:pt x="10326" y="37"/>
                </a:lnTo>
                <a:lnTo>
                  <a:pt x="10289" y="37"/>
                </a:lnTo>
                <a:lnTo>
                  <a:pt x="10289" y="0"/>
                </a:lnTo>
                <a:moveTo>
                  <a:pt x="10362" y="0"/>
                </a:moveTo>
                <a:lnTo>
                  <a:pt x="10398" y="0"/>
                </a:lnTo>
                <a:lnTo>
                  <a:pt x="10398" y="37"/>
                </a:lnTo>
                <a:lnTo>
                  <a:pt x="10362" y="37"/>
                </a:lnTo>
                <a:lnTo>
                  <a:pt x="10362" y="0"/>
                </a:lnTo>
                <a:moveTo>
                  <a:pt x="10434" y="0"/>
                </a:moveTo>
                <a:lnTo>
                  <a:pt x="10471" y="0"/>
                </a:lnTo>
                <a:lnTo>
                  <a:pt x="10471" y="37"/>
                </a:lnTo>
                <a:lnTo>
                  <a:pt x="10434" y="37"/>
                </a:lnTo>
                <a:lnTo>
                  <a:pt x="10434" y="0"/>
                </a:lnTo>
                <a:moveTo>
                  <a:pt x="10507" y="0"/>
                </a:moveTo>
                <a:lnTo>
                  <a:pt x="10543" y="0"/>
                </a:lnTo>
                <a:lnTo>
                  <a:pt x="10543" y="37"/>
                </a:lnTo>
                <a:lnTo>
                  <a:pt x="10507" y="37"/>
                </a:lnTo>
                <a:lnTo>
                  <a:pt x="10507" y="0"/>
                </a:lnTo>
                <a:moveTo>
                  <a:pt x="10579" y="0"/>
                </a:moveTo>
                <a:lnTo>
                  <a:pt x="10615" y="0"/>
                </a:lnTo>
                <a:lnTo>
                  <a:pt x="10615" y="37"/>
                </a:lnTo>
                <a:lnTo>
                  <a:pt x="10579" y="37"/>
                </a:lnTo>
                <a:lnTo>
                  <a:pt x="10579" y="0"/>
                </a:lnTo>
                <a:moveTo>
                  <a:pt x="10652" y="0"/>
                </a:moveTo>
                <a:lnTo>
                  <a:pt x="10688" y="0"/>
                </a:lnTo>
                <a:lnTo>
                  <a:pt x="10688" y="37"/>
                </a:lnTo>
                <a:lnTo>
                  <a:pt x="10652" y="37"/>
                </a:lnTo>
                <a:lnTo>
                  <a:pt x="10652" y="0"/>
                </a:lnTo>
                <a:moveTo>
                  <a:pt x="10724" y="0"/>
                </a:moveTo>
                <a:lnTo>
                  <a:pt x="10760" y="0"/>
                </a:lnTo>
                <a:lnTo>
                  <a:pt x="10760" y="37"/>
                </a:lnTo>
                <a:lnTo>
                  <a:pt x="10724" y="37"/>
                </a:lnTo>
                <a:lnTo>
                  <a:pt x="10724" y="0"/>
                </a:lnTo>
                <a:moveTo>
                  <a:pt x="10797" y="0"/>
                </a:moveTo>
                <a:lnTo>
                  <a:pt x="10833" y="0"/>
                </a:lnTo>
                <a:lnTo>
                  <a:pt x="10833" y="37"/>
                </a:lnTo>
                <a:lnTo>
                  <a:pt x="10797" y="37"/>
                </a:lnTo>
                <a:lnTo>
                  <a:pt x="10797" y="0"/>
                </a:lnTo>
                <a:moveTo>
                  <a:pt x="10869" y="0"/>
                </a:moveTo>
                <a:lnTo>
                  <a:pt x="10905" y="0"/>
                </a:lnTo>
                <a:lnTo>
                  <a:pt x="10905" y="37"/>
                </a:lnTo>
                <a:lnTo>
                  <a:pt x="10869" y="37"/>
                </a:lnTo>
                <a:lnTo>
                  <a:pt x="10869" y="0"/>
                </a:lnTo>
                <a:moveTo>
                  <a:pt x="10942" y="0"/>
                </a:moveTo>
                <a:lnTo>
                  <a:pt x="10978" y="0"/>
                </a:lnTo>
                <a:lnTo>
                  <a:pt x="10978" y="37"/>
                </a:lnTo>
                <a:lnTo>
                  <a:pt x="10942" y="37"/>
                </a:lnTo>
                <a:lnTo>
                  <a:pt x="10942" y="0"/>
                </a:lnTo>
                <a:moveTo>
                  <a:pt x="11014" y="0"/>
                </a:moveTo>
                <a:lnTo>
                  <a:pt x="11050" y="0"/>
                </a:lnTo>
                <a:lnTo>
                  <a:pt x="11050" y="37"/>
                </a:lnTo>
                <a:lnTo>
                  <a:pt x="11014" y="37"/>
                </a:lnTo>
                <a:lnTo>
                  <a:pt x="11014" y="0"/>
                </a:lnTo>
                <a:moveTo>
                  <a:pt x="11086" y="0"/>
                </a:moveTo>
                <a:lnTo>
                  <a:pt x="11123" y="0"/>
                </a:lnTo>
                <a:lnTo>
                  <a:pt x="11123" y="37"/>
                </a:lnTo>
                <a:lnTo>
                  <a:pt x="11086" y="37"/>
                </a:lnTo>
                <a:lnTo>
                  <a:pt x="11086" y="0"/>
                </a:lnTo>
                <a:moveTo>
                  <a:pt x="11159" y="0"/>
                </a:moveTo>
                <a:lnTo>
                  <a:pt x="11195" y="0"/>
                </a:lnTo>
                <a:lnTo>
                  <a:pt x="11195" y="37"/>
                </a:lnTo>
                <a:lnTo>
                  <a:pt x="11159" y="37"/>
                </a:lnTo>
                <a:lnTo>
                  <a:pt x="11159" y="0"/>
                </a:lnTo>
                <a:moveTo>
                  <a:pt x="11231" y="0"/>
                </a:moveTo>
                <a:lnTo>
                  <a:pt x="11268" y="0"/>
                </a:lnTo>
                <a:lnTo>
                  <a:pt x="11268" y="37"/>
                </a:lnTo>
                <a:lnTo>
                  <a:pt x="11231" y="37"/>
                </a:lnTo>
                <a:lnTo>
                  <a:pt x="11231" y="0"/>
                </a:lnTo>
                <a:moveTo>
                  <a:pt x="11304" y="0"/>
                </a:moveTo>
                <a:lnTo>
                  <a:pt x="11340" y="0"/>
                </a:lnTo>
                <a:lnTo>
                  <a:pt x="11340" y="37"/>
                </a:lnTo>
                <a:lnTo>
                  <a:pt x="11304" y="37"/>
                </a:lnTo>
                <a:lnTo>
                  <a:pt x="11304" y="0"/>
                </a:lnTo>
                <a:moveTo>
                  <a:pt x="11376" y="0"/>
                </a:moveTo>
                <a:lnTo>
                  <a:pt x="11412" y="0"/>
                </a:lnTo>
                <a:lnTo>
                  <a:pt x="11412" y="37"/>
                </a:lnTo>
                <a:lnTo>
                  <a:pt x="11376" y="37"/>
                </a:lnTo>
                <a:lnTo>
                  <a:pt x="11376" y="0"/>
                </a:lnTo>
                <a:moveTo>
                  <a:pt x="11449" y="0"/>
                </a:moveTo>
                <a:lnTo>
                  <a:pt x="11485" y="0"/>
                </a:lnTo>
                <a:lnTo>
                  <a:pt x="11485" y="37"/>
                </a:lnTo>
                <a:lnTo>
                  <a:pt x="11449" y="37"/>
                </a:lnTo>
                <a:lnTo>
                  <a:pt x="11449" y="0"/>
                </a:lnTo>
                <a:moveTo>
                  <a:pt x="11521" y="0"/>
                </a:moveTo>
                <a:lnTo>
                  <a:pt x="11557" y="0"/>
                </a:lnTo>
                <a:lnTo>
                  <a:pt x="11557" y="37"/>
                </a:lnTo>
                <a:lnTo>
                  <a:pt x="11521" y="37"/>
                </a:lnTo>
                <a:lnTo>
                  <a:pt x="11521" y="0"/>
                </a:lnTo>
                <a:moveTo>
                  <a:pt x="11594" y="0"/>
                </a:moveTo>
                <a:lnTo>
                  <a:pt x="11630" y="0"/>
                </a:lnTo>
                <a:lnTo>
                  <a:pt x="11630" y="37"/>
                </a:lnTo>
                <a:lnTo>
                  <a:pt x="11594" y="37"/>
                </a:lnTo>
                <a:lnTo>
                  <a:pt x="11594" y="0"/>
                </a:lnTo>
                <a:moveTo>
                  <a:pt x="11666" y="0"/>
                </a:moveTo>
                <a:lnTo>
                  <a:pt x="11702" y="0"/>
                </a:lnTo>
                <a:lnTo>
                  <a:pt x="11702" y="37"/>
                </a:lnTo>
                <a:lnTo>
                  <a:pt x="11666" y="37"/>
                </a:lnTo>
                <a:lnTo>
                  <a:pt x="11666" y="0"/>
                </a:lnTo>
                <a:moveTo>
                  <a:pt x="11738" y="0"/>
                </a:moveTo>
                <a:lnTo>
                  <a:pt x="11775" y="0"/>
                </a:lnTo>
                <a:lnTo>
                  <a:pt x="11775" y="37"/>
                </a:lnTo>
                <a:lnTo>
                  <a:pt x="11738" y="37"/>
                </a:lnTo>
                <a:lnTo>
                  <a:pt x="11738" y="0"/>
                </a:lnTo>
                <a:moveTo>
                  <a:pt x="11811" y="0"/>
                </a:moveTo>
                <a:lnTo>
                  <a:pt x="11847" y="0"/>
                </a:lnTo>
                <a:lnTo>
                  <a:pt x="11847" y="37"/>
                </a:lnTo>
                <a:lnTo>
                  <a:pt x="11811" y="37"/>
                </a:lnTo>
                <a:lnTo>
                  <a:pt x="11811" y="0"/>
                </a:lnTo>
                <a:moveTo>
                  <a:pt x="11883" y="0"/>
                </a:moveTo>
                <a:lnTo>
                  <a:pt x="11920" y="0"/>
                </a:lnTo>
                <a:lnTo>
                  <a:pt x="11920" y="37"/>
                </a:lnTo>
                <a:lnTo>
                  <a:pt x="11883" y="37"/>
                </a:lnTo>
                <a:lnTo>
                  <a:pt x="11883" y="0"/>
                </a:lnTo>
                <a:moveTo>
                  <a:pt x="11956" y="0"/>
                </a:moveTo>
                <a:lnTo>
                  <a:pt x="11992" y="0"/>
                </a:lnTo>
                <a:lnTo>
                  <a:pt x="11992" y="37"/>
                </a:lnTo>
                <a:lnTo>
                  <a:pt x="11956" y="37"/>
                </a:lnTo>
                <a:lnTo>
                  <a:pt x="11956" y="0"/>
                </a:lnTo>
                <a:moveTo>
                  <a:pt x="12028" y="0"/>
                </a:moveTo>
                <a:lnTo>
                  <a:pt x="12065" y="0"/>
                </a:lnTo>
                <a:lnTo>
                  <a:pt x="12065" y="37"/>
                </a:lnTo>
                <a:lnTo>
                  <a:pt x="12028" y="37"/>
                </a:lnTo>
                <a:lnTo>
                  <a:pt x="12028" y="0"/>
                </a:lnTo>
                <a:moveTo>
                  <a:pt x="12101" y="0"/>
                </a:moveTo>
                <a:lnTo>
                  <a:pt x="12137" y="0"/>
                </a:lnTo>
                <a:lnTo>
                  <a:pt x="12137" y="37"/>
                </a:lnTo>
                <a:lnTo>
                  <a:pt x="12101" y="37"/>
                </a:lnTo>
                <a:lnTo>
                  <a:pt x="12101" y="0"/>
                </a:lnTo>
                <a:moveTo>
                  <a:pt x="12173" y="0"/>
                </a:moveTo>
                <a:lnTo>
                  <a:pt x="12209" y="0"/>
                </a:lnTo>
                <a:lnTo>
                  <a:pt x="12209" y="37"/>
                </a:lnTo>
                <a:lnTo>
                  <a:pt x="12173" y="37"/>
                </a:lnTo>
                <a:lnTo>
                  <a:pt x="12173" y="0"/>
                </a:lnTo>
                <a:moveTo>
                  <a:pt x="12246" y="0"/>
                </a:moveTo>
                <a:lnTo>
                  <a:pt x="12282" y="0"/>
                </a:lnTo>
                <a:lnTo>
                  <a:pt x="12282" y="37"/>
                </a:lnTo>
                <a:lnTo>
                  <a:pt x="12246" y="37"/>
                </a:lnTo>
                <a:lnTo>
                  <a:pt x="12246" y="0"/>
                </a:lnTo>
                <a:moveTo>
                  <a:pt x="12318" y="0"/>
                </a:moveTo>
                <a:lnTo>
                  <a:pt x="12354" y="0"/>
                </a:lnTo>
                <a:lnTo>
                  <a:pt x="12354" y="37"/>
                </a:lnTo>
                <a:lnTo>
                  <a:pt x="12318" y="37"/>
                </a:lnTo>
                <a:lnTo>
                  <a:pt x="12318" y="0"/>
                </a:lnTo>
                <a:moveTo>
                  <a:pt x="12391" y="0"/>
                </a:moveTo>
                <a:lnTo>
                  <a:pt x="12409" y="0"/>
                </a:lnTo>
                <a:lnTo>
                  <a:pt x="12409" y="37"/>
                </a:lnTo>
                <a:lnTo>
                  <a:pt x="12391" y="37"/>
                </a:lnTo>
                <a:lnTo>
                  <a:pt x="12391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8042400" y="4122000"/>
            <a:ext cx="13320" cy="1917360"/>
          </a:xfrm>
          <a:custGeom>
            <a:avLst/>
            <a:gdLst/>
            <a:ahLst/>
            <a:rect l="0" t="0" r="r" b="b"/>
            <a:pathLst>
              <a:path w="37" h="5326">
                <a:moveTo>
                  <a:pt x="37" y="0"/>
                </a:moveTo>
                <a:lnTo>
                  <a:pt x="37" y="36"/>
                </a:lnTo>
                <a:lnTo>
                  <a:pt x="0" y="36"/>
                </a:lnTo>
                <a:lnTo>
                  <a:pt x="0" y="0"/>
                </a:lnTo>
                <a:lnTo>
                  <a:pt x="37" y="0"/>
                </a:lnTo>
                <a:moveTo>
                  <a:pt x="37" y="72"/>
                </a:moveTo>
                <a:lnTo>
                  <a:pt x="37" y="109"/>
                </a:lnTo>
                <a:lnTo>
                  <a:pt x="0" y="109"/>
                </a:lnTo>
                <a:lnTo>
                  <a:pt x="0" y="72"/>
                </a:lnTo>
                <a:lnTo>
                  <a:pt x="37" y="72"/>
                </a:lnTo>
                <a:moveTo>
                  <a:pt x="37" y="145"/>
                </a:moveTo>
                <a:lnTo>
                  <a:pt x="37" y="181"/>
                </a:lnTo>
                <a:lnTo>
                  <a:pt x="0" y="181"/>
                </a:lnTo>
                <a:lnTo>
                  <a:pt x="0" y="145"/>
                </a:lnTo>
                <a:lnTo>
                  <a:pt x="37" y="145"/>
                </a:lnTo>
                <a:moveTo>
                  <a:pt x="37" y="217"/>
                </a:moveTo>
                <a:lnTo>
                  <a:pt x="37" y="254"/>
                </a:lnTo>
                <a:lnTo>
                  <a:pt x="0" y="254"/>
                </a:lnTo>
                <a:lnTo>
                  <a:pt x="0" y="217"/>
                </a:lnTo>
                <a:lnTo>
                  <a:pt x="37" y="217"/>
                </a:lnTo>
                <a:moveTo>
                  <a:pt x="37" y="290"/>
                </a:moveTo>
                <a:lnTo>
                  <a:pt x="37" y="326"/>
                </a:lnTo>
                <a:lnTo>
                  <a:pt x="0" y="326"/>
                </a:lnTo>
                <a:lnTo>
                  <a:pt x="0" y="290"/>
                </a:lnTo>
                <a:lnTo>
                  <a:pt x="37" y="290"/>
                </a:lnTo>
                <a:moveTo>
                  <a:pt x="37" y="362"/>
                </a:moveTo>
                <a:lnTo>
                  <a:pt x="37" y="398"/>
                </a:lnTo>
                <a:lnTo>
                  <a:pt x="0" y="398"/>
                </a:lnTo>
                <a:lnTo>
                  <a:pt x="0" y="362"/>
                </a:lnTo>
                <a:lnTo>
                  <a:pt x="37" y="362"/>
                </a:lnTo>
                <a:moveTo>
                  <a:pt x="37" y="435"/>
                </a:moveTo>
                <a:lnTo>
                  <a:pt x="37" y="471"/>
                </a:lnTo>
                <a:lnTo>
                  <a:pt x="0" y="471"/>
                </a:lnTo>
                <a:lnTo>
                  <a:pt x="0" y="435"/>
                </a:lnTo>
                <a:lnTo>
                  <a:pt x="37" y="435"/>
                </a:lnTo>
                <a:moveTo>
                  <a:pt x="37" y="507"/>
                </a:moveTo>
                <a:lnTo>
                  <a:pt x="37" y="543"/>
                </a:lnTo>
                <a:lnTo>
                  <a:pt x="0" y="543"/>
                </a:lnTo>
                <a:lnTo>
                  <a:pt x="0" y="507"/>
                </a:lnTo>
                <a:lnTo>
                  <a:pt x="37" y="507"/>
                </a:lnTo>
                <a:moveTo>
                  <a:pt x="37" y="580"/>
                </a:moveTo>
                <a:lnTo>
                  <a:pt x="37" y="616"/>
                </a:lnTo>
                <a:lnTo>
                  <a:pt x="0" y="616"/>
                </a:lnTo>
                <a:lnTo>
                  <a:pt x="0" y="580"/>
                </a:lnTo>
                <a:lnTo>
                  <a:pt x="37" y="580"/>
                </a:lnTo>
                <a:moveTo>
                  <a:pt x="37" y="652"/>
                </a:moveTo>
                <a:lnTo>
                  <a:pt x="37" y="688"/>
                </a:lnTo>
                <a:lnTo>
                  <a:pt x="0" y="688"/>
                </a:lnTo>
                <a:lnTo>
                  <a:pt x="0" y="652"/>
                </a:lnTo>
                <a:lnTo>
                  <a:pt x="37" y="652"/>
                </a:lnTo>
                <a:moveTo>
                  <a:pt x="37" y="724"/>
                </a:moveTo>
                <a:lnTo>
                  <a:pt x="37" y="761"/>
                </a:lnTo>
                <a:lnTo>
                  <a:pt x="0" y="761"/>
                </a:lnTo>
                <a:lnTo>
                  <a:pt x="0" y="724"/>
                </a:lnTo>
                <a:lnTo>
                  <a:pt x="37" y="724"/>
                </a:lnTo>
                <a:moveTo>
                  <a:pt x="37" y="797"/>
                </a:moveTo>
                <a:lnTo>
                  <a:pt x="37" y="833"/>
                </a:lnTo>
                <a:lnTo>
                  <a:pt x="0" y="833"/>
                </a:lnTo>
                <a:lnTo>
                  <a:pt x="0" y="797"/>
                </a:lnTo>
                <a:lnTo>
                  <a:pt x="37" y="797"/>
                </a:lnTo>
                <a:moveTo>
                  <a:pt x="37" y="869"/>
                </a:moveTo>
                <a:lnTo>
                  <a:pt x="37" y="906"/>
                </a:lnTo>
                <a:lnTo>
                  <a:pt x="0" y="906"/>
                </a:lnTo>
                <a:lnTo>
                  <a:pt x="0" y="869"/>
                </a:lnTo>
                <a:lnTo>
                  <a:pt x="37" y="869"/>
                </a:lnTo>
                <a:moveTo>
                  <a:pt x="37" y="942"/>
                </a:moveTo>
                <a:lnTo>
                  <a:pt x="37" y="978"/>
                </a:lnTo>
                <a:lnTo>
                  <a:pt x="0" y="978"/>
                </a:lnTo>
                <a:lnTo>
                  <a:pt x="0" y="942"/>
                </a:lnTo>
                <a:lnTo>
                  <a:pt x="37" y="942"/>
                </a:lnTo>
                <a:moveTo>
                  <a:pt x="37" y="1014"/>
                </a:moveTo>
                <a:lnTo>
                  <a:pt x="37" y="1051"/>
                </a:lnTo>
                <a:lnTo>
                  <a:pt x="0" y="1051"/>
                </a:lnTo>
                <a:lnTo>
                  <a:pt x="0" y="1014"/>
                </a:lnTo>
                <a:lnTo>
                  <a:pt x="37" y="1014"/>
                </a:lnTo>
                <a:moveTo>
                  <a:pt x="37" y="1087"/>
                </a:moveTo>
                <a:lnTo>
                  <a:pt x="37" y="1123"/>
                </a:lnTo>
                <a:lnTo>
                  <a:pt x="0" y="1123"/>
                </a:lnTo>
                <a:lnTo>
                  <a:pt x="0" y="1087"/>
                </a:lnTo>
                <a:lnTo>
                  <a:pt x="37" y="1087"/>
                </a:lnTo>
                <a:moveTo>
                  <a:pt x="37" y="1159"/>
                </a:moveTo>
                <a:lnTo>
                  <a:pt x="37" y="1195"/>
                </a:lnTo>
                <a:lnTo>
                  <a:pt x="0" y="1195"/>
                </a:lnTo>
                <a:lnTo>
                  <a:pt x="0" y="1159"/>
                </a:lnTo>
                <a:lnTo>
                  <a:pt x="37" y="1159"/>
                </a:lnTo>
                <a:moveTo>
                  <a:pt x="37" y="1232"/>
                </a:moveTo>
                <a:lnTo>
                  <a:pt x="37" y="1268"/>
                </a:lnTo>
                <a:lnTo>
                  <a:pt x="0" y="1268"/>
                </a:lnTo>
                <a:lnTo>
                  <a:pt x="0" y="1232"/>
                </a:lnTo>
                <a:lnTo>
                  <a:pt x="37" y="1232"/>
                </a:lnTo>
                <a:moveTo>
                  <a:pt x="37" y="1304"/>
                </a:moveTo>
                <a:lnTo>
                  <a:pt x="37" y="1340"/>
                </a:lnTo>
                <a:lnTo>
                  <a:pt x="0" y="1340"/>
                </a:lnTo>
                <a:lnTo>
                  <a:pt x="0" y="1304"/>
                </a:lnTo>
                <a:lnTo>
                  <a:pt x="37" y="1304"/>
                </a:lnTo>
                <a:moveTo>
                  <a:pt x="37" y="1377"/>
                </a:moveTo>
                <a:lnTo>
                  <a:pt x="37" y="1413"/>
                </a:lnTo>
                <a:lnTo>
                  <a:pt x="0" y="1413"/>
                </a:lnTo>
                <a:lnTo>
                  <a:pt x="0" y="1377"/>
                </a:lnTo>
                <a:lnTo>
                  <a:pt x="37" y="1377"/>
                </a:lnTo>
                <a:moveTo>
                  <a:pt x="37" y="1449"/>
                </a:moveTo>
                <a:lnTo>
                  <a:pt x="37" y="1485"/>
                </a:lnTo>
                <a:lnTo>
                  <a:pt x="0" y="1485"/>
                </a:lnTo>
                <a:lnTo>
                  <a:pt x="0" y="1449"/>
                </a:lnTo>
                <a:lnTo>
                  <a:pt x="37" y="1449"/>
                </a:lnTo>
                <a:moveTo>
                  <a:pt x="37" y="1521"/>
                </a:moveTo>
                <a:lnTo>
                  <a:pt x="37" y="1558"/>
                </a:lnTo>
                <a:lnTo>
                  <a:pt x="0" y="1558"/>
                </a:lnTo>
                <a:lnTo>
                  <a:pt x="0" y="1521"/>
                </a:lnTo>
                <a:lnTo>
                  <a:pt x="37" y="1521"/>
                </a:lnTo>
                <a:moveTo>
                  <a:pt x="37" y="1594"/>
                </a:moveTo>
                <a:lnTo>
                  <a:pt x="37" y="1630"/>
                </a:lnTo>
                <a:lnTo>
                  <a:pt x="0" y="1630"/>
                </a:lnTo>
                <a:lnTo>
                  <a:pt x="0" y="1594"/>
                </a:lnTo>
                <a:lnTo>
                  <a:pt x="37" y="1594"/>
                </a:lnTo>
                <a:moveTo>
                  <a:pt x="37" y="1666"/>
                </a:moveTo>
                <a:lnTo>
                  <a:pt x="37" y="1703"/>
                </a:lnTo>
                <a:lnTo>
                  <a:pt x="0" y="1703"/>
                </a:lnTo>
                <a:lnTo>
                  <a:pt x="0" y="1666"/>
                </a:lnTo>
                <a:lnTo>
                  <a:pt x="37" y="1666"/>
                </a:lnTo>
                <a:moveTo>
                  <a:pt x="37" y="1739"/>
                </a:moveTo>
                <a:lnTo>
                  <a:pt x="37" y="1775"/>
                </a:lnTo>
                <a:lnTo>
                  <a:pt x="0" y="1775"/>
                </a:lnTo>
                <a:lnTo>
                  <a:pt x="0" y="1739"/>
                </a:lnTo>
                <a:lnTo>
                  <a:pt x="37" y="1739"/>
                </a:lnTo>
                <a:moveTo>
                  <a:pt x="37" y="1811"/>
                </a:moveTo>
                <a:lnTo>
                  <a:pt x="37" y="1847"/>
                </a:lnTo>
                <a:lnTo>
                  <a:pt x="0" y="1847"/>
                </a:lnTo>
                <a:lnTo>
                  <a:pt x="0" y="1811"/>
                </a:lnTo>
                <a:lnTo>
                  <a:pt x="37" y="1811"/>
                </a:lnTo>
                <a:moveTo>
                  <a:pt x="37" y="1885"/>
                </a:moveTo>
                <a:lnTo>
                  <a:pt x="37" y="1921"/>
                </a:lnTo>
                <a:lnTo>
                  <a:pt x="0" y="1921"/>
                </a:lnTo>
                <a:lnTo>
                  <a:pt x="0" y="1885"/>
                </a:lnTo>
                <a:lnTo>
                  <a:pt x="37" y="1885"/>
                </a:lnTo>
                <a:moveTo>
                  <a:pt x="37" y="1957"/>
                </a:moveTo>
                <a:lnTo>
                  <a:pt x="37" y="1993"/>
                </a:lnTo>
                <a:lnTo>
                  <a:pt x="0" y="1993"/>
                </a:lnTo>
                <a:lnTo>
                  <a:pt x="0" y="1957"/>
                </a:lnTo>
                <a:lnTo>
                  <a:pt x="37" y="1957"/>
                </a:lnTo>
                <a:moveTo>
                  <a:pt x="37" y="2030"/>
                </a:moveTo>
                <a:lnTo>
                  <a:pt x="37" y="2066"/>
                </a:lnTo>
                <a:lnTo>
                  <a:pt x="0" y="2066"/>
                </a:lnTo>
                <a:lnTo>
                  <a:pt x="0" y="2030"/>
                </a:lnTo>
                <a:lnTo>
                  <a:pt x="37" y="2030"/>
                </a:lnTo>
                <a:moveTo>
                  <a:pt x="37" y="2102"/>
                </a:moveTo>
                <a:lnTo>
                  <a:pt x="37" y="2138"/>
                </a:lnTo>
                <a:lnTo>
                  <a:pt x="0" y="2138"/>
                </a:lnTo>
                <a:lnTo>
                  <a:pt x="0" y="2102"/>
                </a:lnTo>
                <a:lnTo>
                  <a:pt x="37" y="2102"/>
                </a:lnTo>
                <a:moveTo>
                  <a:pt x="37" y="2174"/>
                </a:moveTo>
                <a:lnTo>
                  <a:pt x="37" y="2211"/>
                </a:lnTo>
                <a:lnTo>
                  <a:pt x="0" y="2211"/>
                </a:lnTo>
                <a:lnTo>
                  <a:pt x="0" y="2174"/>
                </a:lnTo>
                <a:lnTo>
                  <a:pt x="37" y="2174"/>
                </a:lnTo>
                <a:moveTo>
                  <a:pt x="37" y="2247"/>
                </a:moveTo>
                <a:lnTo>
                  <a:pt x="37" y="2283"/>
                </a:lnTo>
                <a:lnTo>
                  <a:pt x="0" y="2283"/>
                </a:lnTo>
                <a:lnTo>
                  <a:pt x="0" y="2247"/>
                </a:lnTo>
                <a:lnTo>
                  <a:pt x="37" y="2247"/>
                </a:lnTo>
                <a:moveTo>
                  <a:pt x="37" y="2319"/>
                </a:moveTo>
                <a:lnTo>
                  <a:pt x="37" y="2356"/>
                </a:lnTo>
                <a:lnTo>
                  <a:pt x="0" y="2356"/>
                </a:lnTo>
                <a:lnTo>
                  <a:pt x="0" y="2319"/>
                </a:lnTo>
                <a:lnTo>
                  <a:pt x="37" y="2319"/>
                </a:lnTo>
                <a:moveTo>
                  <a:pt x="37" y="2392"/>
                </a:moveTo>
                <a:lnTo>
                  <a:pt x="37" y="2428"/>
                </a:lnTo>
                <a:lnTo>
                  <a:pt x="0" y="2428"/>
                </a:lnTo>
                <a:lnTo>
                  <a:pt x="0" y="2392"/>
                </a:lnTo>
                <a:lnTo>
                  <a:pt x="37" y="2392"/>
                </a:lnTo>
                <a:moveTo>
                  <a:pt x="37" y="2464"/>
                </a:moveTo>
                <a:lnTo>
                  <a:pt x="37" y="2501"/>
                </a:lnTo>
                <a:lnTo>
                  <a:pt x="0" y="2501"/>
                </a:lnTo>
                <a:lnTo>
                  <a:pt x="0" y="2464"/>
                </a:lnTo>
                <a:lnTo>
                  <a:pt x="37" y="2464"/>
                </a:lnTo>
                <a:moveTo>
                  <a:pt x="37" y="2537"/>
                </a:moveTo>
                <a:lnTo>
                  <a:pt x="37" y="2573"/>
                </a:lnTo>
                <a:lnTo>
                  <a:pt x="0" y="2573"/>
                </a:lnTo>
                <a:lnTo>
                  <a:pt x="0" y="2537"/>
                </a:lnTo>
                <a:lnTo>
                  <a:pt x="37" y="2537"/>
                </a:lnTo>
                <a:moveTo>
                  <a:pt x="37" y="2609"/>
                </a:moveTo>
                <a:lnTo>
                  <a:pt x="37" y="2645"/>
                </a:lnTo>
                <a:lnTo>
                  <a:pt x="0" y="2645"/>
                </a:lnTo>
                <a:lnTo>
                  <a:pt x="0" y="2609"/>
                </a:lnTo>
                <a:lnTo>
                  <a:pt x="37" y="2609"/>
                </a:lnTo>
                <a:moveTo>
                  <a:pt x="37" y="2682"/>
                </a:moveTo>
                <a:lnTo>
                  <a:pt x="37" y="2718"/>
                </a:lnTo>
                <a:lnTo>
                  <a:pt x="0" y="2718"/>
                </a:lnTo>
                <a:lnTo>
                  <a:pt x="0" y="2682"/>
                </a:lnTo>
                <a:lnTo>
                  <a:pt x="37" y="2682"/>
                </a:lnTo>
                <a:moveTo>
                  <a:pt x="37" y="2754"/>
                </a:moveTo>
                <a:lnTo>
                  <a:pt x="37" y="2790"/>
                </a:lnTo>
                <a:lnTo>
                  <a:pt x="0" y="2790"/>
                </a:lnTo>
                <a:lnTo>
                  <a:pt x="0" y="2754"/>
                </a:lnTo>
                <a:lnTo>
                  <a:pt x="37" y="2754"/>
                </a:lnTo>
                <a:moveTo>
                  <a:pt x="37" y="2827"/>
                </a:moveTo>
                <a:lnTo>
                  <a:pt x="37" y="2863"/>
                </a:lnTo>
                <a:lnTo>
                  <a:pt x="0" y="2863"/>
                </a:lnTo>
                <a:lnTo>
                  <a:pt x="0" y="2827"/>
                </a:lnTo>
                <a:lnTo>
                  <a:pt x="37" y="2827"/>
                </a:lnTo>
                <a:moveTo>
                  <a:pt x="37" y="2899"/>
                </a:moveTo>
                <a:lnTo>
                  <a:pt x="37" y="2935"/>
                </a:lnTo>
                <a:lnTo>
                  <a:pt x="0" y="2935"/>
                </a:lnTo>
                <a:lnTo>
                  <a:pt x="0" y="2899"/>
                </a:lnTo>
                <a:lnTo>
                  <a:pt x="37" y="2899"/>
                </a:lnTo>
                <a:moveTo>
                  <a:pt x="37" y="2971"/>
                </a:moveTo>
                <a:lnTo>
                  <a:pt x="37" y="3008"/>
                </a:lnTo>
                <a:lnTo>
                  <a:pt x="0" y="3008"/>
                </a:lnTo>
                <a:lnTo>
                  <a:pt x="0" y="2971"/>
                </a:lnTo>
                <a:lnTo>
                  <a:pt x="37" y="2971"/>
                </a:lnTo>
                <a:moveTo>
                  <a:pt x="37" y="3044"/>
                </a:moveTo>
                <a:lnTo>
                  <a:pt x="37" y="3080"/>
                </a:lnTo>
                <a:lnTo>
                  <a:pt x="0" y="3080"/>
                </a:lnTo>
                <a:lnTo>
                  <a:pt x="0" y="3044"/>
                </a:lnTo>
                <a:lnTo>
                  <a:pt x="37" y="3044"/>
                </a:lnTo>
                <a:moveTo>
                  <a:pt x="37" y="3116"/>
                </a:moveTo>
                <a:lnTo>
                  <a:pt x="37" y="3153"/>
                </a:lnTo>
                <a:lnTo>
                  <a:pt x="0" y="3153"/>
                </a:lnTo>
                <a:lnTo>
                  <a:pt x="0" y="3116"/>
                </a:lnTo>
                <a:lnTo>
                  <a:pt x="37" y="3116"/>
                </a:lnTo>
                <a:moveTo>
                  <a:pt x="37" y="3189"/>
                </a:moveTo>
                <a:lnTo>
                  <a:pt x="37" y="3225"/>
                </a:lnTo>
                <a:lnTo>
                  <a:pt x="0" y="3225"/>
                </a:lnTo>
                <a:lnTo>
                  <a:pt x="0" y="3189"/>
                </a:lnTo>
                <a:lnTo>
                  <a:pt x="37" y="3189"/>
                </a:lnTo>
                <a:moveTo>
                  <a:pt x="37" y="3261"/>
                </a:moveTo>
                <a:lnTo>
                  <a:pt x="37" y="3297"/>
                </a:lnTo>
                <a:lnTo>
                  <a:pt x="0" y="3297"/>
                </a:lnTo>
                <a:lnTo>
                  <a:pt x="0" y="3261"/>
                </a:lnTo>
                <a:lnTo>
                  <a:pt x="37" y="3261"/>
                </a:lnTo>
                <a:moveTo>
                  <a:pt x="37" y="3334"/>
                </a:moveTo>
                <a:lnTo>
                  <a:pt x="37" y="3370"/>
                </a:lnTo>
                <a:lnTo>
                  <a:pt x="0" y="3370"/>
                </a:lnTo>
                <a:lnTo>
                  <a:pt x="0" y="3334"/>
                </a:lnTo>
                <a:lnTo>
                  <a:pt x="37" y="3334"/>
                </a:lnTo>
                <a:moveTo>
                  <a:pt x="37" y="3406"/>
                </a:moveTo>
                <a:lnTo>
                  <a:pt x="37" y="3442"/>
                </a:lnTo>
                <a:lnTo>
                  <a:pt x="0" y="3442"/>
                </a:lnTo>
                <a:lnTo>
                  <a:pt x="0" y="3406"/>
                </a:lnTo>
                <a:lnTo>
                  <a:pt x="37" y="3406"/>
                </a:lnTo>
                <a:moveTo>
                  <a:pt x="37" y="3479"/>
                </a:moveTo>
                <a:lnTo>
                  <a:pt x="37" y="3515"/>
                </a:lnTo>
                <a:lnTo>
                  <a:pt x="0" y="3515"/>
                </a:lnTo>
                <a:lnTo>
                  <a:pt x="0" y="3479"/>
                </a:lnTo>
                <a:lnTo>
                  <a:pt x="37" y="3479"/>
                </a:lnTo>
                <a:moveTo>
                  <a:pt x="37" y="3551"/>
                </a:moveTo>
                <a:lnTo>
                  <a:pt x="37" y="3587"/>
                </a:lnTo>
                <a:lnTo>
                  <a:pt x="0" y="3587"/>
                </a:lnTo>
                <a:lnTo>
                  <a:pt x="0" y="3551"/>
                </a:lnTo>
                <a:lnTo>
                  <a:pt x="37" y="3551"/>
                </a:lnTo>
                <a:moveTo>
                  <a:pt x="37" y="3624"/>
                </a:moveTo>
                <a:lnTo>
                  <a:pt x="37" y="3660"/>
                </a:lnTo>
                <a:lnTo>
                  <a:pt x="0" y="3660"/>
                </a:lnTo>
                <a:lnTo>
                  <a:pt x="0" y="3624"/>
                </a:lnTo>
                <a:lnTo>
                  <a:pt x="37" y="3624"/>
                </a:lnTo>
                <a:moveTo>
                  <a:pt x="37" y="3696"/>
                </a:moveTo>
                <a:lnTo>
                  <a:pt x="37" y="3732"/>
                </a:lnTo>
                <a:lnTo>
                  <a:pt x="0" y="3732"/>
                </a:lnTo>
                <a:lnTo>
                  <a:pt x="0" y="3696"/>
                </a:lnTo>
                <a:lnTo>
                  <a:pt x="37" y="3696"/>
                </a:lnTo>
                <a:moveTo>
                  <a:pt x="37" y="3768"/>
                </a:moveTo>
                <a:lnTo>
                  <a:pt x="37" y="3805"/>
                </a:lnTo>
                <a:lnTo>
                  <a:pt x="0" y="3805"/>
                </a:lnTo>
                <a:lnTo>
                  <a:pt x="0" y="3768"/>
                </a:lnTo>
                <a:lnTo>
                  <a:pt x="37" y="3768"/>
                </a:lnTo>
                <a:moveTo>
                  <a:pt x="37" y="3841"/>
                </a:moveTo>
                <a:lnTo>
                  <a:pt x="37" y="3877"/>
                </a:lnTo>
                <a:lnTo>
                  <a:pt x="0" y="3877"/>
                </a:lnTo>
                <a:lnTo>
                  <a:pt x="0" y="3841"/>
                </a:lnTo>
                <a:lnTo>
                  <a:pt x="37" y="3841"/>
                </a:lnTo>
                <a:moveTo>
                  <a:pt x="37" y="3913"/>
                </a:moveTo>
                <a:lnTo>
                  <a:pt x="37" y="3950"/>
                </a:lnTo>
                <a:lnTo>
                  <a:pt x="0" y="3950"/>
                </a:lnTo>
                <a:lnTo>
                  <a:pt x="0" y="3913"/>
                </a:lnTo>
                <a:lnTo>
                  <a:pt x="37" y="3913"/>
                </a:lnTo>
                <a:moveTo>
                  <a:pt x="37" y="3986"/>
                </a:moveTo>
                <a:lnTo>
                  <a:pt x="37" y="4022"/>
                </a:lnTo>
                <a:lnTo>
                  <a:pt x="0" y="4022"/>
                </a:lnTo>
                <a:lnTo>
                  <a:pt x="0" y="3986"/>
                </a:lnTo>
                <a:lnTo>
                  <a:pt x="37" y="3986"/>
                </a:lnTo>
                <a:moveTo>
                  <a:pt x="37" y="4058"/>
                </a:moveTo>
                <a:lnTo>
                  <a:pt x="37" y="4094"/>
                </a:lnTo>
                <a:lnTo>
                  <a:pt x="0" y="4094"/>
                </a:lnTo>
                <a:lnTo>
                  <a:pt x="0" y="4058"/>
                </a:lnTo>
                <a:lnTo>
                  <a:pt x="37" y="4058"/>
                </a:lnTo>
                <a:moveTo>
                  <a:pt x="37" y="4131"/>
                </a:moveTo>
                <a:lnTo>
                  <a:pt x="37" y="4167"/>
                </a:lnTo>
                <a:lnTo>
                  <a:pt x="0" y="4167"/>
                </a:lnTo>
                <a:lnTo>
                  <a:pt x="0" y="4131"/>
                </a:lnTo>
                <a:lnTo>
                  <a:pt x="37" y="4131"/>
                </a:lnTo>
                <a:moveTo>
                  <a:pt x="37" y="4203"/>
                </a:moveTo>
                <a:lnTo>
                  <a:pt x="37" y="4239"/>
                </a:lnTo>
                <a:lnTo>
                  <a:pt x="0" y="4239"/>
                </a:lnTo>
                <a:lnTo>
                  <a:pt x="0" y="4203"/>
                </a:lnTo>
                <a:lnTo>
                  <a:pt x="37" y="4203"/>
                </a:lnTo>
                <a:moveTo>
                  <a:pt x="37" y="4276"/>
                </a:moveTo>
                <a:lnTo>
                  <a:pt x="37" y="4312"/>
                </a:lnTo>
                <a:lnTo>
                  <a:pt x="0" y="4312"/>
                </a:lnTo>
                <a:lnTo>
                  <a:pt x="0" y="4276"/>
                </a:lnTo>
                <a:lnTo>
                  <a:pt x="37" y="4276"/>
                </a:lnTo>
                <a:moveTo>
                  <a:pt x="37" y="4348"/>
                </a:moveTo>
                <a:lnTo>
                  <a:pt x="37" y="4384"/>
                </a:lnTo>
                <a:lnTo>
                  <a:pt x="0" y="4384"/>
                </a:lnTo>
                <a:lnTo>
                  <a:pt x="0" y="4348"/>
                </a:lnTo>
                <a:lnTo>
                  <a:pt x="37" y="4348"/>
                </a:lnTo>
                <a:moveTo>
                  <a:pt x="37" y="4420"/>
                </a:moveTo>
                <a:lnTo>
                  <a:pt x="37" y="4457"/>
                </a:lnTo>
                <a:lnTo>
                  <a:pt x="0" y="4457"/>
                </a:lnTo>
                <a:lnTo>
                  <a:pt x="0" y="4420"/>
                </a:lnTo>
                <a:lnTo>
                  <a:pt x="37" y="4420"/>
                </a:lnTo>
                <a:moveTo>
                  <a:pt x="37" y="4493"/>
                </a:moveTo>
                <a:lnTo>
                  <a:pt x="37" y="4529"/>
                </a:lnTo>
                <a:lnTo>
                  <a:pt x="0" y="4529"/>
                </a:lnTo>
                <a:lnTo>
                  <a:pt x="0" y="4493"/>
                </a:lnTo>
                <a:lnTo>
                  <a:pt x="37" y="4493"/>
                </a:lnTo>
                <a:moveTo>
                  <a:pt x="37" y="4565"/>
                </a:moveTo>
                <a:lnTo>
                  <a:pt x="37" y="4602"/>
                </a:lnTo>
                <a:lnTo>
                  <a:pt x="0" y="4602"/>
                </a:lnTo>
                <a:lnTo>
                  <a:pt x="0" y="4565"/>
                </a:lnTo>
                <a:lnTo>
                  <a:pt x="37" y="4565"/>
                </a:lnTo>
                <a:moveTo>
                  <a:pt x="37" y="4638"/>
                </a:moveTo>
                <a:lnTo>
                  <a:pt x="37" y="4674"/>
                </a:lnTo>
                <a:lnTo>
                  <a:pt x="0" y="4674"/>
                </a:lnTo>
                <a:lnTo>
                  <a:pt x="0" y="4638"/>
                </a:lnTo>
                <a:lnTo>
                  <a:pt x="37" y="4638"/>
                </a:lnTo>
                <a:moveTo>
                  <a:pt x="37" y="4710"/>
                </a:moveTo>
                <a:lnTo>
                  <a:pt x="37" y="4746"/>
                </a:lnTo>
                <a:lnTo>
                  <a:pt x="0" y="4746"/>
                </a:lnTo>
                <a:lnTo>
                  <a:pt x="0" y="4710"/>
                </a:lnTo>
                <a:lnTo>
                  <a:pt x="37" y="4710"/>
                </a:lnTo>
                <a:moveTo>
                  <a:pt x="37" y="4783"/>
                </a:moveTo>
                <a:lnTo>
                  <a:pt x="37" y="4819"/>
                </a:lnTo>
                <a:lnTo>
                  <a:pt x="0" y="4819"/>
                </a:lnTo>
                <a:lnTo>
                  <a:pt x="0" y="4783"/>
                </a:lnTo>
                <a:lnTo>
                  <a:pt x="37" y="4783"/>
                </a:lnTo>
                <a:moveTo>
                  <a:pt x="37" y="4855"/>
                </a:moveTo>
                <a:lnTo>
                  <a:pt x="37" y="4891"/>
                </a:lnTo>
                <a:lnTo>
                  <a:pt x="0" y="4891"/>
                </a:lnTo>
                <a:lnTo>
                  <a:pt x="0" y="4855"/>
                </a:lnTo>
                <a:lnTo>
                  <a:pt x="37" y="4855"/>
                </a:lnTo>
                <a:moveTo>
                  <a:pt x="37" y="4928"/>
                </a:moveTo>
                <a:lnTo>
                  <a:pt x="37" y="4964"/>
                </a:lnTo>
                <a:lnTo>
                  <a:pt x="0" y="4964"/>
                </a:lnTo>
                <a:lnTo>
                  <a:pt x="0" y="4928"/>
                </a:lnTo>
                <a:lnTo>
                  <a:pt x="37" y="4928"/>
                </a:lnTo>
                <a:moveTo>
                  <a:pt x="37" y="5000"/>
                </a:moveTo>
                <a:lnTo>
                  <a:pt x="37" y="5036"/>
                </a:lnTo>
                <a:lnTo>
                  <a:pt x="0" y="5036"/>
                </a:lnTo>
                <a:lnTo>
                  <a:pt x="0" y="5000"/>
                </a:lnTo>
                <a:lnTo>
                  <a:pt x="37" y="5000"/>
                </a:lnTo>
                <a:moveTo>
                  <a:pt x="37" y="5073"/>
                </a:moveTo>
                <a:lnTo>
                  <a:pt x="37" y="5109"/>
                </a:lnTo>
                <a:lnTo>
                  <a:pt x="0" y="5109"/>
                </a:lnTo>
                <a:lnTo>
                  <a:pt x="0" y="5073"/>
                </a:lnTo>
                <a:lnTo>
                  <a:pt x="37" y="5073"/>
                </a:lnTo>
                <a:moveTo>
                  <a:pt x="37" y="5145"/>
                </a:moveTo>
                <a:lnTo>
                  <a:pt x="37" y="5181"/>
                </a:lnTo>
                <a:lnTo>
                  <a:pt x="0" y="5181"/>
                </a:lnTo>
                <a:lnTo>
                  <a:pt x="0" y="5145"/>
                </a:lnTo>
                <a:lnTo>
                  <a:pt x="37" y="5145"/>
                </a:lnTo>
                <a:moveTo>
                  <a:pt x="37" y="5217"/>
                </a:moveTo>
                <a:lnTo>
                  <a:pt x="37" y="5254"/>
                </a:lnTo>
                <a:lnTo>
                  <a:pt x="0" y="5254"/>
                </a:lnTo>
                <a:lnTo>
                  <a:pt x="0" y="5217"/>
                </a:lnTo>
                <a:lnTo>
                  <a:pt x="37" y="5217"/>
                </a:lnTo>
                <a:moveTo>
                  <a:pt x="37" y="5290"/>
                </a:moveTo>
                <a:lnTo>
                  <a:pt x="37" y="5326"/>
                </a:lnTo>
                <a:lnTo>
                  <a:pt x="0" y="5326"/>
                </a:lnTo>
                <a:lnTo>
                  <a:pt x="0" y="5290"/>
                </a:lnTo>
                <a:lnTo>
                  <a:pt x="37" y="529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3582000" y="6039000"/>
            <a:ext cx="4467240" cy="13320"/>
          </a:xfrm>
          <a:custGeom>
            <a:avLst/>
            <a:gdLst/>
            <a:ahLst/>
            <a:rect l="0" t="0" r="r" b="b"/>
            <a:pathLst>
              <a:path w="12409" h="37">
                <a:moveTo>
                  <a:pt x="0" y="0"/>
                </a:moveTo>
                <a:lnTo>
                  <a:pt x="37" y="0"/>
                </a:lnTo>
                <a:lnTo>
                  <a:pt x="37" y="37"/>
                </a:lnTo>
                <a:lnTo>
                  <a:pt x="0" y="37"/>
                </a:lnTo>
                <a:lnTo>
                  <a:pt x="0" y="0"/>
                </a:lnTo>
                <a:moveTo>
                  <a:pt x="73" y="0"/>
                </a:moveTo>
                <a:lnTo>
                  <a:pt x="109" y="0"/>
                </a:lnTo>
                <a:lnTo>
                  <a:pt x="109" y="37"/>
                </a:lnTo>
                <a:lnTo>
                  <a:pt x="73" y="37"/>
                </a:lnTo>
                <a:lnTo>
                  <a:pt x="73" y="0"/>
                </a:lnTo>
                <a:moveTo>
                  <a:pt x="145" y="0"/>
                </a:moveTo>
                <a:lnTo>
                  <a:pt x="181" y="0"/>
                </a:lnTo>
                <a:lnTo>
                  <a:pt x="181" y="37"/>
                </a:lnTo>
                <a:lnTo>
                  <a:pt x="145" y="37"/>
                </a:lnTo>
                <a:lnTo>
                  <a:pt x="145" y="0"/>
                </a:lnTo>
                <a:moveTo>
                  <a:pt x="218" y="0"/>
                </a:moveTo>
                <a:lnTo>
                  <a:pt x="254" y="0"/>
                </a:lnTo>
                <a:lnTo>
                  <a:pt x="254" y="37"/>
                </a:lnTo>
                <a:lnTo>
                  <a:pt x="218" y="37"/>
                </a:lnTo>
                <a:lnTo>
                  <a:pt x="218" y="0"/>
                </a:lnTo>
                <a:moveTo>
                  <a:pt x="290" y="0"/>
                </a:moveTo>
                <a:lnTo>
                  <a:pt x="326" y="0"/>
                </a:lnTo>
                <a:lnTo>
                  <a:pt x="326" y="37"/>
                </a:lnTo>
                <a:lnTo>
                  <a:pt x="290" y="37"/>
                </a:lnTo>
                <a:lnTo>
                  <a:pt x="290" y="0"/>
                </a:lnTo>
                <a:moveTo>
                  <a:pt x="363" y="0"/>
                </a:moveTo>
                <a:lnTo>
                  <a:pt x="399" y="0"/>
                </a:lnTo>
                <a:lnTo>
                  <a:pt x="399" y="37"/>
                </a:lnTo>
                <a:lnTo>
                  <a:pt x="363" y="37"/>
                </a:lnTo>
                <a:lnTo>
                  <a:pt x="363" y="0"/>
                </a:lnTo>
                <a:moveTo>
                  <a:pt x="435" y="0"/>
                </a:moveTo>
                <a:lnTo>
                  <a:pt x="471" y="0"/>
                </a:lnTo>
                <a:lnTo>
                  <a:pt x="471" y="37"/>
                </a:lnTo>
                <a:lnTo>
                  <a:pt x="435" y="37"/>
                </a:lnTo>
                <a:lnTo>
                  <a:pt x="435" y="0"/>
                </a:lnTo>
                <a:moveTo>
                  <a:pt x="507" y="0"/>
                </a:moveTo>
                <a:lnTo>
                  <a:pt x="544" y="0"/>
                </a:lnTo>
                <a:lnTo>
                  <a:pt x="544" y="37"/>
                </a:lnTo>
                <a:lnTo>
                  <a:pt x="507" y="37"/>
                </a:lnTo>
                <a:lnTo>
                  <a:pt x="507" y="0"/>
                </a:lnTo>
                <a:moveTo>
                  <a:pt x="580" y="0"/>
                </a:moveTo>
                <a:lnTo>
                  <a:pt x="616" y="0"/>
                </a:lnTo>
                <a:lnTo>
                  <a:pt x="616" y="37"/>
                </a:lnTo>
                <a:lnTo>
                  <a:pt x="580" y="37"/>
                </a:lnTo>
                <a:lnTo>
                  <a:pt x="580" y="0"/>
                </a:lnTo>
                <a:moveTo>
                  <a:pt x="652" y="0"/>
                </a:moveTo>
                <a:lnTo>
                  <a:pt x="689" y="0"/>
                </a:lnTo>
                <a:lnTo>
                  <a:pt x="689" y="37"/>
                </a:lnTo>
                <a:lnTo>
                  <a:pt x="652" y="37"/>
                </a:lnTo>
                <a:lnTo>
                  <a:pt x="652" y="0"/>
                </a:lnTo>
                <a:moveTo>
                  <a:pt x="725" y="0"/>
                </a:moveTo>
                <a:lnTo>
                  <a:pt x="761" y="0"/>
                </a:lnTo>
                <a:lnTo>
                  <a:pt x="761" y="37"/>
                </a:lnTo>
                <a:lnTo>
                  <a:pt x="725" y="37"/>
                </a:lnTo>
                <a:lnTo>
                  <a:pt x="725" y="0"/>
                </a:lnTo>
                <a:moveTo>
                  <a:pt x="797" y="0"/>
                </a:moveTo>
                <a:lnTo>
                  <a:pt x="833" y="0"/>
                </a:lnTo>
                <a:lnTo>
                  <a:pt x="833" y="37"/>
                </a:lnTo>
                <a:lnTo>
                  <a:pt x="797" y="37"/>
                </a:lnTo>
                <a:lnTo>
                  <a:pt x="797" y="0"/>
                </a:lnTo>
                <a:moveTo>
                  <a:pt x="870" y="0"/>
                </a:moveTo>
                <a:lnTo>
                  <a:pt x="906" y="0"/>
                </a:lnTo>
                <a:lnTo>
                  <a:pt x="906" y="37"/>
                </a:lnTo>
                <a:lnTo>
                  <a:pt x="870" y="37"/>
                </a:lnTo>
                <a:lnTo>
                  <a:pt x="870" y="0"/>
                </a:lnTo>
                <a:moveTo>
                  <a:pt x="942" y="0"/>
                </a:moveTo>
                <a:lnTo>
                  <a:pt x="978" y="0"/>
                </a:lnTo>
                <a:lnTo>
                  <a:pt x="978" y="37"/>
                </a:lnTo>
                <a:lnTo>
                  <a:pt x="942" y="37"/>
                </a:lnTo>
                <a:lnTo>
                  <a:pt x="942" y="0"/>
                </a:lnTo>
                <a:moveTo>
                  <a:pt x="1015" y="0"/>
                </a:moveTo>
                <a:lnTo>
                  <a:pt x="1051" y="0"/>
                </a:lnTo>
                <a:lnTo>
                  <a:pt x="1051" y="37"/>
                </a:lnTo>
                <a:lnTo>
                  <a:pt x="1015" y="37"/>
                </a:lnTo>
                <a:lnTo>
                  <a:pt x="1015" y="0"/>
                </a:lnTo>
                <a:moveTo>
                  <a:pt x="1087" y="0"/>
                </a:moveTo>
                <a:lnTo>
                  <a:pt x="1123" y="0"/>
                </a:lnTo>
                <a:lnTo>
                  <a:pt x="1123" y="37"/>
                </a:lnTo>
                <a:lnTo>
                  <a:pt x="1087" y="37"/>
                </a:lnTo>
                <a:lnTo>
                  <a:pt x="1087" y="0"/>
                </a:lnTo>
                <a:moveTo>
                  <a:pt x="1160" y="0"/>
                </a:moveTo>
                <a:lnTo>
                  <a:pt x="1196" y="0"/>
                </a:lnTo>
                <a:lnTo>
                  <a:pt x="1196" y="37"/>
                </a:lnTo>
                <a:lnTo>
                  <a:pt x="1160" y="37"/>
                </a:lnTo>
                <a:lnTo>
                  <a:pt x="1160" y="0"/>
                </a:lnTo>
                <a:moveTo>
                  <a:pt x="1232" y="0"/>
                </a:moveTo>
                <a:lnTo>
                  <a:pt x="1268" y="0"/>
                </a:lnTo>
                <a:lnTo>
                  <a:pt x="1268" y="37"/>
                </a:lnTo>
                <a:lnTo>
                  <a:pt x="1232" y="37"/>
                </a:lnTo>
                <a:lnTo>
                  <a:pt x="1232" y="0"/>
                </a:lnTo>
                <a:moveTo>
                  <a:pt x="1304" y="0"/>
                </a:moveTo>
                <a:lnTo>
                  <a:pt x="1341" y="0"/>
                </a:lnTo>
                <a:lnTo>
                  <a:pt x="1341" y="37"/>
                </a:lnTo>
                <a:lnTo>
                  <a:pt x="1304" y="37"/>
                </a:lnTo>
                <a:lnTo>
                  <a:pt x="1304" y="0"/>
                </a:lnTo>
                <a:moveTo>
                  <a:pt x="1377" y="0"/>
                </a:moveTo>
                <a:lnTo>
                  <a:pt x="1413" y="0"/>
                </a:lnTo>
                <a:lnTo>
                  <a:pt x="1413" y="37"/>
                </a:lnTo>
                <a:lnTo>
                  <a:pt x="1377" y="37"/>
                </a:lnTo>
                <a:lnTo>
                  <a:pt x="1377" y="0"/>
                </a:lnTo>
                <a:moveTo>
                  <a:pt x="1449" y="0"/>
                </a:moveTo>
                <a:lnTo>
                  <a:pt x="1486" y="0"/>
                </a:lnTo>
                <a:lnTo>
                  <a:pt x="1486" y="37"/>
                </a:lnTo>
                <a:lnTo>
                  <a:pt x="1449" y="37"/>
                </a:lnTo>
                <a:lnTo>
                  <a:pt x="1449" y="0"/>
                </a:lnTo>
                <a:moveTo>
                  <a:pt x="1522" y="0"/>
                </a:moveTo>
                <a:lnTo>
                  <a:pt x="1558" y="0"/>
                </a:lnTo>
                <a:lnTo>
                  <a:pt x="1558" y="37"/>
                </a:lnTo>
                <a:lnTo>
                  <a:pt x="1522" y="37"/>
                </a:lnTo>
                <a:lnTo>
                  <a:pt x="1522" y="0"/>
                </a:lnTo>
                <a:moveTo>
                  <a:pt x="1594" y="0"/>
                </a:moveTo>
                <a:lnTo>
                  <a:pt x="1630" y="0"/>
                </a:lnTo>
                <a:lnTo>
                  <a:pt x="1630" y="37"/>
                </a:lnTo>
                <a:lnTo>
                  <a:pt x="1594" y="37"/>
                </a:lnTo>
                <a:lnTo>
                  <a:pt x="1594" y="0"/>
                </a:lnTo>
                <a:moveTo>
                  <a:pt x="1667" y="0"/>
                </a:moveTo>
                <a:lnTo>
                  <a:pt x="1703" y="0"/>
                </a:lnTo>
                <a:lnTo>
                  <a:pt x="1703" y="37"/>
                </a:lnTo>
                <a:lnTo>
                  <a:pt x="1667" y="37"/>
                </a:lnTo>
                <a:lnTo>
                  <a:pt x="1667" y="0"/>
                </a:lnTo>
                <a:moveTo>
                  <a:pt x="1739" y="0"/>
                </a:moveTo>
                <a:lnTo>
                  <a:pt x="1775" y="0"/>
                </a:lnTo>
                <a:lnTo>
                  <a:pt x="1775" y="37"/>
                </a:lnTo>
                <a:lnTo>
                  <a:pt x="1739" y="37"/>
                </a:lnTo>
                <a:lnTo>
                  <a:pt x="1739" y="0"/>
                </a:lnTo>
                <a:moveTo>
                  <a:pt x="1812" y="0"/>
                </a:moveTo>
                <a:lnTo>
                  <a:pt x="1848" y="0"/>
                </a:lnTo>
                <a:lnTo>
                  <a:pt x="1848" y="37"/>
                </a:lnTo>
                <a:lnTo>
                  <a:pt x="1812" y="37"/>
                </a:lnTo>
                <a:lnTo>
                  <a:pt x="1812" y="0"/>
                </a:lnTo>
                <a:moveTo>
                  <a:pt x="1884" y="0"/>
                </a:moveTo>
                <a:lnTo>
                  <a:pt x="1920" y="0"/>
                </a:lnTo>
                <a:lnTo>
                  <a:pt x="1920" y="37"/>
                </a:lnTo>
                <a:lnTo>
                  <a:pt x="1884" y="37"/>
                </a:lnTo>
                <a:lnTo>
                  <a:pt x="1884" y="0"/>
                </a:lnTo>
                <a:moveTo>
                  <a:pt x="1956" y="0"/>
                </a:moveTo>
                <a:lnTo>
                  <a:pt x="1993" y="0"/>
                </a:lnTo>
                <a:lnTo>
                  <a:pt x="1993" y="37"/>
                </a:lnTo>
                <a:lnTo>
                  <a:pt x="1956" y="37"/>
                </a:lnTo>
                <a:lnTo>
                  <a:pt x="1956" y="0"/>
                </a:lnTo>
                <a:moveTo>
                  <a:pt x="2029" y="0"/>
                </a:moveTo>
                <a:lnTo>
                  <a:pt x="2065" y="0"/>
                </a:lnTo>
                <a:lnTo>
                  <a:pt x="2065" y="37"/>
                </a:lnTo>
                <a:lnTo>
                  <a:pt x="2029" y="37"/>
                </a:lnTo>
                <a:lnTo>
                  <a:pt x="2029" y="0"/>
                </a:lnTo>
                <a:moveTo>
                  <a:pt x="2101" y="0"/>
                </a:moveTo>
                <a:lnTo>
                  <a:pt x="2138" y="0"/>
                </a:lnTo>
                <a:lnTo>
                  <a:pt x="2138" y="37"/>
                </a:lnTo>
                <a:lnTo>
                  <a:pt x="2101" y="37"/>
                </a:lnTo>
                <a:lnTo>
                  <a:pt x="2101" y="0"/>
                </a:lnTo>
                <a:moveTo>
                  <a:pt x="2174" y="0"/>
                </a:moveTo>
                <a:lnTo>
                  <a:pt x="2210" y="0"/>
                </a:lnTo>
                <a:lnTo>
                  <a:pt x="2210" y="37"/>
                </a:lnTo>
                <a:lnTo>
                  <a:pt x="2174" y="37"/>
                </a:lnTo>
                <a:lnTo>
                  <a:pt x="2174" y="0"/>
                </a:lnTo>
                <a:moveTo>
                  <a:pt x="2246" y="0"/>
                </a:moveTo>
                <a:lnTo>
                  <a:pt x="2283" y="0"/>
                </a:lnTo>
                <a:lnTo>
                  <a:pt x="2283" y="37"/>
                </a:lnTo>
                <a:lnTo>
                  <a:pt x="2246" y="37"/>
                </a:lnTo>
                <a:lnTo>
                  <a:pt x="2246" y="0"/>
                </a:lnTo>
                <a:moveTo>
                  <a:pt x="2319" y="0"/>
                </a:moveTo>
                <a:lnTo>
                  <a:pt x="2355" y="0"/>
                </a:lnTo>
                <a:lnTo>
                  <a:pt x="2355" y="37"/>
                </a:lnTo>
                <a:lnTo>
                  <a:pt x="2319" y="37"/>
                </a:lnTo>
                <a:lnTo>
                  <a:pt x="2319" y="0"/>
                </a:lnTo>
                <a:moveTo>
                  <a:pt x="2391" y="0"/>
                </a:moveTo>
                <a:lnTo>
                  <a:pt x="2427" y="0"/>
                </a:lnTo>
                <a:lnTo>
                  <a:pt x="2427" y="37"/>
                </a:lnTo>
                <a:lnTo>
                  <a:pt x="2391" y="37"/>
                </a:lnTo>
                <a:lnTo>
                  <a:pt x="2391" y="0"/>
                </a:lnTo>
                <a:moveTo>
                  <a:pt x="2464" y="0"/>
                </a:moveTo>
                <a:lnTo>
                  <a:pt x="2500" y="0"/>
                </a:lnTo>
                <a:lnTo>
                  <a:pt x="2500" y="37"/>
                </a:lnTo>
                <a:lnTo>
                  <a:pt x="2464" y="37"/>
                </a:lnTo>
                <a:lnTo>
                  <a:pt x="2464" y="0"/>
                </a:lnTo>
                <a:moveTo>
                  <a:pt x="2536" y="0"/>
                </a:moveTo>
                <a:lnTo>
                  <a:pt x="2572" y="0"/>
                </a:lnTo>
                <a:lnTo>
                  <a:pt x="2572" y="37"/>
                </a:lnTo>
                <a:lnTo>
                  <a:pt x="2536" y="37"/>
                </a:lnTo>
                <a:lnTo>
                  <a:pt x="2536" y="0"/>
                </a:lnTo>
                <a:moveTo>
                  <a:pt x="2609" y="0"/>
                </a:moveTo>
                <a:lnTo>
                  <a:pt x="2645" y="0"/>
                </a:lnTo>
                <a:lnTo>
                  <a:pt x="2645" y="37"/>
                </a:lnTo>
                <a:lnTo>
                  <a:pt x="2609" y="37"/>
                </a:lnTo>
                <a:lnTo>
                  <a:pt x="2609" y="0"/>
                </a:lnTo>
                <a:moveTo>
                  <a:pt x="2681" y="0"/>
                </a:moveTo>
                <a:lnTo>
                  <a:pt x="2717" y="0"/>
                </a:lnTo>
                <a:lnTo>
                  <a:pt x="2717" y="37"/>
                </a:lnTo>
                <a:lnTo>
                  <a:pt x="2681" y="37"/>
                </a:lnTo>
                <a:lnTo>
                  <a:pt x="2681" y="0"/>
                </a:lnTo>
                <a:moveTo>
                  <a:pt x="2753" y="0"/>
                </a:moveTo>
                <a:lnTo>
                  <a:pt x="2790" y="0"/>
                </a:lnTo>
                <a:lnTo>
                  <a:pt x="2790" y="37"/>
                </a:lnTo>
                <a:lnTo>
                  <a:pt x="2753" y="37"/>
                </a:lnTo>
                <a:lnTo>
                  <a:pt x="2753" y="0"/>
                </a:lnTo>
                <a:moveTo>
                  <a:pt x="2826" y="0"/>
                </a:moveTo>
                <a:lnTo>
                  <a:pt x="2862" y="0"/>
                </a:lnTo>
                <a:lnTo>
                  <a:pt x="2862" y="37"/>
                </a:lnTo>
                <a:lnTo>
                  <a:pt x="2826" y="37"/>
                </a:lnTo>
                <a:lnTo>
                  <a:pt x="2826" y="0"/>
                </a:lnTo>
                <a:moveTo>
                  <a:pt x="2898" y="0"/>
                </a:moveTo>
                <a:lnTo>
                  <a:pt x="2935" y="0"/>
                </a:lnTo>
                <a:lnTo>
                  <a:pt x="2935" y="37"/>
                </a:lnTo>
                <a:lnTo>
                  <a:pt x="2898" y="37"/>
                </a:lnTo>
                <a:lnTo>
                  <a:pt x="2898" y="0"/>
                </a:lnTo>
                <a:moveTo>
                  <a:pt x="2971" y="0"/>
                </a:moveTo>
                <a:lnTo>
                  <a:pt x="3007" y="0"/>
                </a:lnTo>
                <a:lnTo>
                  <a:pt x="3007" y="37"/>
                </a:lnTo>
                <a:lnTo>
                  <a:pt x="2971" y="37"/>
                </a:lnTo>
                <a:lnTo>
                  <a:pt x="2971" y="0"/>
                </a:lnTo>
                <a:moveTo>
                  <a:pt x="3043" y="0"/>
                </a:moveTo>
                <a:lnTo>
                  <a:pt x="3079" y="0"/>
                </a:lnTo>
                <a:lnTo>
                  <a:pt x="3079" y="37"/>
                </a:lnTo>
                <a:lnTo>
                  <a:pt x="3043" y="37"/>
                </a:lnTo>
                <a:lnTo>
                  <a:pt x="3043" y="0"/>
                </a:lnTo>
                <a:moveTo>
                  <a:pt x="3116" y="0"/>
                </a:moveTo>
                <a:lnTo>
                  <a:pt x="3152" y="0"/>
                </a:lnTo>
                <a:lnTo>
                  <a:pt x="3152" y="37"/>
                </a:lnTo>
                <a:lnTo>
                  <a:pt x="3116" y="37"/>
                </a:lnTo>
                <a:lnTo>
                  <a:pt x="3116" y="0"/>
                </a:lnTo>
                <a:moveTo>
                  <a:pt x="3188" y="0"/>
                </a:moveTo>
                <a:lnTo>
                  <a:pt x="3224" y="0"/>
                </a:lnTo>
                <a:lnTo>
                  <a:pt x="3224" y="37"/>
                </a:lnTo>
                <a:lnTo>
                  <a:pt x="3188" y="37"/>
                </a:lnTo>
                <a:lnTo>
                  <a:pt x="3188" y="0"/>
                </a:lnTo>
                <a:moveTo>
                  <a:pt x="3261" y="0"/>
                </a:moveTo>
                <a:lnTo>
                  <a:pt x="3297" y="0"/>
                </a:lnTo>
                <a:lnTo>
                  <a:pt x="3297" y="37"/>
                </a:lnTo>
                <a:lnTo>
                  <a:pt x="3261" y="37"/>
                </a:lnTo>
                <a:lnTo>
                  <a:pt x="3261" y="0"/>
                </a:lnTo>
                <a:moveTo>
                  <a:pt x="3333" y="0"/>
                </a:moveTo>
                <a:lnTo>
                  <a:pt x="3369" y="0"/>
                </a:lnTo>
                <a:lnTo>
                  <a:pt x="3369" y="37"/>
                </a:lnTo>
                <a:lnTo>
                  <a:pt x="3333" y="37"/>
                </a:lnTo>
                <a:lnTo>
                  <a:pt x="3333" y="0"/>
                </a:lnTo>
                <a:moveTo>
                  <a:pt x="3406" y="0"/>
                </a:moveTo>
                <a:lnTo>
                  <a:pt x="3442" y="0"/>
                </a:lnTo>
                <a:lnTo>
                  <a:pt x="3442" y="37"/>
                </a:lnTo>
                <a:lnTo>
                  <a:pt x="3406" y="37"/>
                </a:lnTo>
                <a:lnTo>
                  <a:pt x="3406" y="0"/>
                </a:lnTo>
                <a:moveTo>
                  <a:pt x="3478" y="0"/>
                </a:moveTo>
                <a:lnTo>
                  <a:pt x="3514" y="0"/>
                </a:lnTo>
                <a:lnTo>
                  <a:pt x="3514" y="37"/>
                </a:lnTo>
                <a:lnTo>
                  <a:pt x="3478" y="37"/>
                </a:lnTo>
                <a:lnTo>
                  <a:pt x="3478" y="0"/>
                </a:lnTo>
                <a:moveTo>
                  <a:pt x="3550" y="0"/>
                </a:moveTo>
                <a:lnTo>
                  <a:pt x="3587" y="0"/>
                </a:lnTo>
                <a:lnTo>
                  <a:pt x="3587" y="37"/>
                </a:lnTo>
                <a:lnTo>
                  <a:pt x="3550" y="37"/>
                </a:lnTo>
                <a:lnTo>
                  <a:pt x="3550" y="0"/>
                </a:lnTo>
                <a:moveTo>
                  <a:pt x="3623" y="0"/>
                </a:moveTo>
                <a:lnTo>
                  <a:pt x="3659" y="0"/>
                </a:lnTo>
                <a:lnTo>
                  <a:pt x="3659" y="37"/>
                </a:lnTo>
                <a:lnTo>
                  <a:pt x="3623" y="37"/>
                </a:lnTo>
                <a:lnTo>
                  <a:pt x="3623" y="0"/>
                </a:lnTo>
                <a:moveTo>
                  <a:pt x="3695" y="0"/>
                </a:moveTo>
                <a:lnTo>
                  <a:pt x="3732" y="0"/>
                </a:lnTo>
                <a:lnTo>
                  <a:pt x="3732" y="37"/>
                </a:lnTo>
                <a:lnTo>
                  <a:pt x="3695" y="37"/>
                </a:lnTo>
                <a:lnTo>
                  <a:pt x="3695" y="0"/>
                </a:lnTo>
                <a:moveTo>
                  <a:pt x="3768" y="0"/>
                </a:moveTo>
                <a:lnTo>
                  <a:pt x="3804" y="0"/>
                </a:lnTo>
                <a:lnTo>
                  <a:pt x="3804" y="37"/>
                </a:lnTo>
                <a:lnTo>
                  <a:pt x="3768" y="37"/>
                </a:lnTo>
                <a:lnTo>
                  <a:pt x="3768" y="0"/>
                </a:lnTo>
                <a:moveTo>
                  <a:pt x="3840" y="0"/>
                </a:moveTo>
                <a:lnTo>
                  <a:pt x="3876" y="0"/>
                </a:lnTo>
                <a:lnTo>
                  <a:pt x="3876" y="37"/>
                </a:lnTo>
                <a:lnTo>
                  <a:pt x="3840" y="37"/>
                </a:lnTo>
                <a:lnTo>
                  <a:pt x="3840" y="0"/>
                </a:lnTo>
                <a:moveTo>
                  <a:pt x="3913" y="0"/>
                </a:moveTo>
                <a:lnTo>
                  <a:pt x="3949" y="0"/>
                </a:lnTo>
                <a:lnTo>
                  <a:pt x="3949" y="37"/>
                </a:lnTo>
                <a:lnTo>
                  <a:pt x="3913" y="37"/>
                </a:lnTo>
                <a:lnTo>
                  <a:pt x="3913" y="0"/>
                </a:lnTo>
                <a:moveTo>
                  <a:pt x="3985" y="0"/>
                </a:moveTo>
                <a:lnTo>
                  <a:pt x="4021" y="0"/>
                </a:lnTo>
                <a:lnTo>
                  <a:pt x="4021" y="37"/>
                </a:lnTo>
                <a:lnTo>
                  <a:pt x="3985" y="37"/>
                </a:lnTo>
                <a:lnTo>
                  <a:pt x="3985" y="0"/>
                </a:lnTo>
                <a:moveTo>
                  <a:pt x="4058" y="0"/>
                </a:moveTo>
                <a:lnTo>
                  <a:pt x="4094" y="0"/>
                </a:lnTo>
                <a:lnTo>
                  <a:pt x="4094" y="37"/>
                </a:lnTo>
                <a:lnTo>
                  <a:pt x="4058" y="37"/>
                </a:lnTo>
                <a:lnTo>
                  <a:pt x="4058" y="0"/>
                </a:lnTo>
                <a:moveTo>
                  <a:pt x="4130" y="0"/>
                </a:moveTo>
                <a:lnTo>
                  <a:pt x="4166" y="0"/>
                </a:lnTo>
                <a:lnTo>
                  <a:pt x="4166" y="37"/>
                </a:lnTo>
                <a:lnTo>
                  <a:pt x="4130" y="37"/>
                </a:lnTo>
                <a:lnTo>
                  <a:pt x="4130" y="0"/>
                </a:lnTo>
                <a:moveTo>
                  <a:pt x="4202" y="0"/>
                </a:moveTo>
                <a:lnTo>
                  <a:pt x="4239" y="0"/>
                </a:lnTo>
                <a:lnTo>
                  <a:pt x="4239" y="37"/>
                </a:lnTo>
                <a:lnTo>
                  <a:pt x="4202" y="37"/>
                </a:lnTo>
                <a:lnTo>
                  <a:pt x="4202" y="0"/>
                </a:lnTo>
                <a:moveTo>
                  <a:pt x="4275" y="0"/>
                </a:moveTo>
                <a:lnTo>
                  <a:pt x="4311" y="0"/>
                </a:lnTo>
                <a:lnTo>
                  <a:pt x="4311" y="37"/>
                </a:lnTo>
                <a:lnTo>
                  <a:pt x="4275" y="37"/>
                </a:lnTo>
                <a:lnTo>
                  <a:pt x="4275" y="0"/>
                </a:lnTo>
                <a:moveTo>
                  <a:pt x="4347" y="0"/>
                </a:moveTo>
                <a:lnTo>
                  <a:pt x="4384" y="0"/>
                </a:lnTo>
                <a:lnTo>
                  <a:pt x="4384" y="37"/>
                </a:lnTo>
                <a:lnTo>
                  <a:pt x="4347" y="37"/>
                </a:lnTo>
                <a:lnTo>
                  <a:pt x="4347" y="0"/>
                </a:lnTo>
                <a:moveTo>
                  <a:pt x="4420" y="0"/>
                </a:moveTo>
                <a:lnTo>
                  <a:pt x="4456" y="0"/>
                </a:lnTo>
                <a:lnTo>
                  <a:pt x="4456" y="37"/>
                </a:lnTo>
                <a:lnTo>
                  <a:pt x="4420" y="37"/>
                </a:lnTo>
                <a:lnTo>
                  <a:pt x="4420" y="0"/>
                </a:lnTo>
                <a:moveTo>
                  <a:pt x="4492" y="0"/>
                </a:moveTo>
                <a:lnTo>
                  <a:pt x="4529" y="0"/>
                </a:lnTo>
                <a:lnTo>
                  <a:pt x="4529" y="37"/>
                </a:lnTo>
                <a:lnTo>
                  <a:pt x="4492" y="37"/>
                </a:lnTo>
                <a:lnTo>
                  <a:pt x="4492" y="0"/>
                </a:lnTo>
                <a:moveTo>
                  <a:pt x="4565" y="0"/>
                </a:moveTo>
                <a:lnTo>
                  <a:pt x="4601" y="0"/>
                </a:lnTo>
                <a:lnTo>
                  <a:pt x="4601" y="37"/>
                </a:lnTo>
                <a:lnTo>
                  <a:pt x="4565" y="37"/>
                </a:lnTo>
                <a:lnTo>
                  <a:pt x="4565" y="0"/>
                </a:lnTo>
                <a:moveTo>
                  <a:pt x="4637" y="0"/>
                </a:moveTo>
                <a:lnTo>
                  <a:pt x="4673" y="0"/>
                </a:lnTo>
                <a:lnTo>
                  <a:pt x="4673" y="37"/>
                </a:lnTo>
                <a:lnTo>
                  <a:pt x="4637" y="37"/>
                </a:lnTo>
                <a:lnTo>
                  <a:pt x="4637" y="0"/>
                </a:lnTo>
                <a:moveTo>
                  <a:pt x="4710" y="0"/>
                </a:moveTo>
                <a:lnTo>
                  <a:pt x="4746" y="0"/>
                </a:lnTo>
                <a:lnTo>
                  <a:pt x="4746" y="37"/>
                </a:lnTo>
                <a:lnTo>
                  <a:pt x="4710" y="37"/>
                </a:lnTo>
                <a:lnTo>
                  <a:pt x="4710" y="0"/>
                </a:lnTo>
                <a:moveTo>
                  <a:pt x="4782" y="0"/>
                </a:moveTo>
                <a:lnTo>
                  <a:pt x="4818" y="0"/>
                </a:lnTo>
                <a:lnTo>
                  <a:pt x="4818" y="37"/>
                </a:lnTo>
                <a:lnTo>
                  <a:pt x="4782" y="37"/>
                </a:lnTo>
                <a:lnTo>
                  <a:pt x="4782" y="0"/>
                </a:lnTo>
                <a:moveTo>
                  <a:pt x="4855" y="0"/>
                </a:moveTo>
                <a:lnTo>
                  <a:pt x="4891" y="0"/>
                </a:lnTo>
                <a:lnTo>
                  <a:pt x="4891" y="37"/>
                </a:lnTo>
                <a:lnTo>
                  <a:pt x="4855" y="37"/>
                </a:lnTo>
                <a:lnTo>
                  <a:pt x="4855" y="0"/>
                </a:lnTo>
                <a:moveTo>
                  <a:pt x="4927" y="0"/>
                </a:moveTo>
                <a:lnTo>
                  <a:pt x="4963" y="0"/>
                </a:lnTo>
                <a:lnTo>
                  <a:pt x="4963" y="37"/>
                </a:lnTo>
                <a:lnTo>
                  <a:pt x="4927" y="37"/>
                </a:lnTo>
                <a:lnTo>
                  <a:pt x="4927" y="0"/>
                </a:lnTo>
                <a:moveTo>
                  <a:pt x="4999" y="0"/>
                </a:moveTo>
                <a:lnTo>
                  <a:pt x="5036" y="0"/>
                </a:lnTo>
                <a:lnTo>
                  <a:pt x="5036" y="37"/>
                </a:lnTo>
                <a:lnTo>
                  <a:pt x="4999" y="37"/>
                </a:lnTo>
                <a:lnTo>
                  <a:pt x="4999" y="0"/>
                </a:lnTo>
                <a:moveTo>
                  <a:pt x="5072" y="0"/>
                </a:moveTo>
                <a:lnTo>
                  <a:pt x="5108" y="0"/>
                </a:lnTo>
                <a:lnTo>
                  <a:pt x="5108" y="37"/>
                </a:lnTo>
                <a:lnTo>
                  <a:pt x="5072" y="37"/>
                </a:lnTo>
                <a:lnTo>
                  <a:pt x="5072" y="0"/>
                </a:lnTo>
                <a:moveTo>
                  <a:pt x="5144" y="0"/>
                </a:moveTo>
                <a:lnTo>
                  <a:pt x="5181" y="0"/>
                </a:lnTo>
                <a:lnTo>
                  <a:pt x="5181" y="37"/>
                </a:lnTo>
                <a:lnTo>
                  <a:pt x="5144" y="37"/>
                </a:lnTo>
                <a:lnTo>
                  <a:pt x="5144" y="0"/>
                </a:lnTo>
                <a:moveTo>
                  <a:pt x="5217" y="0"/>
                </a:moveTo>
                <a:lnTo>
                  <a:pt x="5253" y="0"/>
                </a:lnTo>
                <a:lnTo>
                  <a:pt x="5253" y="37"/>
                </a:lnTo>
                <a:lnTo>
                  <a:pt x="5217" y="37"/>
                </a:lnTo>
                <a:lnTo>
                  <a:pt x="5217" y="0"/>
                </a:lnTo>
                <a:moveTo>
                  <a:pt x="5289" y="0"/>
                </a:moveTo>
                <a:lnTo>
                  <a:pt x="5325" y="0"/>
                </a:lnTo>
                <a:lnTo>
                  <a:pt x="5325" y="37"/>
                </a:lnTo>
                <a:lnTo>
                  <a:pt x="5289" y="37"/>
                </a:lnTo>
                <a:lnTo>
                  <a:pt x="5289" y="0"/>
                </a:lnTo>
                <a:moveTo>
                  <a:pt x="5362" y="0"/>
                </a:moveTo>
                <a:lnTo>
                  <a:pt x="5398" y="0"/>
                </a:lnTo>
                <a:lnTo>
                  <a:pt x="5398" y="37"/>
                </a:lnTo>
                <a:lnTo>
                  <a:pt x="5362" y="37"/>
                </a:lnTo>
                <a:lnTo>
                  <a:pt x="5362" y="0"/>
                </a:lnTo>
                <a:moveTo>
                  <a:pt x="5434" y="0"/>
                </a:moveTo>
                <a:lnTo>
                  <a:pt x="5470" y="0"/>
                </a:lnTo>
                <a:lnTo>
                  <a:pt x="5470" y="37"/>
                </a:lnTo>
                <a:lnTo>
                  <a:pt x="5434" y="37"/>
                </a:lnTo>
                <a:lnTo>
                  <a:pt x="5434" y="0"/>
                </a:lnTo>
                <a:moveTo>
                  <a:pt x="5507" y="0"/>
                </a:moveTo>
                <a:lnTo>
                  <a:pt x="5543" y="0"/>
                </a:lnTo>
                <a:lnTo>
                  <a:pt x="5543" y="37"/>
                </a:lnTo>
                <a:lnTo>
                  <a:pt x="5507" y="37"/>
                </a:lnTo>
                <a:lnTo>
                  <a:pt x="5507" y="0"/>
                </a:lnTo>
                <a:moveTo>
                  <a:pt x="5579" y="0"/>
                </a:moveTo>
                <a:lnTo>
                  <a:pt x="5615" y="0"/>
                </a:lnTo>
                <a:lnTo>
                  <a:pt x="5615" y="37"/>
                </a:lnTo>
                <a:lnTo>
                  <a:pt x="5579" y="37"/>
                </a:lnTo>
                <a:lnTo>
                  <a:pt x="5579" y="0"/>
                </a:lnTo>
                <a:moveTo>
                  <a:pt x="5652" y="0"/>
                </a:moveTo>
                <a:lnTo>
                  <a:pt x="5688" y="0"/>
                </a:lnTo>
                <a:lnTo>
                  <a:pt x="5688" y="37"/>
                </a:lnTo>
                <a:lnTo>
                  <a:pt x="5652" y="37"/>
                </a:lnTo>
                <a:lnTo>
                  <a:pt x="5652" y="0"/>
                </a:lnTo>
                <a:moveTo>
                  <a:pt x="5724" y="0"/>
                </a:moveTo>
                <a:lnTo>
                  <a:pt x="5760" y="0"/>
                </a:lnTo>
                <a:lnTo>
                  <a:pt x="5760" y="37"/>
                </a:lnTo>
                <a:lnTo>
                  <a:pt x="5724" y="37"/>
                </a:lnTo>
                <a:lnTo>
                  <a:pt x="5724" y="0"/>
                </a:lnTo>
                <a:moveTo>
                  <a:pt x="5796" y="0"/>
                </a:moveTo>
                <a:lnTo>
                  <a:pt x="5833" y="0"/>
                </a:lnTo>
                <a:lnTo>
                  <a:pt x="5833" y="37"/>
                </a:lnTo>
                <a:lnTo>
                  <a:pt x="5796" y="37"/>
                </a:lnTo>
                <a:lnTo>
                  <a:pt x="5796" y="0"/>
                </a:lnTo>
                <a:moveTo>
                  <a:pt x="5869" y="0"/>
                </a:moveTo>
                <a:lnTo>
                  <a:pt x="5905" y="0"/>
                </a:lnTo>
                <a:lnTo>
                  <a:pt x="5905" y="37"/>
                </a:lnTo>
                <a:lnTo>
                  <a:pt x="5869" y="37"/>
                </a:lnTo>
                <a:lnTo>
                  <a:pt x="5869" y="0"/>
                </a:lnTo>
                <a:moveTo>
                  <a:pt x="5941" y="0"/>
                </a:moveTo>
                <a:lnTo>
                  <a:pt x="5978" y="0"/>
                </a:lnTo>
                <a:lnTo>
                  <a:pt x="5978" y="37"/>
                </a:lnTo>
                <a:lnTo>
                  <a:pt x="5941" y="37"/>
                </a:lnTo>
                <a:lnTo>
                  <a:pt x="5941" y="0"/>
                </a:lnTo>
                <a:moveTo>
                  <a:pt x="6014" y="0"/>
                </a:moveTo>
                <a:lnTo>
                  <a:pt x="6050" y="0"/>
                </a:lnTo>
                <a:lnTo>
                  <a:pt x="6050" y="37"/>
                </a:lnTo>
                <a:lnTo>
                  <a:pt x="6014" y="37"/>
                </a:lnTo>
                <a:lnTo>
                  <a:pt x="6014" y="0"/>
                </a:lnTo>
                <a:moveTo>
                  <a:pt x="6086" y="0"/>
                </a:moveTo>
                <a:lnTo>
                  <a:pt x="6122" y="0"/>
                </a:lnTo>
                <a:lnTo>
                  <a:pt x="6122" y="37"/>
                </a:lnTo>
                <a:lnTo>
                  <a:pt x="6086" y="37"/>
                </a:lnTo>
                <a:lnTo>
                  <a:pt x="6086" y="0"/>
                </a:lnTo>
                <a:moveTo>
                  <a:pt x="6159" y="0"/>
                </a:moveTo>
                <a:lnTo>
                  <a:pt x="6195" y="0"/>
                </a:lnTo>
                <a:lnTo>
                  <a:pt x="6195" y="37"/>
                </a:lnTo>
                <a:lnTo>
                  <a:pt x="6159" y="37"/>
                </a:lnTo>
                <a:lnTo>
                  <a:pt x="6159" y="0"/>
                </a:lnTo>
                <a:moveTo>
                  <a:pt x="6231" y="0"/>
                </a:moveTo>
                <a:lnTo>
                  <a:pt x="6267" y="0"/>
                </a:lnTo>
                <a:lnTo>
                  <a:pt x="6267" y="37"/>
                </a:lnTo>
                <a:lnTo>
                  <a:pt x="6231" y="37"/>
                </a:lnTo>
                <a:lnTo>
                  <a:pt x="6231" y="0"/>
                </a:lnTo>
                <a:moveTo>
                  <a:pt x="6304" y="0"/>
                </a:moveTo>
                <a:lnTo>
                  <a:pt x="6340" y="0"/>
                </a:lnTo>
                <a:lnTo>
                  <a:pt x="6340" y="37"/>
                </a:lnTo>
                <a:lnTo>
                  <a:pt x="6304" y="37"/>
                </a:lnTo>
                <a:lnTo>
                  <a:pt x="6304" y="0"/>
                </a:lnTo>
                <a:moveTo>
                  <a:pt x="6376" y="0"/>
                </a:moveTo>
                <a:lnTo>
                  <a:pt x="6412" y="0"/>
                </a:lnTo>
                <a:lnTo>
                  <a:pt x="6412" y="37"/>
                </a:lnTo>
                <a:lnTo>
                  <a:pt x="6376" y="37"/>
                </a:lnTo>
                <a:lnTo>
                  <a:pt x="6376" y="0"/>
                </a:lnTo>
                <a:moveTo>
                  <a:pt x="6448" y="0"/>
                </a:moveTo>
                <a:lnTo>
                  <a:pt x="6485" y="0"/>
                </a:lnTo>
                <a:lnTo>
                  <a:pt x="6485" y="37"/>
                </a:lnTo>
                <a:lnTo>
                  <a:pt x="6448" y="37"/>
                </a:lnTo>
                <a:lnTo>
                  <a:pt x="6448" y="0"/>
                </a:lnTo>
                <a:moveTo>
                  <a:pt x="6521" y="0"/>
                </a:moveTo>
                <a:lnTo>
                  <a:pt x="6557" y="0"/>
                </a:lnTo>
                <a:lnTo>
                  <a:pt x="6557" y="37"/>
                </a:lnTo>
                <a:lnTo>
                  <a:pt x="6521" y="37"/>
                </a:lnTo>
                <a:lnTo>
                  <a:pt x="6521" y="0"/>
                </a:lnTo>
                <a:moveTo>
                  <a:pt x="6593" y="0"/>
                </a:moveTo>
                <a:lnTo>
                  <a:pt x="6630" y="0"/>
                </a:lnTo>
                <a:lnTo>
                  <a:pt x="6630" y="37"/>
                </a:lnTo>
                <a:lnTo>
                  <a:pt x="6593" y="37"/>
                </a:lnTo>
                <a:lnTo>
                  <a:pt x="6593" y="0"/>
                </a:lnTo>
                <a:moveTo>
                  <a:pt x="6666" y="0"/>
                </a:moveTo>
                <a:lnTo>
                  <a:pt x="6702" y="0"/>
                </a:lnTo>
                <a:lnTo>
                  <a:pt x="6702" y="37"/>
                </a:lnTo>
                <a:lnTo>
                  <a:pt x="6666" y="37"/>
                </a:lnTo>
                <a:lnTo>
                  <a:pt x="6666" y="0"/>
                </a:lnTo>
                <a:moveTo>
                  <a:pt x="6738" y="0"/>
                </a:moveTo>
                <a:lnTo>
                  <a:pt x="6775" y="0"/>
                </a:lnTo>
                <a:lnTo>
                  <a:pt x="6775" y="37"/>
                </a:lnTo>
                <a:lnTo>
                  <a:pt x="6738" y="37"/>
                </a:lnTo>
                <a:lnTo>
                  <a:pt x="6738" y="0"/>
                </a:lnTo>
                <a:moveTo>
                  <a:pt x="6811" y="0"/>
                </a:moveTo>
                <a:lnTo>
                  <a:pt x="6847" y="0"/>
                </a:lnTo>
                <a:lnTo>
                  <a:pt x="6847" y="37"/>
                </a:lnTo>
                <a:lnTo>
                  <a:pt x="6811" y="37"/>
                </a:lnTo>
                <a:lnTo>
                  <a:pt x="6811" y="0"/>
                </a:lnTo>
                <a:moveTo>
                  <a:pt x="6883" y="0"/>
                </a:moveTo>
                <a:lnTo>
                  <a:pt x="6919" y="0"/>
                </a:lnTo>
                <a:lnTo>
                  <a:pt x="6919" y="37"/>
                </a:lnTo>
                <a:lnTo>
                  <a:pt x="6883" y="37"/>
                </a:lnTo>
                <a:lnTo>
                  <a:pt x="6883" y="0"/>
                </a:lnTo>
                <a:moveTo>
                  <a:pt x="6956" y="0"/>
                </a:moveTo>
                <a:lnTo>
                  <a:pt x="6992" y="0"/>
                </a:lnTo>
                <a:lnTo>
                  <a:pt x="6992" y="37"/>
                </a:lnTo>
                <a:lnTo>
                  <a:pt x="6956" y="37"/>
                </a:lnTo>
                <a:lnTo>
                  <a:pt x="6956" y="0"/>
                </a:lnTo>
                <a:moveTo>
                  <a:pt x="7028" y="0"/>
                </a:moveTo>
                <a:lnTo>
                  <a:pt x="7064" y="0"/>
                </a:lnTo>
                <a:lnTo>
                  <a:pt x="7064" y="37"/>
                </a:lnTo>
                <a:lnTo>
                  <a:pt x="7028" y="37"/>
                </a:lnTo>
                <a:lnTo>
                  <a:pt x="7028" y="0"/>
                </a:lnTo>
                <a:moveTo>
                  <a:pt x="7101" y="0"/>
                </a:moveTo>
                <a:lnTo>
                  <a:pt x="7137" y="0"/>
                </a:lnTo>
                <a:lnTo>
                  <a:pt x="7137" y="37"/>
                </a:lnTo>
                <a:lnTo>
                  <a:pt x="7101" y="37"/>
                </a:lnTo>
                <a:lnTo>
                  <a:pt x="7101" y="0"/>
                </a:lnTo>
                <a:moveTo>
                  <a:pt x="7173" y="0"/>
                </a:moveTo>
                <a:lnTo>
                  <a:pt x="7209" y="0"/>
                </a:lnTo>
                <a:lnTo>
                  <a:pt x="7209" y="37"/>
                </a:lnTo>
                <a:lnTo>
                  <a:pt x="7173" y="37"/>
                </a:lnTo>
                <a:lnTo>
                  <a:pt x="7173" y="0"/>
                </a:lnTo>
                <a:moveTo>
                  <a:pt x="7245" y="0"/>
                </a:moveTo>
                <a:lnTo>
                  <a:pt x="7282" y="0"/>
                </a:lnTo>
                <a:lnTo>
                  <a:pt x="7282" y="37"/>
                </a:lnTo>
                <a:lnTo>
                  <a:pt x="7245" y="37"/>
                </a:lnTo>
                <a:lnTo>
                  <a:pt x="7245" y="0"/>
                </a:lnTo>
                <a:moveTo>
                  <a:pt x="7318" y="0"/>
                </a:moveTo>
                <a:lnTo>
                  <a:pt x="7354" y="0"/>
                </a:lnTo>
                <a:lnTo>
                  <a:pt x="7354" y="37"/>
                </a:lnTo>
                <a:lnTo>
                  <a:pt x="7318" y="37"/>
                </a:lnTo>
                <a:lnTo>
                  <a:pt x="7318" y="0"/>
                </a:lnTo>
                <a:moveTo>
                  <a:pt x="7390" y="0"/>
                </a:moveTo>
                <a:lnTo>
                  <a:pt x="7427" y="0"/>
                </a:lnTo>
                <a:lnTo>
                  <a:pt x="7427" y="37"/>
                </a:lnTo>
                <a:lnTo>
                  <a:pt x="7390" y="37"/>
                </a:lnTo>
                <a:lnTo>
                  <a:pt x="7390" y="0"/>
                </a:lnTo>
                <a:moveTo>
                  <a:pt x="7463" y="0"/>
                </a:moveTo>
                <a:lnTo>
                  <a:pt x="7499" y="0"/>
                </a:lnTo>
                <a:lnTo>
                  <a:pt x="7499" y="37"/>
                </a:lnTo>
                <a:lnTo>
                  <a:pt x="7463" y="37"/>
                </a:lnTo>
                <a:lnTo>
                  <a:pt x="7463" y="0"/>
                </a:lnTo>
                <a:moveTo>
                  <a:pt x="7535" y="0"/>
                </a:moveTo>
                <a:lnTo>
                  <a:pt x="7572" y="0"/>
                </a:lnTo>
                <a:lnTo>
                  <a:pt x="7572" y="37"/>
                </a:lnTo>
                <a:lnTo>
                  <a:pt x="7535" y="37"/>
                </a:lnTo>
                <a:lnTo>
                  <a:pt x="7535" y="0"/>
                </a:lnTo>
                <a:moveTo>
                  <a:pt x="7608" y="0"/>
                </a:moveTo>
                <a:lnTo>
                  <a:pt x="7644" y="0"/>
                </a:lnTo>
                <a:lnTo>
                  <a:pt x="7644" y="37"/>
                </a:lnTo>
                <a:lnTo>
                  <a:pt x="7608" y="37"/>
                </a:lnTo>
                <a:lnTo>
                  <a:pt x="7608" y="0"/>
                </a:lnTo>
                <a:moveTo>
                  <a:pt x="7680" y="0"/>
                </a:moveTo>
                <a:lnTo>
                  <a:pt x="7716" y="0"/>
                </a:lnTo>
                <a:lnTo>
                  <a:pt x="7716" y="37"/>
                </a:lnTo>
                <a:lnTo>
                  <a:pt x="7680" y="37"/>
                </a:lnTo>
                <a:lnTo>
                  <a:pt x="7680" y="0"/>
                </a:lnTo>
                <a:moveTo>
                  <a:pt x="7753" y="0"/>
                </a:moveTo>
                <a:lnTo>
                  <a:pt x="7789" y="0"/>
                </a:lnTo>
                <a:lnTo>
                  <a:pt x="7789" y="37"/>
                </a:lnTo>
                <a:lnTo>
                  <a:pt x="7753" y="37"/>
                </a:lnTo>
                <a:lnTo>
                  <a:pt x="7753" y="0"/>
                </a:lnTo>
                <a:moveTo>
                  <a:pt x="7825" y="0"/>
                </a:moveTo>
                <a:lnTo>
                  <a:pt x="7861" y="0"/>
                </a:lnTo>
                <a:lnTo>
                  <a:pt x="7861" y="37"/>
                </a:lnTo>
                <a:lnTo>
                  <a:pt x="7825" y="37"/>
                </a:lnTo>
                <a:lnTo>
                  <a:pt x="7825" y="0"/>
                </a:lnTo>
                <a:moveTo>
                  <a:pt x="7898" y="0"/>
                </a:moveTo>
                <a:lnTo>
                  <a:pt x="7934" y="0"/>
                </a:lnTo>
                <a:lnTo>
                  <a:pt x="7934" y="37"/>
                </a:lnTo>
                <a:lnTo>
                  <a:pt x="7898" y="37"/>
                </a:lnTo>
                <a:lnTo>
                  <a:pt x="7898" y="0"/>
                </a:lnTo>
                <a:moveTo>
                  <a:pt x="7970" y="0"/>
                </a:moveTo>
                <a:lnTo>
                  <a:pt x="8006" y="0"/>
                </a:lnTo>
                <a:lnTo>
                  <a:pt x="8006" y="37"/>
                </a:lnTo>
                <a:lnTo>
                  <a:pt x="7970" y="37"/>
                </a:lnTo>
                <a:lnTo>
                  <a:pt x="7970" y="0"/>
                </a:lnTo>
                <a:moveTo>
                  <a:pt x="8042" y="0"/>
                </a:moveTo>
                <a:lnTo>
                  <a:pt x="8079" y="0"/>
                </a:lnTo>
                <a:lnTo>
                  <a:pt x="8079" y="37"/>
                </a:lnTo>
                <a:lnTo>
                  <a:pt x="8042" y="37"/>
                </a:lnTo>
                <a:lnTo>
                  <a:pt x="8042" y="0"/>
                </a:lnTo>
                <a:moveTo>
                  <a:pt x="8115" y="0"/>
                </a:moveTo>
                <a:lnTo>
                  <a:pt x="8151" y="0"/>
                </a:lnTo>
                <a:lnTo>
                  <a:pt x="8151" y="37"/>
                </a:lnTo>
                <a:lnTo>
                  <a:pt x="8115" y="37"/>
                </a:lnTo>
                <a:lnTo>
                  <a:pt x="8115" y="0"/>
                </a:lnTo>
                <a:moveTo>
                  <a:pt x="8187" y="0"/>
                </a:moveTo>
                <a:lnTo>
                  <a:pt x="8224" y="0"/>
                </a:lnTo>
                <a:lnTo>
                  <a:pt x="8224" y="37"/>
                </a:lnTo>
                <a:lnTo>
                  <a:pt x="8187" y="37"/>
                </a:lnTo>
                <a:lnTo>
                  <a:pt x="8187" y="0"/>
                </a:lnTo>
                <a:moveTo>
                  <a:pt x="8260" y="0"/>
                </a:moveTo>
                <a:lnTo>
                  <a:pt x="8296" y="0"/>
                </a:lnTo>
                <a:lnTo>
                  <a:pt x="8296" y="37"/>
                </a:lnTo>
                <a:lnTo>
                  <a:pt x="8260" y="37"/>
                </a:lnTo>
                <a:lnTo>
                  <a:pt x="8260" y="0"/>
                </a:lnTo>
                <a:moveTo>
                  <a:pt x="8332" y="0"/>
                </a:moveTo>
                <a:lnTo>
                  <a:pt x="8368" y="0"/>
                </a:lnTo>
                <a:lnTo>
                  <a:pt x="8368" y="37"/>
                </a:lnTo>
                <a:lnTo>
                  <a:pt x="8332" y="37"/>
                </a:lnTo>
                <a:lnTo>
                  <a:pt x="8332" y="0"/>
                </a:lnTo>
                <a:moveTo>
                  <a:pt x="8405" y="0"/>
                </a:moveTo>
                <a:lnTo>
                  <a:pt x="8441" y="0"/>
                </a:lnTo>
                <a:lnTo>
                  <a:pt x="8441" y="37"/>
                </a:lnTo>
                <a:lnTo>
                  <a:pt x="8405" y="37"/>
                </a:lnTo>
                <a:lnTo>
                  <a:pt x="8405" y="0"/>
                </a:lnTo>
                <a:moveTo>
                  <a:pt x="8477" y="0"/>
                </a:moveTo>
                <a:lnTo>
                  <a:pt x="8513" y="0"/>
                </a:lnTo>
                <a:lnTo>
                  <a:pt x="8513" y="37"/>
                </a:lnTo>
                <a:lnTo>
                  <a:pt x="8477" y="37"/>
                </a:lnTo>
                <a:lnTo>
                  <a:pt x="8477" y="0"/>
                </a:lnTo>
                <a:moveTo>
                  <a:pt x="8550" y="0"/>
                </a:moveTo>
                <a:lnTo>
                  <a:pt x="8586" y="0"/>
                </a:lnTo>
                <a:lnTo>
                  <a:pt x="8586" y="37"/>
                </a:lnTo>
                <a:lnTo>
                  <a:pt x="8550" y="37"/>
                </a:lnTo>
                <a:lnTo>
                  <a:pt x="8550" y="0"/>
                </a:lnTo>
                <a:moveTo>
                  <a:pt x="8622" y="0"/>
                </a:moveTo>
                <a:lnTo>
                  <a:pt x="8658" y="0"/>
                </a:lnTo>
                <a:lnTo>
                  <a:pt x="8658" y="37"/>
                </a:lnTo>
                <a:lnTo>
                  <a:pt x="8622" y="37"/>
                </a:lnTo>
                <a:lnTo>
                  <a:pt x="8622" y="0"/>
                </a:lnTo>
                <a:moveTo>
                  <a:pt x="8696" y="0"/>
                </a:moveTo>
                <a:lnTo>
                  <a:pt x="8732" y="0"/>
                </a:lnTo>
                <a:lnTo>
                  <a:pt x="8732" y="37"/>
                </a:lnTo>
                <a:lnTo>
                  <a:pt x="8696" y="37"/>
                </a:lnTo>
                <a:lnTo>
                  <a:pt x="8696" y="0"/>
                </a:lnTo>
                <a:moveTo>
                  <a:pt x="8768" y="0"/>
                </a:moveTo>
                <a:lnTo>
                  <a:pt x="8804" y="0"/>
                </a:lnTo>
                <a:lnTo>
                  <a:pt x="8804" y="37"/>
                </a:lnTo>
                <a:lnTo>
                  <a:pt x="8768" y="37"/>
                </a:lnTo>
                <a:lnTo>
                  <a:pt x="8768" y="0"/>
                </a:lnTo>
                <a:moveTo>
                  <a:pt x="8840" y="0"/>
                </a:moveTo>
                <a:lnTo>
                  <a:pt x="8877" y="0"/>
                </a:lnTo>
                <a:lnTo>
                  <a:pt x="8877" y="37"/>
                </a:lnTo>
                <a:lnTo>
                  <a:pt x="8840" y="37"/>
                </a:lnTo>
                <a:lnTo>
                  <a:pt x="8840" y="0"/>
                </a:lnTo>
                <a:moveTo>
                  <a:pt x="8913" y="0"/>
                </a:moveTo>
                <a:lnTo>
                  <a:pt x="8949" y="0"/>
                </a:lnTo>
                <a:lnTo>
                  <a:pt x="8949" y="37"/>
                </a:lnTo>
                <a:lnTo>
                  <a:pt x="8913" y="37"/>
                </a:lnTo>
                <a:lnTo>
                  <a:pt x="8913" y="0"/>
                </a:lnTo>
                <a:moveTo>
                  <a:pt x="8985" y="0"/>
                </a:moveTo>
                <a:lnTo>
                  <a:pt x="9022" y="0"/>
                </a:lnTo>
                <a:lnTo>
                  <a:pt x="9022" y="37"/>
                </a:lnTo>
                <a:lnTo>
                  <a:pt x="8985" y="37"/>
                </a:lnTo>
                <a:lnTo>
                  <a:pt x="8985" y="0"/>
                </a:lnTo>
                <a:moveTo>
                  <a:pt x="9058" y="0"/>
                </a:moveTo>
                <a:lnTo>
                  <a:pt x="9094" y="0"/>
                </a:lnTo>
                <a:lnTo>
                  <a:pt x="9094" y="37"/>
                </a:lnTo>
                <a:lnTo>
                  <a:pt x="9058" y="37"/>
                </a:lnTo>
                <a:lnTo>
                  <a:pt x="9058" y="0"/>
                </a:lnTo>
                <a:moveTo>
                  <a:pt x="9130" y="0"/>
                </a:moveTo>
                <a:lnTo>
                  <a:pt x="9166" y="0"/>
                </a:lnTo>
                <a:lnTo>
                  <a:pt x="9166" y="37"/>
                </a:lnTo>
                <a:lnTo>
                  <a:pt x="9130" y="37"/>
                </a:lnTo>
                <a:lnTo>
                  <a:pt x="9130" y="0"/>
                </a:lnTo>
                <a:moveTo>
                  <a:pt x="9203" y="0"/>
                </a:moveTo>
                <a:lnTo>
                  <a:pt x="9239" y="0"/>
                </a:lnTo>
                <a:lnTo>
                  <a:pt x="9239" y="37"/>
                </a:lnTo>
                <a:lnTo>
                  <a:pt x="9203" y="37"/>
                </a:lnTo>
                <a:lnTo>
                  <a:pt x="9203" y="0"/>
                </a:lnTo>
                <a:moveTo>
                  <a:pt x="9275" y="0"/>
                </a:moveTo>
                <a:lnTo>
                  <a:pt x="9311" y="0"/>
                </a:lnTo>
                <a:lnTo>
                  <a:pt x="9311" y="37"/>
                </a:lnTo>
                <a:lnTo>
                  <a:pt x="9275" y="37"/>
                </a:lnTo>
                <a:lnTo>
                  <a:pt x="9275" y="0"/>
                </a:lnTo>
                <a:moveTo>
                  <a:pt x="9348" y="0"/>
                </a:moveTo>
                <a:lnTo>
                  <a:pt x="9384" y="0"/>
                </a:lnTo>
                <a:lnTo>
                  <a:pt x="9384" y="37"/>
                </a:lnTo>
                <a:lnTo>
                  <a:pt x="9348" y="37"/>
                </a:lnTo>
                <a:lnTo>
                  <a:pt x="9348" y="0"/>
                </a:lnTo>
                <a:moveTo>
                  <a:pt x="9420" y="0"/>
                </a:moveTo>
                <a:lnTo>
                  <a:pt x="9456" y="0"/>
                </a:lnTo>
                <a:lnTo>
                  <a:pt x="9456" y="37"/>
                </a:lnTo>
                <a:lnTo>
                  <a:pt x="9420" y="37"/>
                </a:lnTo>
                <a:lnTo>
                  <a:pt x="9420" y="0"/>
                </a:lnTo>
                <a:moveTo>
                  <a:pt x="9492" y="0"/>
                </a:moveTo>
                <a:lnTo>
                  <a:pt x="9529" y="0"/>
                </a:lnTo>
                <a:lnTo>
                  <a:pt x="9529" y="37"/>
                </a:lnTo>
                <a:lnTo>
                  <a:pt x="9492" y="37"/>
                </a:lnTo>
                <a:lnTo>
                  <a:pt x="9492" y="0"/>
                </a:lnTo>
                <a:moveTo>
                  <a:pt x="9565" y="0"/>
                </a:moveTo>
                <a:lnTo>
                  <a:pt x="9601" y="0"/>
                </a:lnTo>
                <a:lnTo>
                  <a:pt x="9601" y="37"/>
                </a:lnTo>
                <a:lnTo>
                  <a:pt x="9565" y="37"/>
                </a:lnTo>
                <a:lnTo>
                  <a:pt x="9565" y="0"/>
                </a:lnTo>
                <a:moveTo>
                  <a:pt x="9637" y="0"/>
                </a:moveTo>
                <a:lnTo>
                  <a:pt x="9674" y="0"/>
                </a:lnTo>
                <a:lnTo>
                  <a:pt x="9674" y="37"/>
                </a:lnTo>
                <a:lnTo>
                  <a:pt x="9637" y="37"/>
                </a:lnTo>
                <a:lnTo>
                  <a:pt x="9637" y="0"/>
                </a:lnTo>
                <a:moveTo>
                  <a:pt x="9710" y="0"/>
                </a:moveTo>
                <a:lnTo>
                  <a:pt x="9746" y="0"/>
                </a:lnTo>
                <a:lnTo>
                  <a:pt x="9746" y="37"/>
                </a:lnTo>
                <a:lnTo>
                  <a:pt x="9710" y="37"/>
                </a:lnTo>
                <a:lnTo>
                  <a:pt x="9710" y="0"/>
                </a:lnTo>
                <a:moveTo>
                  <a:pt x="9782" y="0"/>
                </a:moveTo>
                <a:lnTo>
                  <a:pt x="9819" y="0"/>
                </a:lnTo>
                <a:lnTo>
                  <a:pt x="9819" y="37"/>
                </a:lnTo>
                <a:lnTo>
                  <a:pt x="9782" y="37"/>
                </a:lnTo>
                <a:lnTo>
                  <a:pt x="9782" y="0"/>
                </a:lnTo>
                <a:moveTo>
                  <a:pt x="9855" y="0"/>
                </a:moveTo>
                <a:lnTo>
                  <a:pt x="9891" y="0"/>
                </a:lnTo>
                <a:lnTo>
                  <a:pt x="9891" y="37"/>
                </a:lnTo>
                <a:lnTo>
                  <a:pt x="9855" y="37"/>
                </a:lnTo>
                <a:lnTo>
                  <a:pt x="9855" y="0"/>
                </a:lnTo>
                <a:moveTo>
                  <a:pt x="9927" y="0"/>
                </a:moveTo>
                <a:lnTo>
                  <a:pt x="9963" y="0"/>
                </a:lnTo>
                <a:lnTo>
                  <a:pt x="9963" y="37"/>
                </a:lnTo>
                <a:lnTo>
                  <a:pt x="9927" y="37"/>
                </a:lnTo>
                <a:lnTo>
                  <a:pt x="9927" y="0"/>
                </a:lnTo>
                <a:moveTo>
                  <a:pt x="10000" y="0"/>
                </a:moveTo>
                <a:lnTo>
                  <a:pt x="10036" y="0"/>
                </a:lnTo>
                <a:lnTo>
                  <a:pt x="10036" y="37"/>
                </a:lnTo>
                <a:lnTo>
                  <a:pt x="10000" y="37"/>
                </a:lnTo>
                <a:lnTo>
                  <a:pt x="10000" y="0"/>
                </a:lnTo>
                <a:moveTo>
                  <a:pt x="10072" y="0"/>
                </a:moveTo>
                <a:lnTo>
                  <a:pt x="10108" y="0"/>
                </a:lnTo>
                <a:lnTo>
                  <a:pt x="10108" y="37"/>
                </a:lnTo>
                <a:lnTo>
                  <a:pt x="10072" y="37"/>
                </a:lnTo>
                <a:lnTo>
                  <a:pt x="10072" y="0"/>
                </a:lnTo>
                <a:moveTo>
                  <a:pt x="10145" y="0"/>
                </a:moveTo>
                <a:lnTo>
                  <a:pt x="10181" y="0"/>
                </a:lnTo>
                <a:lnTo>
                  <a:pt x="10181" y="37"/>
                </a:lnTo>
                <a:lnTo>
                  <a:pt x="10145" y="37"/>
                </a:lnTo>
                <a:lnTo>
                  <a:pt x="10145" y="0"/>
                </a:lnTo>
                <a:moveTo>
                  <a:pt x="10217" y="0"/>
                </a:moveTo>
                <a:lnTo>
                  <a:pt x="10253" y="0"/>
                </a:lnTo>
                <a:lnTo>
                  <a:pt x="10253" y="37"/>
                </a:lnTo>
                <a:lnTo>
                  <a:pt x="10217" y="37"/>
                </a:lnTo>
                <a:lnTo>
                  <a:pt x="10217" y="0"/>
                </a:lnTo>
                <a:moveTo>
                  <a:pt x="10289" y="0"/>
                </a:moveTo>
                <a:lnTo>
                  <a:pt x="10326" y="0"/>
                </a:lnTo>
                <a:lnTo>
                  <a:pt x="10326" y="37"/>
                </a:lnTo>
                <a:lnTo>
                  <a:pt x="10289" y="37"/>
                </a:lnTo>
                <a:lnTo>
                  <a:pt x="10289" y="0"/>
                </a:lnTo>
                <a:moveTo>
                  <a:pt x="10362" y="0"/>
                </a:moveTo>
                <a:lnTo>
                  <a:pt x="10398" y="0"/>
                </a:lnTo>
                <a:lnTo>
                  <a:pt x="10398" y="37"/>
                </a:lnTo>
                <a:lnTo>
                  <a:pt x="10362" y="37"/>
                </a:lnTo>
                <a:lnTo>
                  <a:pt x="10362" y="0"/>
                </a:lnTo>
                <a:moveTo>
                  <a:pt x="10434" y="0"/>
                </a:moveTo>
                <a:lnTo>
                  <a:pt x="10471" y="0"/>
                </a:lnTo>
                <a:lnTo>
                  <a:pt x="10471" y="37"/>
                </a:lnTo>
                <a:lnTo>
                  <a:pt x="10434" y="37"/>
                </a:lnTo>
                <a:lnTo>
                  <a:pt x="10434" y="0"/>
                </a:lnTo>
                <a:moveTo>
                  <a:pt x="10507" y="0"/>
                </a:moveTo>
                <a:lnTo>
                  <a:pt x="10543" y="0"/>
                </a:lnTo>
                <a:lnTo>
                  <a:pt x="10543" y="37"/>
                </a:lnTo>
                <a:lnTo>
                  <a:pt x="10507" y="37"/>
                </a:lnTo>
                <a:lnTo>
                  <a:pt x="10507" y="0"/>
                </a:lnTo>
                <a:moveTo>
                  <a:pt x="10579" y="0"/>
                </a:moveTo>
                <a:lnTo>
                  <a:pt x="10615" y="0"/>
                </a:lnTo>
                <a:lnTo>
                  <a:pt x="10615" y="37"/>
                </a:lnTo>
                <a:lnTo>
                  <a:pt x="10579" y="37"/>
                </a:lnTo>
                <a:lnTo>
                  <a:pt x="10579" y="0"/>
                </a:lnTo>
                <a:moveTo>
                  <a:pt x="10652" y="0"/>
                </a:moveTo>
                <a:lnTo>
                  <a:pt x="10688" y="0"/>
                </a:lnTo>
                <a:lnTo>
                  <a:pt x="10688" y="37"/>
                </a:lnTo>
                <a:lnTo>
                  <a:pt x="10652" y="37"/>
                </a:lnTo>
                <a:lnTo>
                  <a:pt x="10652" y="0"/>
                </a:lnTo>
                <a:moveTo>
                  <a:pt x="10724" y="0"/>
                </a:moveTo>
                <a:lnTo>
                  <a:pt x="10760" y="0"/>
                </a:lnTo>
                <a:lnTo>
                  <a:pt x="10760" y="37"/>
                </a:lnTo>
                <a:lnTo>
                  <a:pt x="10724" y="37"/>
                </a:lnTo>
                <a:lnTo>
                  <a:pt x="10724" y="0"/>
                </a:lnTo>
                <a:moveTo>
                  <a:pt x="10797" y="0"/>
                </a:moveTo>
                <a:lnTo>
                  <a:pt x="10833" y="0"/>
                </a:lnTo>
                <a:lnTo>
                  <a:pt x="10833" y="37"/>
                </a:lnTo>
                <a:lnTo>
                  <a:pt x="10797" y="37"/>
                </a:lnTo>
                <a:lnTo>
                  <a:pt x="10797" y="0"/>
                </a:lnTo>
                <a:moveTo>
                  <a:pt x="10869" y="0"/>
                </a:moveTo>
                <a:lnTo>
                  <a:pt x="10905" y="0"/>
                </a:lnTo>
                <a:lnTo>
                  <a:pt x="10905" y="37"/>
                </a:lnTo>
                <a:lnTo>
                  <a:pt x="10869" y="37"/>
                </a:lnTo>
                <a:lnTo>
                  <a:pt x="10869" y="0"/>
                </a:lnTo>
                <a:moveTo>
                  <a:pt x="10942" y="0"/>
                </a:moveTo>
                <a:lnTo>
                  <a:pt x="10978" y="0"/>
                </a:lnTo>
                <a:lnTo>
                  <a:pt x="10978" y="37"/>
                </a:lnTo>
                <a:lnTo>
                  <a:pt x="10942" y="37"/>
                </a:lnTo>
                <a:lnTo>
                  <a:pt x="10942" y="0"/>
                </a:lnTo>
                <a:moveTo>
                  <a:pt x="11014" y="0"/>
                </a:moveTo>
                <a:lnTo>
                  <a:pt x="11050" y="0"/>
                </a:lnTo>
                <a:lnTo>
                  <a:pt x="11050" y="37"/>
                </a:lnTo>
                <a:lnTo>
                  <a:pt x="11014" y="37"/>
                </a:lnTo>
                <a:lnTo>
                  <a:pt x="11014" y="0"/>
                </a:lnTo>
                <a:moveTo>
                  <a:pt x="11086" y="0"/>
                </a:moveTo>
                <a:lnTo>
                  <a:pt x="11123" y="0"/>
                </a:lnTo>
                <a:lnTo>
                  <a:pt x="11123" y="37"/>
                </a:lnTo>
                <a:lnTo>
                  <a:pt x="11086" y="37"/>
                </a:lnTo>
                <a:lnTo>
                  <a:pt x="11086" y="0"/>
                </a:lnTo>
                <a:moveTo>
                  <a:pt x="11159" y="0"/>
                </a:moveTo>
                <a:lnTo>
                  <a:pt x="11195" y="0"/>
                </a:lnTo>
                <a:lnTo>
                  <a:pt x="11195" y="37"/>
                </a:lnTo>
                <a:lnTo>
                  <a:pt x="11159" y="37"/>
                </a:lnTo>
                <a:lnTo>
                  <a:pt x="11159" y="0"/>
                </a:lnTo>
                <a:moveTo>
                  <a:pt x="11231" y="0"/>
                </a:moveTo>
                <a:lnTo>
                  <a:pt x="11268" y="0"/>
                </a:lnTo>
                <a:lnTo>
                  <a:pt x="11268" y="37"/>
                </a:lnTo>
                <a:lnTo>
                  <a:pt x="11231" y="37"/>
                </a:lnTo>
                <a:lnTo>
                  <a:pt x="11231" y="0"/>
                </a:lnTo>
                <a:moveTo>
                  <a:pt x="11304" y="0"/>
                </a:moveTo>
                <a:lnTo>
                  <a:pt x="11340" y="0"/>
                </a:lnTo>
                <a:lnTo>
                  <a:pt x="11340" y="37"/>
                </a:lnTo>
                <a:lnTo>
                  <a:pt x="11304" y="37"/>
                </a:lnTo>
                <a:lnTo>
                  <a:pt x="11304" y="0"/>
                </a:lnTo>
                <a:moveTo>
                  <a:pt x="11376" y="0"/>
                </a:moveTo>
                <a:lnTo>
                  <a:pt x="11412" y="0"/>
                </a:lnTo>
                <a:lnTo>
                  <a:pt x="11412" y="37"/>
                </a:lnTo>
                <a:lnTo>
                  <a:pt x="11376" y="37"/>
                </a:lnTo>
                <a:lnTo>
                  <a:pt x="11376" y="0"/>
                </a:lnTo>
                <a:moveTo>
                  <a:pt x="11449" y="0"/>
                </a:moveTo>
                <a:lnTo>
                  <a:pt x="11485" y="0"/>
                </a:lnTo>
                <a:lnTo>
                  <a:pt x="11485" y="37"/>
                </a:lnTo>
                <a:lnTo>
                  <a:pt x="11449" y="37"/>
                </a:lnTo>
                <a:lnTo>
                  <a:pt x="11449" y="0"/>
                </a:lnTo>
                <a:moveTo>
                  <a:pt x="11521" y="0"/>
                </a:moveTo>
                <a:lnTo>
                  <a:pt x="11557" y="0"/>
                </a:lnTo>
                <a:lnTo>
                  <a:pt x="11557" y="37"/>
                </a:lnTo>
                <a:lnTo>
                  <a:pt x="11521" y="37"/>
                </a:lnTo>
                <a:lnTo>
                  <a:pt x="11521" y="0"/>
                </a:lnTo>
                <a:moveTo>
                  <a:pt x="11594" y="0"/>
                </a:moveTo>
                <a:lnTo>
                  <a:pt x="11630" y="0"/>
                </a:lnTo>
                <a:lnTo>
                  <a:pt x="11630" y="37"/>
                </a:lnTo>
                <a:lnTo>
                  <a:pt x="11594" y="37"/>
                </a:lnTo>
                <a:lnTo>
                  <a:pt x="11594" y="0"/>
                </a:lnTo>
                <a:moveTo>
                  <a:pt x="11666" y="0"/>
                </a:moveTo>
                <a:lnTo>
                  <a:pt x="11702" y="0"/>
                </a:lnTo>
                <a:lnTo>
                  <a:pt x="11702" y="37"/>
                </a:lnTo>
                <a:lnTo>
                  <a:pt x="11666" y="37"/>
                </a:lnTo>
                <a:lnTo>
                  <a:pt x="11666" y="0"/>
                </a:lnTo>
                <a:moveTo>
                  <a:pt x="11738" y="0"/>
                </a:moveTo>
                <a:lnTo>
                  <a:pt x="11775" y="0"/>
                </a:lnTo>
                <a:lnTo>
                  <a:pt x="11775" y="37"/>
                </a:lnTo>
                <a:lnTo>
                  <a:pt x="11738" y="37"/>
                </a:lnTo>
                <a:lnTo>
                  <a:pt x="11738" y="0"/>
                </a:lnTo>
                <a:moveTo>
                  <a:pt x="11811" y="0"/>
                </a:moveTo>
                <a:lnTo>
                  <a:pt x="11847" y="0"/>
                </a:lnTo>
                <a:lnTo>
                  <a:pt x="11847" y="37"/>
                </a:lnTo>
                <a:lnTo>
                  <a:pt x="11811" y="37"/>
                </a:lnTo>
                <a:lnTo>
                  <a:pt x="11811" y="0"/>
                </a:lnTo>
                <a:moveTo>
                  <a:pt x="11883" y="0"/>
                </a:moveTo>
                <a:lnTo>
                  <a:pt x="11920" y="0"/>
                </a:lnTo>
                <a:lnTo>
                  <a:pt x="11920" y="37"/>
                </a:lnTo>
                <a:lnTo>
                  <a:pt x="11883" y="37"/>
                </a:lnTo>
                <a:lnTo>
                  <a:pt x="11883" y="0"/>
                </a:lnTo>
                <a:moveTo>
                  <a:pt x="11956" y="0"/>
                </a:moveTo>
                <a:lnTo>
                  <a:pt x="11992" y="0"/>
                </a:lnTo>
                <a:lnTo>
                  <a:pt x="11992" y="37"/>
                </a:lnTo>
                <a:lnTo>
                  <a:pt x="11956" y="37"/>
                </a:lnTo>
                <a:lnTo>
                  <a:pt x="11956" y="0"/>
                </a:lnTo>
                <a:moveTo>
                  <a:pt x="12028" y="0"/>
                </a:moveTo>
                <a:lnTo>
                  <a:pt x="12065" y="0"/>
                </a:lnTo>
                <a:lnTo>
                  <a:pt x="12065" y="37"/>
                </a:lnTo>
                <a:lnTo>
                  <a:pt x="12028" y="37"/>
                </a:lnTo>
                <a:lnTo>
                  <a:pt x="12028" y="0"/>
                </a:lnTo>
                <a:moveTo>
                  <a:pt x="12101" y="0"/>
                </a:moveTo>
                <a:lnTo>
                  <a:pt x="12137" y="0"/>
                </a:lnTo>
                <a:lnTo>
                  <a:pt x="12137" y="37"/>
                </a:lnTo>
                <a:lnTo>
                  <a:pt x="12101" y="37"/>
                </a:lnTo>
                <a:lnTo>
                  <a:pt x="12101" y="0"/>
                </a:lnTo>
                <a:moveTo>
                  <a:pt x="12173" y="0"/>
                </a:moveTo>
                <a:lnTo>
                  <a:pt x="12209" y="0"/>
                </a:lnTo>
                <a:lnTo>
                  <a:pt x="12209" y="37"/>
                </a:lnTo>
                <a:lnTo>
                  <a:pt x="12173" y="37"/>
                </a:lnTo>
                <a:lnTo>
                  <a:pt x="12173" y="0"/>
                </a:lnTo>
                <a:moveTo>
                  <a:pt x="12246" y="0"/>
                </a:moveTo>
                <a:lnTo>
                  <a:pt x="12282" y="0"/>
                </a:lnTo>
                <a:lnTo>
                  <a:pt x="12282" y="37"/>
                </a:lnTo>
                <a:lnTo>
                  <a:pt x="12246" y="37"/>
                </a:lnTo>
                <a:lnTo>
                  <a:pt x="12246" y="0"/>
                </a:lnTo>
                <a:moveTo>
                  <a:pt x="12318" y="0"/>
                </a:moveTo>
                <a:lnTo>
                  <a:pt x="12354" y="0"/>
                </a:lnTo>
                <a:lnTo>
                  <a:pt x="12354" y="37"/>
                </a:lnTo>
                <a:lnTo>
                  <a:pt x="12318" y="37"/>
                </a:lnTo>
                <a:lnTo>
                  <a:pt x="12318" y="0"/>
                </a:lnTo>
                <a:moveTo>
                  <a:pt x="12391" y="0"/>
                </a:moveTo>
                <a:lnTo>
                  <a:pt x="12409" y="0"/>
                </a:lnTo>
                <a:lnTo>
                  <a:pt x="12409" y="37"/>
                </a:lnTo>
                <a:lnTo>
                  <a:pt x="12391" y="37"/>
                </a:lnTo>
                <a:lnTo>
                  <a:pt x="12391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3575520" y="4122000"/>
            <a:ext cx="13320" cy="1917360"/>
          </a:xfrm>
          <a:custGeom>
            <a:avLst/>
            <a:gdLst/>
            <a:ahLst/>
            <a:rect l="0" t="0" r="r" b="b"/>
            <a:pathLst>
              <a:path w="37" h="5326">
                <a:moveTo>
                  <a:pt x="37" y="0"/>
                </a:moveTo>
                <a:lnTo>
                  <a:pt x="37" y="36"/>
                </a:lnTo>
                <a:lnTo>
                  <a:pt x="0" y="36"/>
                </a:lnTo>
                <a:lnTo>
                  <a:pt x="0" y="0"/>
                </a:lnTo>
                <a:lnTo>
                  <a:pt x="37" y="0"/>
                </a:lnTo>
                <a:moveTo>
                  <a:pt x="37" y="72"/>
                </a:moveTo>
                <a:lnTo>
                  <a:pt x="37" y="109"/>
                </a:lnTo>
                <a:lnTo>
                  <a:pt x="0" y="109"/>
                </a:lnTo>
                <a:lnTo>
                  <a:pt x="0" y="72"/>
                </a:lnTo>
                <a:lnTo>
                  <a:pt x="37" y="72"/>
                </a:lnTo>
                <a:moveTo>
                  <a:pt x="37" y="145"/>
                </a:moveTo>
                <a:lnTo>
                  <a:pt x="37" y="181"/>
                </a:lnTo>
                <a:lnTo>
                  <a:pt x="0" y="181"/>
                </a:lnTo>
                <a:lnTo>
                  <a:pt x="0" y="145"/>
                </a:lnTo>
                <a:lnTo>
                  <a:pt x="37" y="145"/>
                </a:lnTo>
                <a:moveTo>
                  <a:pt x="37" y="217"/>
                </a:moveTo>
                <a:lnTo>
                  <a:pt x="37" y="254"/>
                </a:lnTo>
                <a:lnTo>
                  <a:pt x="0" y="254"/>
                </a:lnTo>
                <a:lnTo>
                  <a:pt x="0" y="217"/>
                </a:lnTo>
                <a:lnTo>
                  <a:pt x="37" y="217"/>
                </a:lnTo>
                <a:moveTo>
                  <a:pt x="37" y="290"/>
                </a:moveTo>
                <a:lnTo>
                  <a:pt x="37" y="326"/>
                </a:lnTo>
                <a:lnTo>
                  <a:pt x="0" y="326"/>
                </a:lnTo>
                <a:lnTo>
                  <a:pt x="0" y="290"/>
                </a:lnTo>
                <a:lnTo>
                  <a:pt x="37" y="290"/>
                </a:lnTo>
                <a:moveTo>
                  <a:pt x="37" y="362"/>
                </a:moveTo>
                <a:lnTo>
                  <a:pt x="37" y="398"/>
                </a:lnTo>
                <a:lnTo>
                  <a:pt x="0" y="398"/>
                </a:lnTo>
                <a:lnTo>
                  <a:pt x="0" y="362"/>
                </a:lnTo>
                <a:lnTo>
                  <a:pt x="37" y="362"/>
                </a:lnTo>
                <a:moveTo>
                  <a:pt x="37" y="435"/>
                </a:moveTo>
                <a:lnTo>
                  <a:pt x="37" y="471"/>
                </a:lnTo>
                <a:lnTo>
                  <a:pt x="0" y="471"/>
                </a:lnTo>
                <a:lnTo>
                  <a:pt x="0" y="435"/>
                </a:lnTo>
                <a:lnTo>
                  <a:pt x="37" y="435"/>
                </a:lnTo>
                <a:moveTo>
                  <a:pt x="37" y="507"/>
                </a:moveTo>
                <a:lnTo>
                  <a:pt x="37" y="543"/>
                </a:lnTo>
                <a:lnTo>
                  <a:pt x="0" y="543"/>
                </a:lnTo>
                <a:lnTo>
                  <a:pt x="0" y="507"/>
                </a:lnTo>
                <a:lnTo>
                  <a:pt x="37" y="507"/>
                </a:lnTo>
                <a:moveTo>
                  <a:pt x="37" y="580"/>
                </a:moveTo>
                <a:lnTo>
                  <a:pt x="37" y="616"/>
                </a:lnTo>
                <a:lnTo>
                  <a:pt x="0" y="616"/>
                </a:lnTo>
                <a:lnTo>
                  <a:pt x="0" y="580"/>
                </a:lnTo>
                <a:lnTo>
                  <a:pt x="37" y="580"/>
                </a:lnTo>
                <a:moveTo>
                  <a:pt x="37" y="652"/>
                </a:moveTo>
                <a:lnTo>
                  <a:pt x="37" y="688"/>
                </a:lnTo>
                <a:lnTo>
                  <a:pt x="0" y="688"/>
                </a:lnTo>
                <a:lnTo>
                  <a:pt x="0" y="652"/>
                </a:lnTo>
                <a:lnTo>
                  <a:pt x="37" y="652"/>
                </a:lnTo>
                <a:moveTo>
                  <a:pt x="37" y="724"/>
                </a:moveTo>
                <a:lnTo>
                  <a:pt x="37" y="761"/>
                </a:lnTo>
                <a:lnTo>
                  <a:pt x="0" y="761"/>
                </a:lnTo>
                <a:lnTo>
                  <a:pt x="0" y="724"/>
                </a:lnTo>
                <a:lnTo>
                  <a:pt x="37" y="724"/>
                </a:lnTo>
                <a:moveTo>
                  <a:pt x="37" y="797"/>
                </a:moveTo>
                <a:lnTo>
                  <a:pt x="37" y="833"/>
                </a:lnTo>
                <a:lnTo>
                  <a:pt x="0" y="833"/>
                </a:lnTo>
                <a:lnTo>
                  <a:pt x="0" y="797"/>
                </a:lnTo>
                <a:lnTo>
                  <a:pt x="37" y="797"/>
                </a:lnTo>
                <a:moveTo>
                  <a:pt x="37" y="869"/>
                </a:moveTo>
                <a:lnTo>
                  <a:pt x="37" y="906"/>
                </a:lnTo>
                <a:lnTo>
                  <a:pt x="0" y="906"/>
                </a:lnTo>
                <a:lnTo>
                  <a:pt x="0" y="869"/>
                </a:lnTo>
                <a:lnTo>
                  <a:pt x="37" y="869"/>
                </a:lnTo>
                <a:moveTo>
                  <a:pt x="37" y="942"/>
                </a:moveTo>
                <a:lnTo>
                  <a:pt x="37" y="978"/>
                </a:lnTo>
                <a:lnTo>
                  <a:pt x="0" y="978"/>
                </a:lnTo>
                <a:lnTo>
                  <a:pt x="0" y="942"/>
                </a:lnTo>
                <a:lnTo>
                  <a:pt x="37" y="942"/>
                </a:lnTo>
                <a:moveTo>
                  <a:pt x="37" y="1014"/>
                </a:moveTo>
                <a:lnTo>
                  <a:pt x="37" y="1051"/>
                </a:lnTo>
                <a:lnTo>
                  <a:pt x="0" y="1051"/>
                </a:lnTo>
                <a:lnTo>
                  <a:pt x="0" y="1014"/>
                </a:lnTo>
                <a:lnTo>
                  <a:pt x="37" y="1014"/>
                </a:lnTo>
                <a:moveTo>
                  <a:pt x="37" y="1087"/>
                </a:moveTo>
                <a:lnTo>
                  <a:pt x="37" y="1123"/>
                </a:lnTo>
                <a:lnTo>
                  <a:pt x="0" y="1123"/>
                </a:lnTo>
                <a:lnTo>
                  <a:pt x="0" y="1087"/>
                </a:lnTo>
                <a:lnTo>
                  <a:pt x="37" y="1087"/>
                </a:lnTo>
                <a:moveTo>
                  <a:pt x="37" y="1159"/>
                </a:moveTo>
                <a:lnTo>
                  <a:pt x="37" y="1195"/>
                </a:lnTo>
                <a:lnTo>
                  <a:pt x="0" y="1195"/>
                </a:lnTo>
                <a:lnTo>
                  <a:pt x="0" y="1159"/>
                </a:lnTo>
                <a:lnTo>
                  <a:pt x="37" y="1159"/>
                </a:lnTo>
                <a:moveTo>
                  <a:pt x="37" y="1232"/>
                </a:moveTo>
                <a:lnTo>
                  <a:pt x="37" y="1268"/>
                </a:lnTo>
                <a:lnTo>
                  <a:pt x="0" y="1268"/>
                </a:lnTo>
                <a:lnTo>
                  <a:pt x="0" y="1232"/>
                </a:lnTo>
                <a:lnTo>
                  <a:pt x="37" y="1232"/>
                </a:lnTo>
                <a:moveTo>
                  <a:pt x="37" y="1304"/>
                </a:moveTo>
                <a:lnTo>
                  <a:pt x="37" y="1340"/>
                </a:lnTo>
                <a:lnTo>
                  <a:pt x="0" y="1340"/>
                </a:lnTo>
                <a:lnTo>
                  <a:pt x="0" y="1304"/>
                </a:lnTo>
                <a:lnTo>
                  <a:pt x="37" y="1304"/>
                </a:lnTo>
                <a:moveTo>
                  <a:pt x="37" y="1377"/>
                </a:moveTo>
                <a:lnTo>
                  <a:pt x="37" y="1413"/>
                </a:lnTo>
                <a:lnTo>
                  <a:pt x="0" y="1413"/>
                </a:lnTo>
                <a:lnTo>
                  <a:pt x="0" y="1377"/>
                </a:lnTo>
                <a:lnTo>
                  <a:pt x="37" y="1377"/>
                </a:lnTo>
                <a:moveTo>
                  <a:pt x="37" y="1449"/>
                </a:moveTo>
                <a:lnTo>
                  <a:pt x="37" y="1485"/>
                </a:lnTo>
                <a:lnTo>
                  <a:pt x="0" y="1485"/>
                </a:lnTo>
                <a:lnTo>
                  <a:pt x="0" y="1449"/>
                </a:lnTo>
                <a:lnTo>
                  <a:pt x="37" y="1449"/>
                </a:lnTo>
                <a:moveTo>
                  <a:pt x="37" y="1521"/>
                </a:moveTo>
                <a:lnTo>
                  <a:pt x="37" y="1558"/>
                </a:lnTo>
                <a:lnTo>
                  <a:pt x="0" y="1558"/>
                </a:lnTo>
                <a:lnTo>
                  <a:pt x="0" y="1521"/>
                </a:lnTo>
                <a:lnTo>
                  <a:pt x="37" y="1521"/>
                </a:lnTo>
                <a:moveTo>
                  <a:pt x="37" y="1594"/>
                </a:moveTo>
                <a:lnTo>
                  <a:pt x="37" y="1630"/>
                </a:lnTo>
                <a:lnTo>
                  <a:pt x="0" y="1630"/>
                </a:lnTo>
                <a:lnTo>
                  <a:pt x="0" y="1594"/>
                </a:lnTo>
                <a:lnTo>
                  <a:pt x="37" y="1594"/>
                </a:lnTo>
                <a:moveTo>
                  <a:pt x="37" y="1666"/>
                </a:moveTo>
                <a:lnTo>
                  <a:pt x="37" y="1703"/>
                </a:lnTo>
                <a:lnTo>
                  <a:pt x="0" y="1703"/>
                </a:lnTo>
                <a:lnTo>
                  <a:pt x="0" y="1666"/>
                </a:lnTo>
                <a:lnTo>
                  <a:pt x="37" y="1666"/>
                </a:lnTo>
                <a:moveTo>
                  <a:pt x="37" y="1739"/>
                </a:moveTo>
                <a:lnTo>
                  <a:pt x="37" y="1775"/>
                </a:lnTo>
                <a:lnTo>
                  <a:pt x="0" y="1775"/>
                </a:lnTo>
                <a:lnTo>
                  <a:pt x="0" y="1739"/>
                </a:lnTo>
                <a:lnTo>
                  <a:pt x="37" y="1739"/>
                </a:lnTo>
                <a:moveTo>
                  <a:pt x="37" y="1811"/>
                </a:moveTo>
                <a:lnTo>
                  <a:pt x="37" y="1847"/>
                </a:lnTo>
                <a:lnTo>
                  <a:pt x="0" y="1847"/>
                </a:lnTo>
                <a:lnTo>
                  <a:pt x="0" y="1811"/>
                </a:lnTo>
                <a:lnTo>
                  <a:pt x="37" y="1811"/>
                </a:lnTo>
                <a:moveTo>
                  <a:pt x="37" y="1885"/>
                </a:moveTo>
                <a:lnTo>
                  <a:pt x="37" y="1921"/>
                </a:lnTo>
                <a:lnTo>
                  <a:pt x="0" y="1921"/>
                </a:lnTo>
                <a:lnTo>
                  <a:pt x="0" y="1885"/>
                </a:lnTo>
                <a:lnTo>
                  <a:pt x="37" y="1885"/>
                </a:lnTo>
                <a:moveTo>
                  <a:pt x="37" y="1957"/>
                </a:moveTo>
                <a:lnTo>
                  <a:pt x="37" y="1993"/>
                </a:lnTo>
                <a:lnTo>
                  <a:pt x="0" y="1993"/>
                </a:lnTo>
                <a:lnTo>
                  <a:pt x="0" y="1957"/>
                </a:lnTo>
                <a:lnTo>
                  <a:pt x="37" y="1957"/>
                </a:lnTo>
                <a:moveTo>
                  <a:pt x="37" y="2030"/>
                </a:moveTo>
                <a:lnTo>
                  <a:pt x="37" y="2066"/>
                </a:lnTo>
                <a:lnTo>
                  <a:pt x="0" y="2066"/>
                </a:lnTo>
                <a:lnTo>
                  <a:pt x="0" y="2030"/>
                </a:lnTo>
                <a:lnTo>
                  <a:pt x="37" y="2030"/>
                </a:lnTo>
                <a:moveTo>
                  <a:pt x="37" y="2102"/>
                </a:moveTo>
                <a:lnTo>
                  <a:pt x="37" y="2138"/>
                </a:lnTo>
                <a:lnTo>
                  <a:pt x="0" y="2138"/>
                </a:lnTo>
                <a:lnTo>
                  <a:pt x="0" y="2102"/>
                </a:lnTo>
                <a:lnTo>
                  <a:pt x="37" y="2102"/>
                </a:lnTo>
                <a:moveTo>
                  <a:pt x="37" y="2174"/>
                </a:moveTo>
                <a:lnTo>
                  <a:pt x="37" y="2211"/>
                </a:lnTo>
                <a:lnTo>
                  <a:pt x="0" y="2211"/>
                </a:lnTo>
                <a:lnTo>
                  <a:pt x="0" y="2174"/>
                </a:lnTo>
                <a:lnTo>
                  <a:pt x="37" y="2174"/>
                </a:lnTo>
                <a:moveTo>
                  <a:pt x="37" y="2247"/>
                </a:moveTo>
                <a:lnTo>
                  <a:pt x="37" y="2283"/>
                </a:lnTo>
                <a:lnTo>
                  <a:pt x="0" y="2283"/>
                </a:lnTo>
                <a:lnTo>
                  <a:pt x="0" y="2247"/>
                </a:lnTo>
                <a:lnTo>
                  <a:pt x="37" y="2247"/>
                </a:lnTo>
                <a:moveTo>
                  <a:pt x="37" y="2319"/>
                </a:moveTo>
                <a:lnTo>
                  <a:pt x="37" y="2356"/>
                </a:lnTo>
                <a:lnTo>
                  <a:pt x="0" y="2356"/>
                </a:lnTo>
                <a:lnTo>
                  <a:pt x="0" y="2319"/>
                </a:lnTo>
                <a:lnTo>
                  <a:pt x="37" y="2319"/>
                </a:lnTo>
                <a:moveTo>
                  <a:pt x="37" y="2392"/>
                </a:moveTo>
                <a:lnTo>
                  <a:pt x="37" y="2428"/>
                </a:lnTo>
                <a:lnTo>
                  <a:pt x="0" y="2428"/>
                </a:lnTo>
                <a:lnTo>
                  <a:pt x="0" y="2392"/>
                </a:lnTo>
                <a:lnTo>
                  <a:pt x="37" y="2392"/>
                </a:lnTo>
                <a:moveTo>
                  <a:pt x="37" y="2464"/>
                </a:moveTo>
                <a:lnTo>
                  <a:pt x="37" y="2501"/>
                </a:lnTo>
                <a:lnTo>
                  <a:pt x="0" y="2501"/>
                </a:lnTo>
                <a:lnTo>
                  <a:pt x="0" y="2464"/>
                </a:lnTo>
                <a:lnTo>
                  <a:pt x="37" y="2464"/>
                </a:lnTo>
                <a:moveTo>
                  <a:pt x="37" y="2537"/>
                </a:moveTo>
                <a:lnTo>
                  <a:pt x="37" y="2573"/>
                </a:lnTo>
                <a:lnTo>
                  <a:pt x="0" y="2573"/>
                </a:lnTo>
                <a:lnTo>
                  <a:pt x="0" y="2537"/>
                </a:lnTo>
                <a:lnTo>
                  <a:pt x="37" y="2537"/>
                </a:lnTo>
                <a:moveTo>
                  <a:pt x="37" y="2609"/>
                </a:moveTo>
                <a:lnTo>
                  <a:pt x="37" y="2645"/>
                </a:lnTo>
                <a:lnTo>
                  <a:pt x="0" y="2645"/>
                </a:lnTo>
                <a:lnTo>
                  <a:pt x="0" y="2609"/>
                </a:lnTo>
                <a:lnTo>
                  <a:pt x="37" y="2609"/>
                </a:lnTo>
                <a:moveTo>
                  <a:pt x="37" y="2682"/>
                </a:moveTo>
                <a:lnTo>
                  <a:pt x="37" y="2718"/>
                </a:lnTo>
                <a:lnTo>
                  <a:pt x="0" y="2718"/>
                </a:lnTo>
                <a:lnTo>
                  <a:pt x="0" y="2682"/>
                </a:lnTo>
                <a:lnTo>
                  <a:pt x="37" y="2682"/>
                </a:lnTo>
                <a:moveTo>
                  <a:pt x="37" y="2754"/>
                </a:moveTo>
                <a:lnTo>
                  <a:pt x="37" y="2790"/>
                </a:lnTo>
                <a:lnTo>
                  <a:pt x="0" y="2790"/>
                </a:lnTo>
                <a:lnTo>
                  <a:pt x="0" y="2754"/>
                </a:lnTo>
                <a:lnTo>
                  <a:pt x="37" y="2754"/>
                </a:lnTo>
                <a:moveTo>
                  <a:pt x="37" y="2827"/>
                </a:moveTo>
                <a:lnTo>
                  <a:pt x="37" y="2863"/>
                </a:lnTo>
                <a:lnTo>
                  <a:pt x="0" y="2863"/>
                </a:lnTo>
                <a:lnTo>
                  <a:pt x="0" y="2827"/>
                </a:lnTo>
                <a:lnTo>
                  <a:pt x="37" y="2827"/>
                </a:lnTo>
                <a:moveTo>
                  <a:pt x="37" y="2899"/>
                </a:moveTo>
                <a:lnTo>
                  <a:pt x="37" y="2935"/>
                </a:lnTo>
                <a:lnTo>
                  <a:pt x="0" y="2935"/>
                </a:lnTo>
                <a:lnTo>
                  <a:pt x="0" y="2899"/>
                </a:lnTo>
                <a:lnTo>
                  <a:pt x="37" y="2899"/>
                </a:lnTo>
                <a:moveTo>
                  <a:pt x="37" y="2971"/>
                </a:moveTo>
                <a:lnTo>
                  <a:pt x="37" y="3008"/>
                </a:lnTo>
                <a:lnTo>
                  <a:pt x="0" y="3008"/>
                </a:lnTo>
                <a:lnTo>
                  <a:pt x="0" y="2971"/>
                </a:lnTo>
                <a:lnTo>
                  <a:pt x="37" y="2971"/>
                </a:lnTo>
                <a:moveTo>
                  <a:pt x="37" y="3044"/>
                </a:moveTo>
                <a:lnTo>
                  <a:pt x="37" y="3080"/>
                </a:lnTo>
                <a:lnTo>
                  <a:pt x="0" y="3080"/>
                </a:lnTo>
                <a:lnTo>
                  <a:pt x="0" y="3044"/>
                </a:lnTo>
                <a:lnTo>
                  <a:pt x="37" y="3044"/>
                </a:lnTo>
                <a:moveTo>
                  <a:pt x="37" y="3116"/>
                </a:moveTo>
                <a:lnTo>
                  <a:pt x="37" y="3153"/>
                </a:lnTo>
                <a:lnTo>
                  <a:pt x="0" y="3153"/>
                </a:lnTo>
                <a:lnTo>
                  <a:pt x="0" y="3116"/>
                </a:lnTo>
                <a:lnTo>
                  <a:pt x="37" y="3116"/>
                </a:lnTo>
                <a:moveTo>
                  <a:pt x="37" y="3189"/>
                </a:moveTo>
                <a:lnTo>
                  <a:pt x="37" y="3225"/>
                </a:lnTo>
                <a:lnTo>
                  <a:pt x="0" y="3225"/>
                </a:lnTo>
                <a:lnTo>
                  <a:pt x="0" y="3189"/>
                </a:lnTo>
                <a:lnTo>
                  <a:pt x="37" y="3189"/>
                </a:lnTo>
                <a:moveTo>
                  <a:pt x="37" y="3261"/>
                </a:moveTo>
                <a:lnTo>
                  <a:pt x="37" y="3297"/>
                </a:lnTo>
                <a:lnTo>
                  <a:pt x="0" y="3297"/>
                </a:lnTo>
                <a:lnTo>
                  <a:pt x="0" y="3261"/>
                </a:lnTo>
                <a:lnTo>
                  <a:pt x="37" y="3261"/>
                </a:lnTo>
                <a:moveTo>
                  <a:pt x="37" y="3334"/>
                </a:moveTo>
                <a:lnTo>
                  <a:pt x="37" y="3370"/>
                </a:lnTo>
                <a:lnTo>
                  <a:pt x="0" y="3370"/>
                </a:lnTo>
                <a:lnTo>
                  <a:pt x="0" y="3334"/>
                </a:lnTo>
                <a:lnTo>
                  <a:pt x="37" y="3334"/>
                </a:lnTo>
                <a:moveTo>
                  <a:pt x="37" y="3406"/>
                </a:moveTo>
                <a:lnTo>
                  <a:pt x="37" y="3442"/>
                </a:lnTo>
                <a:lnTo>
                  <a:pt x="0" y="3442"/>
                </a:lnTo>
                <a:lnTo>
                  <a:pt x="0" y="3406"/>
                </a:lnTo>
                <a:lnTo>
                  <a:pt x="37" y="3406"/>
                </a:lnTo>
                <a:moveTo>
                  <a:pt x="37" y="3479"/>
                </a:moveTo>
                <a:lnTo>
                  <a:pt x="37" y="3515"/>
                </a:lnTo>
                <a:lnTo>
                  <a:pt x="0" y="3515"/>
                </a:lnTo>
                <a:lnTo>
                  <a:pt x="0" y="3479"/>
                </a:lnTo>
                <a:lnTo>
                  <a:pt x="37" y="3479"/>
                </a:lnTo>
                <a:moveTo>
                  <a:pt x="37" y="3551"/>
                </a:moveTo>
                <a:lnTo>
                  <a:pt x="37" y="3587"/>
                </a:lnTo>
                <a:lnTo>
                  <a:pt x="0" y="3587"/>
                </a:lnTo>
                <a:lnTo>
                  <a:pt x="0" y="3551"/>
                </a:lnTo>
                <a:lnTo>
                  <a:pt x="37" y="3551"/>
                </a:lnTo>
                <a:moveTo>
                  <a:pt x="37" y="3624"/>
                </a:moveTo>
                <a:lnTo>
                  <a:pt x="37" y="3660"/>
                </a:lnTo>
                <a:lnTo>
                  <a:pt x="0" y="3660"/>
                </a:lnTo>
                <a:lnTo>
                  <a:pt x="0" y="3624"/>
                </a:lnTo>
                <a:lnTo>
                  <a:pt x="37" y="3624"/>
                </a:lnTo>
                <a:moveTo>
                  <a:pt x="37" y="3696"/>
                </a:moveTo>
                <a:lnTo>
                  <a:pt x="37" y="3732"/>
                </a:lnTo>
                <a:lnTo>
                  <a:pt x="0" y="3732"/>
                </a:lnTo>
                <a:lnTo>
                  <a:pt x="0" y="3696"/>
                </a:lnTo>
                <a:lnTo>
                  <a:pt x="37" y="3696"/>
                </a:lnTo>
                <a:moveTo>
                  <a:pt x="37" y="3768"/>
                </a:moveTo>
                <a:lnTo>
                  <a:pt x="37" y="3805"/>
                </a:lnTo>
                <a:lnTo>
                  <a:pt x="0" y="3805"/>
                </a:lnTo>
                <a:lnTo>
                  <a:pt x="0" y="3768"/>
                </a:lnTo>
                <a:lnTo>
                  <a:pt x="37" y="3768"/>
                </a:lnTo>
                <a:moveTo>
                  <a:pt x="37" y="3841"/>
                </a:moveTo>
                <a:lnTo>
                  <a:pt x="37" y="3877"/>
                </a:lnTo>
                <a:lnTo>
                  <a:pt x="0" y="3877"/>
                </a:lnTo>
                <a:lnTo>
                  <a:pt x="0" y="3841"/>
                </a:lnTo>
                <a:lnTo>
                  <a:pt x="37" y="3841"/>
                </a:lnTo>
                <a:moveTo>
                  <a:pt x="37" y="3913"/>
                </a:moveTo>
                <a:lnTo>
                  <a:pt x="37" y="3950"/>
                </a:lnTo>
                <a:lnTo>
                  <a:pt x="0" y="3950"/>
                </a:lnTo>
                <a:lnTo>
                  <a:pt x="0" y="3913"/>
                </a:lnTo>
                <a:lnTo>
                  <a:pt x="37" y="3913"/>
                </a:lnTo>
                <a:moveTo>
                  <a:pt x="37" y="3986"/>
                </a:moveTo>
                <a:lnTo>
                  <a:pt x="37" y="4022"/>
                </a:lnTo>
                <a:lnTo>
                  <a:pt x="0" y="4022"/>
                </a:lnTo>
                <a:lnTo>
                  <a:pt x="0" y="3986"/>
                </a:lnTo>
                <a:lnTo>
                  <a:pt x="37" y="3986"/>
                </a:lnTo>
                <a:moveTo>
                  <a:pt x="37" y="4058"/>
                </a:moveTo>
                <a:lnTo>
                  <a:pt x="37" y="4094"/>
                </a:lnTo>
                <a:lnTo>
                  <a:pt x="0" y="4094"/>
                </a:lnTo>
                <a:lnTo>
                  <a:pt x="0" y="4058"/>
                </a:lnTo>
                <a:lnTo>
                  <a:pt x="37" y="4058"/>
                </a:lnTo>
                <a:moveTo>
                  <a:pt x="37" y="4131"/>
                </a:moveTo>
                <a:lnTo>
                  <a:pt x="37" y="4167"/>
                </a:lnTo>
                <a:lnTo>
                  <a:pt x="0" y="4167"/>
                </a:lnTo>
                <a:lnTo>
                  <a:pt x="0" y="4131"/>
                </a:lnTo>
                <a:lnTo>
                  <a:pt x="37" y="4131"/>
                </a:lnTo>
                <a:moveTo>
                  <a:pt x="37" y="4203"/>
                </a:moveTo>
                <a:lnTo>
                  <a:pt x="37" y="4239"/>
                </a:lnTo>
                <a:lnTo>
                  <a:pt x="0" y="4239"/>
                </a:lnTo>
                <a:lnTo>
                  <a:pt x="0" y="4203"/>
                </a:lnTo>
                <a:lnTo>
                  <a:pt x="37" y="4203"/>
                </a:lnTo>
                <a:moveTo>
                  <a:pt x="37" y="4276"/>
                </a:moveTo>
                <a:lnTo>
                  <a:pt x="37" y="4312"/>
                </a:lnTo>
                <a:lnTo>
                  <a:pt x="0" y="4312"/>
                </a:lnTo>
                <a:lnTo>
                  <a:pt x="0" y="4276"/>
                </a:lnTo>
                <a:lnTo>
                  <a:pt x="37" y="4276"/>
                </a:lnTo>
                <a:moveTo>
                  <a:pt x="37" y="4348"/>
                </a:moveTo>
                <a:lnTo>
                  <a:pt x="37" y="4384"/>
                </a:lnTo>
                <a:lnTo>
                  <a:pt x="0" y="4384"/>
                </a:lnTo>
                <a:lnTo>
                  <a:pt x="0" y="4348"/>
                </a:lnTo>
                <a:lnTo>
                  <a:pt x="37" y="4348"/>
                </a:lnTo>
                <a:moveTo>
                  <a:pt x="37" y="4420"/>
                </a:moveTo>
                <a:lnTo>
                  <a:pt x="37" y="4457"/>
                </a:lnTo>
                <a:lnTo>
                  <a:pt x="0" y="4457"/>
                </a:lnTo>
                <a:lnTo>
                  <a:pt x="0" y="4420"/>
                </a:lnTo>
                <a:lnTo>
                  <a:pt x="37" y="4420"/>
                </a:lnTo>
                <a:moveTo>
                  <a:pt x="37" y="4493"/>
                </a:moveTo>
                <a:lnTo>
                  <a:pt x="37" y="4529"/>
                </a:lnTo>
                <a:lnTo>
                  <a:pt x="0" y="4529"/>
                </a:lnTo>
                <a:lnTo>
                  <a:pt x="0" y="4493"/>
                </a:lnTo>
                <a:lnTo>
                  <a:pt x="37" y="4493"/>
                </a:lnTo>
                <a:moveTo>
                  <a:pt x="37" y="4565"/>
                </a:moveTo>
                <a:lnTo>
                  <a:pt x="37" y="4602"/>
                </a:lnTo>
                <a:lnTo>
                  <a:pt x="0" y="4602"/>
                </a:lnTo>
                <a:lnTo>
                  <a:pt x="0" y="4565"/>
                </a:lnTo>
                <a:lnTo>
                  <a:pt x="37" y="4565"/>
                </a:lnTo>
                <a:moveTo>
                  <a:pt x="37" y="4638"/>
                </a:moveTo>
                <a:lnTo>
                  <a:pt x="37" y="4674"/>
                </a:lnTo>
                <a:lnTo>
                  <a:pt x="0" y="4674"/>
                </a:lnTo>
                <a:lnTo>
                  <a:pt x="0" y="4638"/>
                </a:lnTo>
                <a:lnTo>
                  <a:pt x="37" y="4638"/>
                </a:lnTo>
                <a:moveTo>
                  <a:pt x="37" y="4710"/>
                </a:moveTo>
                <a:lnTo>
                  <a:pt x="37" y="4746"/>
                </a:lnTo>
                <a:lnTo>
                  <a:pt x="0" y="4746"/>
                </a:lnTo>
                <a:lnTo>
                  <a:pt x="0" y="4710"/>
                </a:lnTo>
                <a:lnTo>
                  <a:pt x="37" y="4710"/>
                </a:lnTo>
                <a:moveTo>
                  <a:pt x="37" y="4783"/>
                </a:moveTo>
                <a:lnTo>
                  <a:pt x="37" y="4819"/>
                </a:lnTo>
                <a:lnTo>
                  <a:pt x="0" y="4819"/>
                </a:lnTo>
                <a:lnTo>
                  <a:pt x="0" y="4783"/>
                </a:lnTo>
                <a:lnTo>
                  <a:pt x="37" y="4783"/>
                </a:lnTo>
                <a:moveTo>
                  <a:pt x="37" y="4855"/>
                </a:moveTo>
                <a:lnTo>
                  <a:pt x="37" y="4891"/>
                </a:lnTo>
                <a:lnTo>
                  <a:pt x="0" y="4891"/>
                </a:lnTo>
                <a:lnTo>
                  <a:pt x="0" y="4855"/>
                </a:lnTo>
                <a:lnTo>
                  <a:pt x="37" y="4855"/>
                </a:lnTo>
                <a:moveTo>
                  <a:pt x="37" y="4928"/>
                </a:moveTo>
                <a:lnTo>
                  <a:pt x="37" y="4964"/>
                </a:lnTo>
                <a:lnTo>
                  <a:pt x="0" y="4964"/>
                </a:lnTo>
                <a:lnTo>
                  <a:pt x="0" y="4928"/>
                </a:lnTo>
                <a:lnTo>
                  <a:pt x="37" y="4928"/>
                </a:lnTo>
                <a:moveTo>
                  <a:pt x="37" y="5000"/>
                </a:moveTo>
                <a:lnTo>
                  <a:pt x="37" y="5036"/>
                </a:lnTo>
                <a:lnTo>
                  <a:pt x="0" y="5036"/>
                </a:lnTo>
                <a:lnTo>
                  <a:pt x="0" y="5000"/>
                </a:lnTo>
                <a:lnTo>
                  <a:pt x="37" y="5000"/>
                </a:lnTo>
                <a:moveTo>
                  <a:pt x="37" y="5073"/>
                </a:moveTo>
                <a:lnTo>
                  <a:pt x="37" y="5109"/>
                </a:lnTo>
                <a:lnTo>
                  <a:pt x="0" y="5109"/>
                </a:lnTo>
                <a:lnTo>
                  <a:pt x="0" y="5073"/>
                </a:lnTo>
                <a:lnTo>
                  <a:pt x="37" y="5073"/>
                </a:lnTo>
                <a:moveTo>
                  <a:pt x="37" y="5145"/>
                </a:moveTo>
                <a:lnTo>
                  <a:pt x="37" y="5181"/>
                </a:lnTo>
                <a:lnTo>
                  <a:pt x="0" y="5181"/>
                </a:lnTo>
                <a:lnTo>
                  <a:pt x="0" y="5145"/>
                </a:lnTo>
                <a:lnTo>
                  <a:pt x="37" y="5145"/>
                </a:lnTo>
                <a:moveTo>
                  <a:pt x="37" y="5217"/>
                </a:moveTo>
                <a:lnTo>
                  <a:pt x="37" y="5254"/>
                </a:lnTo>
                <a:lnTo>
                  <a:pt x="0" y="5254"/>
                </a:lnTo>
                <a:lnTo>
                  <a:pt x="0" y="5217"/>
                </a:lnTo>
                <a:lnTo>
                  <a:pt x="37" y="5217"/>
                </a:lnTo>
                <a:moveTo>
                  <a:pt x="37" y="5290"/>
                </a:moveTo>
                <a:lnTo>
                  <a:pt x="37" y="5326"/>
                </a:lnTo>
                <a:lnTo>
                  <a:pt x="0" y="5326"/>
                </a:lnTo>
                <a:lnTo>
                  <a:pt x="0" y="5290"/>
                </a:lnTo>
                <a:lnTo>
                  <a:pt x="37" y="529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3582000" y="5047920"/>
            <a:ext cx="4467240" cy="13320"/>
          </a:xfrm>
          <a:custGeom>
            <a:avLst/>
            <a:gdLst/>
            <a:ahLst/>
            <a:rect l="0" t="0" r="r" b="b"/>
            <a:pathLst>
              <a:path w="12409" h="37">
                <a:moveTo>
                  <a:pt x="0" y="0"/>
                </a:moveTo>
                <a:lnTo>
                  <a:pt x="55" y="0"/>
                </a:lnTo>
                <a:lnTo>
                  <a:pt x="55" y="37"/>
                </a:lnTo>
                <a:lnTo>
                  <a:pt x="0" y="37"/>
                </a:lnTo>
                <a:lnTo>
                  <a:pt x="0" y="0"/>
                </a:lnTo>
                <a:moveTo>
                  <a:pt x="109" y="0"/>
                </a:moveTo>
                <a:lnTo>
                  <a:pt x="163" y="0"/>
                </a:lnTo>
                <a:lnTo>
                  <a:pt x="163" y="37"/>
                </a:lnTo>
                <a:lnTo>
                  <a:pt x="109" y="37"/>
                </a:lnTo>
                <a:lnTo>
                  <a:pt x="109" y="0"/>
                </a:lnTo>
                <a:moveTo>
                  <a:pt x="218" y="0"/>
                </a:moveTo>
                <a:lnTo>
                  <a:pt x="272" y="0"/>
                </a:lnTo>
                <a:lnTo>
                  <a:pt x="272" y="37"/>
                </a:lnTo>
                <a:lnTo>
                  <a:pt x="218" y="37"/>
                </a:lnTo>
                <a:lnTo>
                  <a:pt x="218" y="0"/>
                </a:lnTo>
                <a:moveTo>
                  <a:pt x="326" y="0"/>
                </a:moveTo>
                <a:lnTo>
                  <a:pt x="381" y="0"/>
                </a:lnTo>
                <a:lnTo>
                  <a:pt x="381" y="37"/>
                </a:lnTo>
                <a:lnTo>
                  <a:pt x="326" y="37"/>
                </a:lnTo>
                <a:lnTo>
                  <a:pt x="326" y="0"/>
                </a:lnTo>
                <a:moveTo>
                  <a:pt x="435" y="0"/>
                </a:moveTo>
                <a:lnTo>
                  <a:pt x="489" y="0"/>
                </a:lnTo>
                <a:lnTo>
                  <a:pt x="489" y="37"/>
                </a:lnTo>
                <a:lnTo>
                  <a:pt x="435" y="37"/>
                </a:lnTo>
                <a:lnTo>
                  <a:pt x="435" y="0"/>
                </a:lnTo>
                <a:moveTo>
                  <a:pt x="544" y="0"/>
                </a:moveTo>
                <a:lnTo>
                  <a:pt x="598" y="0"/>
                </a:lnTo>
                <a:lnTo>
                  <a:pt x="598" y="37"/>
                </a:lnTo>
                <a:lnTo>
                  <a:pt x="544" y="37"/>
                </a:lnTo>
                <a:lnTo>
                  <a:pt x="544" y="0"/>
                </a:lnTo>
                <a:moveTo>
                  <a:pt x="652" y="0"/>
                </a:moveTo>
                <a:lnTo>
                  <a:pt x="707" y="0"/>
                </a:lnTo>
                <a:lnTo>
                  <a:pt x="707" y="37"/>
                </a:lnTo>
                <a:lnTo>
                  <a:pt x="652" y="37"/>
                </a:lnTo>
                <a:lnTo>
                  <a:pt x="652" y="0"/>
                </a:lnTo>
                <a:moveTo>
                  <a:pt x="761" y="0"/>
                </a:moveTo>
                <a:lnTo>
                  <a:pt x="815" y="0"/>
                </a:lnTo>
                <a:lnTo>
                  <a:pt x="815" y="37"/>
                </a:lnTo>
                <a:lnTo>
                  <a:pt x="761" y="37"/>
                </a:lnTo>
                <a:lnTo>
                  <a:pt x="761" y="0"/>
                </a:lnTo>
                <a:moveTo>
                  <a:pt x="870" y="0"/>
                </a:moveTo>
                <a:lnTo>
                  <a:pt x="924" y="0"/>
                </a:lnTo>
                <a:lnTo>
                  <a:pt x="924" y="37"/>
                </a:lnTo>
                <a:lnTo>
                  <a:pt x="870" y="37"/>
                </a:lnTo>
                <a:lnTo>
                  <a:pt x="870" y="0"/>
                </a:lnTo>
                <a:moveTo>
                  <a:pt x="978" y="0"/>
                </a:moveTo>
                <a:lnTo>
                  <a:pt x="1033" y="0"/>
                </a:lnTo>
                <a:lnTo>
                  <a:pt x="1033" y="37"/>
                </a:lnTo>
                <a:lnTo>
                  <a:pt x="978" y="37"/>
                </a:lnTo>
                <a:lnTo>
                  <a:pt x="978" y="0"/>
                </a:lnTo>
                <a:moveTo>
                  <a:pt x="1087" y="0"/>
                </a:moveTo>
                <a:lnTo>
                  <a:pt x="1141" y="0"/>
                </a:lnTo>
                <a:lnTo>
                  <a:pt x="1141" y="37"/>
                </a:lnTo>
                <a:lnTo>
                  <a:pt x="1087" y="37"/>
                </a:lnTo>
                <a:lnTo>
                  <a:pt x="1087" y="0"/>
                </a:lnTo>
                <a:moveTo>
                  <a:pt x="1196" y="0"/>
                </a:moveTo>
                <a:lnTo>
                  <a:pt x="1250" y="0"/>
                </a:lnTo>
                <a:lnTo>
                  <a:pt x="1250" y="37"/>
                </a:lnTo>
                <a:lnTo>
                  <a:pt x="1196" y="37"/>
                </a:lnTo>
                <a:lnTo>
                  <a:pt x="1196" y="0"/>
                </a:lnTo>
                <a:moveTo>
                  <a:pt x="1304" y="0"/>
                </a:moveTo>
                <a:lnTo>
                  <a:pt x="1359" y="0"/>
                </a:lnTo>
                <a:lnTo>
                  <a:pt x="1359" y="37"/>
                </a:lnTo>
                <a:lnTo>
                  <a:pt x="1304" y="37"/>
                </a:lnTo>
                <a:lnTo>
                  <a:pt x="1304" y="0"/>
                </a:lnTo>
                <a:moveTo>
                  <a:pt x="1413" y="0"/>
                </a:moveTo>
                <a:lnTo>
                  <a:pt x="1467" y="0"/>
                </a:lnTo>
                <a:lnTo>
                  <a:pt x="1467" y="37"/>
                </a:lnTo>
                <a:lnTo>
                  <a:pt x="1413" y="37"/>
                </a:lnTo>
                <a:lnTo>
                  <a:pt x="1413" y="0"/>
                </a:lnTo>
                <a:moveTo>
                  <a:pt x="1522" y="0"/>
                </a:moveTo>
                <a:lnTo>
                  <a:pt x="1576" y="0"/>
                </a:lnTo>
                <a:lnTo>
                  <a:pt x="1576" y="37"/>
                </a:lnTo>
                <a:lnTo>
                  <a:pt x="1522" y="37"/>
                </a:lnTo>
                <a:lnTo>
                  <a:pt x="1522" y="0"/>
                </a:lnTo>
                <a:moveTo>
                  <a:pt x="1630" y="0"/>
                </a:moveTo>
                <a:lnTo>
                  <a:pt x="1685" y="0"/>
                </a:lnTo>
                <a:lnTo>
                  <a:pt x="1685" y="37"/>
                </a:lnTo>
                <a:lnTo>
                  <a:pt x="1630" y="37"/>
                </a:lnTo>
                <a:lnTo>
                  <a:pt x="1630" y="0"/>
                </a:lnTo>
                <a:moveTo>
                  <a:pt x="1739" y="0"/>
                </a:moveTo>
                <a:lnTo>
                  <a:pt x="1793" y="0"/>
                </a:lnTo>
                <a:lnTo>
                  <a:pt x="1793" y="37"/>
                </a:lnTo>
                <a:lnTo>
                  <a:pt x="1739" y="37"/>
                </a:lnTo>
                <a:lnTo>
                  <a:pt x="1739" y="0"/>
                </a:lnTo>
                <a:moveTo>
                  <a:pt x="1848" y="0"/>
                </a:moveTo>
                <a:lnTo>
                  <a:pt x="1902" y="0"/>
                </a:lnTo>
                <a:lnTo>
                  <a:pt x="1902" y="37"/>
                </a:lnTo>
                <a:lnTo>
                  <a:pt x="1848" y="37"/>
                </a:lnTo>
                <a:lnTo>
                  <a:pt x="1848" y="0"/>
                </a:lnTo>
                <a:moveTo>
                  <a:pt x="1956" y="0"/>
                </a:moveTo>
                <a:lnTo>
                  <a:pt x="2011" y="0"/>
                </a:lnTo>
                <a:lnTo>
                  <a:pt x="2011" y="37"/>
                </a:lnTo>
                <a:lnTo>
                  <a:pt x="1956" y="37"/>
                </a:lnTo>
                <a:lnTo>
                  <a:pt x="1956" y="0"/>
                </a:lnTo>
                <a:moveTo>
                  <a:pt x="2065" y="0"/>
                </a:moveTo>
                <a:lnTo>
                  <a:pt x="2119" y="0"/>
                </a:lnTo>
                <a:lnTo>
                  <a:pt x="2119" y="37"/>
                </a:lnTo>
                <a:lnTo>
                  <a:pt x="2065" y="37"/>
                </a:lnTo>
                <a:lnTo>
                  <a:pt x="2065" y="0"/>
                </a:lnTo>
                <a:moveTo>
                  <a:pt x="2174" y="0"/>
                </a:moveTo>
                <a:lnTo>
                  <a:pt x="2228" y="0"/>
                </a:lnTo>
                <a:lnTo>
                  <a:pt x="2228" y="37"/>
                </a:lnTo>
                <a:lnTo>
                  <a:pt x="2174" y="37"/>
                </a:lnTo>
                <a:lnTo>
                  <a:pt x="2174" y="0"/>
                </a:lnTo>
                <a:moveTo>
                  <a:pt x="2283" y="0"/>
                </a:moveTo>
                <a:lnTo>
                  <a:pt x="2337" y="0"/>
                </a:lnTo>
                <a:lnTo>
                  <a:pt x="2337" y="37"/>
                </a:lnTo>
                <a:lnTo>
                  <a:pt x="2283" y="37"/>
                </a:lnTo>
                <a:lnTo>
                  <a:pt x="2283" y="0"/>
                </a:lnTo>
                <a:moveTo>
                  <a:pt x="2391" y="0"/>
                </a:moveTo>
                <a:lnTo>
                  <a:pt x="2446" y="0"/>
                </a:lnTo>
                <a:lnTo>
                  <a:pt x="2446" y="37"/>
                </a:lnTo>
                <a:lnTo>
                  <a:pt x="2391" y="37"/>
                </a:lnTo>
                <a:lnTo>
                  <a:pt x="2391" y="0"/>
                </a:lnTo>
                <a:moveTo>
                  <a:pt x="2500" y="0"/>
                </a:moveTo>
                <a:lnTo>
                  <a:pt x="2554" y="0"/>
                </a:lnTo>
                <a:lnTo>
                  <a:pt x="2554" y="37"/>
                </a:lnTo>
                <a:lnTo>
                  <a:pt x="2500" y="37"/>
                </a:lnTo>
                <a:lnTo>
                  <a:pt x="2500" y="0"/>
                </a:lnTo>
                <a:moveTo>
                  <a:pt x="2609" y="0"/>
                </a:moveTo>
                <a:lnTo>
                  <a:pt x="2663" y="0"/>
                </a:lnTo>
                <a:lnTo>
                  <a:pt x="2663" y="37"/>
                </a:lnTo>
                <a:lnTo>
                  <a:pt x="2609" y="37"/>
                </a:lnTo>
                <a:lnTo>
                  <a:pt x="2609" y="0"/>
                </a:lnTo>
                <a:moveTo>
                  <a:pt x="2717" y="0"/>
                </a:moveTo>
                <a:lnTo>
                  <a:pt x="2772" y="0"/>
                </a:lnTo>
                <a:lnTo>
                  <a:pt x="2772" y="37"/>
                </a:lnTo>
                <a:lnTo>
                  <a:pt x="2717" y="37"/>
                </a:lnTo>
                <a:lnTo>
                  <a:pt x="2717" y="0"/>
                </a:lnTo>
                <a:moveTo>
                  <a:pt x="2826" y="0"/>
                </a:moveTo>
                <a:lnTo>
                  <a:pt x="2880" y="0"/>
                </a:lnTo>
                <a:lnTo>
                  <a:pt x="2880" y="37"/>
                </a:lnTo>
                <a:lnTo>
                  <a:pt x="2826" y="37"/>
                </a:lnTo>
                <a:lnTo>
                  <a:pt x="2826" y="0"/>
                </a:lnTo>
                <a:moveTo>
                  <a:pt x="2935" y="0"/>
                </a:moveTo>
                <a:lnTo>
                  <a:pt x="2989" y="0"/>
                </a:lnTo>
                <a:lnTo>
                  <a:pt x="2989" y="37"/>
                </a:lnTo>
                <a:lnTo>
                  <a:pt x="2935" y="37"/>
                </a:lnTo>
                <a:lnTo>
                  <a:pt x="2935" y="0"/>
                </a:lnTo>
                <a:moveTo>
                  <a:pt x="3043" y="0"/>
                </a:moveTo>
                <a:lnTo>
                  <a:pt x="3098" y="0"/>
                </a:lnTo>
                <a:lnTo>
                  <a:pt x="3098" y="37"/>
                </a:lnTo>
                <a:lnTo>
                  <a:pt x="3043" y="37"/>
                </a:lnTo>
                <a:lnTo>
                  <a:pt x="3043" y="0"/>
                </a:lnTo>
                <a:moveTo>
                  <a:pt x="3152" y="0"/>
                </a:moveTo>
                <a:lnTo>
                  <a:pt x="3206" y="0"/>
                </a:lnTo>
                <a:lnTo>
                  <a:pt x="3206" y="37"/>
                </a:lnTo>
                <a:lnTo>
                  <a:pt x="3152" y="37"/>
                </a:lnTo>
                <a:lnTo>
                  <a:pt x="3152" y="0"/>
                </a:lnTo>
                <a:moveTo>
                  <a:pt x="3261" y="0"/>
                </a:moveTo>
                <a:lnTo>
                  <a:pt x="3315" y="0"/>
                </a:lnTo>
                <a:lnTo>
                  <a:pt x="3315" y="37"/>
                </a:lnTo>
                <a:lnTo>
                  <a:pt x="3261" y="37"/>
                </a:lnTo>
                <a:lnTo>
                  <a:pt x="3261" y="0"/>
                </a:lnTo>
                <a:moveTo>
                  <a:pt x="3369" y="0"/>
                </a:moveTo>
                <a:lnTo>
                  <a:pt x="3424" y="0"/>
                </a:lnTo>
                <a:lnTo>
                  <a:pt x="3424" y="37"/>
                </a:lnTo>
                <a:lnTo>
                  <a:pt x="3369" y="37"/>
                </a:lnTo>
                <a:lnTo>
                  <a:pt x="3369" y="0"/>
                </a:lnTo>
                <a:moveTo>
                  <a:pt x="3478" y="0"/>
                </a:moveTo>
                <a:lnTo>
                  <a:pt x="3532" y="0"/>
                </a:lnTo>
                <a:lnTo>
                  <a:pt x="3532" y="37"/>
                </a:lnTo>
                <a:lnTo>
                  <a:pt x="3478" y="37"/>
                </a:lnTo>
                <a:lnTo>
                  <a:pt x="3478" y="0"/>
                </a:lnTo>
                <a:moveTo>
                  <a:pt x="3587" y="0"/>
                </a:moveTo>
                <a:lnTo>
                  <a:pt x="3641" y="0"/>
                </a:lnTo>
                <a:lnTo>
                  <a:pt x="3641" y="37"/>
                </a:lnTo>
                <a:lnTo>
                  <a:pt x="3587" y="37"/>
                </a:lnTo>
                <a:lnTo>
                  <a:pt x="3587" y="0"/>
                </a:lnTo>
                <a:moveTo>
                  <a:pt x="3695" y="0"/>
                </a:moveTo>
                <a:lnTo>
                  <a:pt x="3750" y="0"/>
                </a:lnTo>
                <a:lnTo>
                  <a:pt x="3750" y="37"/>
                </a:lnTo>
                <a:lnTo>
                  <a:pt x="3695" y="37"/>
                </a:lnTo>
                <a:lnTo>
                  <a:pt x="3695" y="0"/>
                </a:lnTo>
                <a:moveTo>
                  <a:pt x="3804" y="0"/>
                </a:moveTo>
                <a:lnTo>
                  <a:pt x="3858" y="0"/>
                </a:lnTo>
                <a:lnTo>
                  <a:pt x="3858" y="37"/>
                </a:lnTo>
                <a:lnTo>
                  <a:pt x="3804" y="37"/>
                </a:lnTo>
                <a:lnTo>
                  <a:pt x="3804" y="0"/>
                </a:lnTo>
                <a:moveTo>
                  <a:pt x="3913" y="0"/>
                </a:moveTo>
                <a:lnTo>
                  <a:pt x="3967" y="0"/>
                </a:lnTo>
                <a:lnTo>
                  <a:pt x="3967" y="37"/>
                </a:lnTo>
                <a:lnTo>
                  <a:pt x="3913" y="37"/>
                </a:lnTo>
                <a:lnTo>
                  <a:pt x="3913" y="0"/>
                </a:lnTo>
                <a:moveTo>
                  <a:pt x="4021" y="0"/>
                </a:moveTo>
                <a:lnTo>
                  <a:pt x="4076" y="0"/>
                </a:lnTo>
                <a:lnTo>
                  <a:pt x="4076" y="37"/>
                </a:lnTo>
                <a:lnTo>
                  <a:pt x="4021" y="37"/>
                </a:lnTo>
                <a:lnTo>
                  <a:pt x="4021" y="0"/>
                </a:lnTo>
                <a:moveTo>
                  <a:pt x="4130" y="0"/>
                </a:moveTo>
                <a:lnTo>
                  <a:pt x="4184" y="0"/>
                </a:lnTo>
                <a:lnTo>
                  <a:pt x="4184" y="37"/>
                </a:lnTo>
                <a:lnTo>
                  <a:pt x="4130" y="37"/>
                </a:lnTo>
                <a:lnTo>
                  <a:pt x="4130" y="0"/>
                </a:lnTo>
                <a:moveTo>
                  <a:pt x="4239" y="0"/>
                </a:moveTo>
                <a:lnTo>
                  <a:pt x="4293" y="0"/>
                </a:lnTo>
                <a:lnTo>
                  <a:pt x="4293" y="37"/>
                </a:lnTo>
                <a:lnTo>
                  <a:pt x="4239" y="37"/>
                </a:lnTo>
                <a:lnTo>
                  <a:pt x="4239" y="0"/>
                </a:lnTo>
                <a:moveTo>
                  <a:pt x="4347" y="0"/>
                </a:moveTo>
                <a:lnTo>
                  <a:pt x="4402" y="0"/>
                </a:lnTo>
                <a:lnTo>
                  <a:pt x="4402" y="37"/>
                </a:lnTo>
                <a:lnTo>
                  <a:pt x="4347" y="37"/>
                </a:lnTo>
                <a:lnTo>
                  <a:pt x="4347" y="0"/>
                </a:lnTo>
                <a:moveTo>
                  <a:pt x="4456" y="0"/>
                </a:moveTo>
                <a:lnTo>
                  <a:pt x="4510" y="0"/>
                </a:lnTo>
                <a:lnTo>
                  <a:pt x="4510" y="37"/>
                </a:lnTo>
                <a:lnTo>
                  <a:pt x="4456" y="37"/>
                </a:lnTo>
                <a:lnTo>
                  <a:pt x="4456" y="0"/>
                </a:lnTo>
                <a:moveTo>
                  <a:pt x="4565" y="0"/>
                </a:moveTo>
                <a:lnTo>
                  <a:pt x="4619" y="0"/>
                </a:lnTo>
                <a:lnTo>
                  <a:pt x="4619" y="37"/>
                </a:lnTo>
                <a:lnTo>
                  <a:pt x="4565" y="37"/>
                </a:lnTo>
                <a:lnTo>
                  <a:pt x="4565" y="0"/>
                </a:lnTo>
                <a:moveTo>
                  <a:pt x="4673" y="0"/>
                </a:moveTo>
                <a:lnTo>
                  <a:pt x="4728" y="0"/>
                </a:lnTo>
                <a:lnTo>
                  <a:pt x="4728" y="37"/>
                </a:lnTo>
                <a:lnTo>
                  <a:pt x="4673" y="37"/>
                </a:lnTo>
                <a:lnTo>
                  <a:pt x="4673" y="0"/>
                </a:lnTo>
                <a:moveTo>
                  <a:pt x="4782" y="0"/>
                </a:moveTo>
                <a:lnTo>
                  <a:pt x="4836" y="0"/>
                </a:lnTo>
                <a:lnTo>
                  <a:pt x="4836" y="37"/>
                </a:lnTo>
                <a:lnTo>
                  <a:pt x="4782" y="37"/>
                </a:lnTo>
                <a:lnTo>
                  <a:pt x="4782" y="0"/>
                </a:lnTo>
                <a:moveTo>
                  <a:pt x="4891" y="0"/>
                </a:moveTo>
                <a:lnTo>
                  <a:pt x="4945" y="0"/>
                </a:lnTo>
                <a:lnTo>
                  <a:pt x="4945" y="37"/>
                </a:lnTo>
                <a:lnTo>
                  <a:pt x="4891" y="37"/>
                </a:lnTo>
                <a:lnTo>
                  <a:pt x="4891" y="0"/>
                </a:lnTo>
                <a:moveTo>
                  <a:pt x="4999" y="0"/>
                </a:moveTo>
                <a:lnTo>
                  <a:pt x="5054" y="0"/>
                </a:lnTo>
                <a:lnTo>
                  <a:pt x="5054" y="37"/>
                </a:lnTo>
                <a:lnTo>
                  <a:pt x="4999" y="37"/>
                </a:lnTo>
                <a:lnTo>
                  <a:pt x="4999" y="0"/>
                </a:lnTo>
                <a:moveTo>
                  <a:pt x="5108" y="0"/>
                </a:moveTo>
                <a:lnTo>
                  <a:pt x="5162" y="0"/>
                </a:lnTo>
                <a:lnTo>
                  <a:pt x="5162" y="37"/>
                </a:lnTo>
                <a:lnTo>
                  <a:pt x="5108" y="37"/>
                </a:lnTo>
                <a:lnTo>
                  <a:pt x="5108" y="0"/>
                </a:lnTo>
                <a:moveTo>
                  <a:pt x="5217" y="0"/>
                </a:moveTo>
                <a:lnTo>
                  <a:pt x="5271" y="0"/>
                </a:lnTo>
                <a:lnTo>
                  <a:pt x="5271" y="37"/>
                </a:lnTo>
                <a:lnTo>
                  <a:pt x="5217" y="37"/>
                </a:lnTo>
                <a:lnTo>
                  <a:pt x="5217" y="0"/>
                </a:lnTo>
                <a:moveTo>
                  <a:pt x="5325" y="0"/>
                </a:moveTo>
                <a:lnTo>
                  <a:pt x="5380" y="0"/>
                </a:lnTo>
                <a:lnTo>
                  <a:pt x="5380" y="37"/>
                </a:lnTo>
                <a:lnTo>
                  <a:pt x="5325" y="37"/>
                </a:lnTo>
                <a:lnTo>
                  <a:pt x="5325" y="0"/>
                </a:lnTo>
                <a:moveTo>
                  <a:pt x="5434" y="0"/>
                </a:moveTo>
                <a:lnTo>
                  <a:pt x="5489" y="0"/>
                </a:lnTo>
                <a:lnTo>
                  <a:pt x="5489" y="37"/>
                </a:lnTo>
                <a:lnTo>
                  <a:pt x="5434" y="37"/>
                </a:lnTo>
                <a:lnTo>
                  <a:pt x="5434" y="0"/>
                </a:lnTo>
                <a:moveTo>
                  <a:pt x="5543" y="0"/>
                </a:moveTo>
                <a:lnTo>
                  <a:pt x="5597" y="0"/>
                </a:lnTo>
                <a:lnTo>
                  <a:pt x="5597" y="37"/>
                </a:lnTo>
                <a:lnTo>
                  <a:pt x="5543" y="37"/>
                </a:lnTo>
                <a:lnTo>
                  <a:pt x="5543" y="0"/>
                </a:lnTo>
                <a:moveTo>
                  <a:pt x="5652" y="0"/>
                </a:moveTo>
                <a:lnTo>
                  <a:pt x="5706" y="0"/>
                </a:lnTo>
                <a:lnTo>
                  <a:pt x="5706" y="37"/>
                </a:lnTo>
                <a:lnTo>
                  <a:pt x="5652" y="37"/>
                </a:lnTo>
                <a:lnTo>
                  <a:pt x="5652" y="0"/>
                </a:lnTo>
                <a:moveTo>
                  <a:pt x="5760" y="0"/>
                </a:moveTo>
                <a:lnTo>
                  <a:pt x="5815" y="0"/>
                </a:lnTo>
                <a:lnTo>
                  <a:pt x="5815" y="37"/>
                </a:lnTo>
                <a:lnTo>
                  <a:pt x="5760" y="37"/>
                </a:lnTo>
                <a:lnTo>
                  <a:pt x="5760" y="0"/>
                </a:lnTo>
                <a:moveTo>
                  <a:pt x="5869" y="0"/>
                </a:moveTo>
                <a:lnTo>
                  <a:pt x="5923" y="0"/>
                </a:lnTo>
                <a:lnTo>
                  <a:pt x="5923" y="37"/>
                </a:lnTo>
                <a:lnTo>
                  <a:pt x="5869" y="37"/>
                </a:lnTo>
                <a:lnTo>
                  <a:pt x="5869" y="0"/>
                </a:lnTo>
                <a:moveTo>
                  <a:pt x="5978" y="0"/>
                </a:moveTo>
                <a:lnTo>
                  <a:pt x="6032" y="0"/>
                </a:lnTo>
                <a:lnTo>
                  <a:pt x="6032" y="37"/>
                </a:lnTo>
                <a:lnTo>
                  <a:pt x="5978" y="37"/>
                </a:lnTo>
                <a:lnTo>
                  <a:pt x="5978" y="0"/>
                </a:lnTo>
                <a:moveTo>
                  <a:pt x="6086" y="0"/>
                </a:moveTo>
                <a:lnTo>
                  <a:pt x="6141" y="0"/>
                </a:lnTo>
                <a:lnTo>
                  <a:pt x="6141" y="37"/>
                </a:lnTo>
                <a:lnTo>
                  <a:pt x="6086" y="37"/>
                </a:lnTo>
                <a:lnTo>
                  <a:pt x="6086" y="0"/>
                </a:lnTo>
                <a:moveTo>
                  <a:pt x="6195" y="0"/>
                </a:moveTo>
                <a:lnTo>
                  <a:pt x="6249" y="0"/>
                </a:lnTo>
                <a:lnTo>
                  <a:pt x="6249" y="37"/>
                </a:lnTo>
                <a:lnTo>
                  <a:pt x="6195" y="37"/>
                </a:lnTo>
                <a:lnTo>
                  <a:pt x="6195" y="0"/>
                </a:lnTo>
                <a:moveTo>
                  <a:pt x="6304" y="0"/>
                </a:moveTo>
                <a:lnTo>
                  <a:pt x="6358" y="0"/>
                </a:lnTo>
                <a:lnTo>
                  <a:pt x="6358" y="37"/>
                </a:lnTo>
                <a:lnTo>
                  <a:pt x="6304" y="37"/>
                </a:lnTo>
                <a:lnTo>
                  <a:pt x="6304" y="0"/>
                </a:lnTo>
                <a:moveTo>
                  <a:pt x="6412" y="0"/>
                </a:moveTo>
                <a:lnTo>
                  <a:pt x="6467" y="0"/>
                </a:lnTo>
                <a:lnTo>
                  <a:pt x="6467" y="37"/>
                </a:lnTo>
                <a:lnTo>
                  <a:pt x="6412" y="37"/>
                </a:lnTo>
                <a:lnTo>
                  <a:pt x="6412" y="0"/>
                </a:lnTo>
                <a:moveTo>
                  <a:pt x="6521" y="0"/>
                </a:moveTo>
                <a:lnTo>
                  <a:pt x="6575" y="0"/>
                </a:lnTo>
                <a:lnTo>
                  <a:pt x="6575" y="37"/>
                </a:lnTo>
                <a:lnTo>
                  <a:pt x="6521" y="37"/>
                </a:lnTo>
                <a:lnTo>
                  <a:pt x="6521" y="0"/>
                </a:lnTo>
                <a:moveTo>
                  <a:pt x="6630" y="0"/>
                </a:moveTo>
                <a:lnTo>
                  <a:pt x="6684" y="0"/>
                </a:lnTo>
                <a:lnTo>
                  <a:pt x="6684" y="37"/>
                </a:lnTo>
                <a:lnTo>
                  <a:pt x="6630" y="37"/>
                </a:lnTo>
                <a:lnTo>
                  <a:pt x="6630" y="0"/>
                </a:lnTo>
                <a:moveTo>
                  <a:pt x="6738" y="0"/>
                </a:moveTo>
                <a:lnTo>
                  <a:pt x="6793" y="0"/>
                </a:lnTo>
                <a:lnTo>
                  <a:pt x="6793" y="37"/>
                </a:lnTo>
                <a:lnTo>
                  <a:pt x="6738" y="37"/>
                </a:lnTo>
                <a:lnTo>
                  <a:pt x="6738" y="0"/>
                </a:lnTo>
                <a:moveTo>
                  <a:pt x="6847" y="0"/>
                </a:moveTo>
                <a:lnTo>
                  <a:pt x="6901" y="0"/>
                </a:lnTo>
                <a:lnTo>
                  <a:pt x="6901" y="37"/>
                </a:lnTo>
                <a:lnTo>
                  <a:pt x="6847" y="37"/>
                </a:lnTo>
                <a:lnTo>
                  <a:pt x="6847" y="0"/>
                </a:lnTo>
                <a:moveTo>
                  <a:pt x="6956" y="0"/>
                </a:moveTo>
                <a:lnTo>
                  <a:pt x="7010" y="0"/>
                </a:lnTo>
                <a:lnTo>
                  <a:pt x="7010" y="37"/>
                </a:lnTo>
                <a:lnTo>
                  <a:pt x="6956" y="37"/>
                </a:lnTo>
                <a:lnTo>
                  <a:pt x="6956" y="0"/>
                </a:lnTo>
                <a:moveTo>
                  <a:pt x="7064" y="0"/>
                </a:moveTo>
                <a:lnTo>
                  <a:pt x="7119" y="0"/>
                </a:lnTo>
                <a:lnTo>
                  <a:pt x="7119" y="37"/>
                </a:lnTo>
                <a:lnTo>
                  <a:pt x="7064" y="37"/>
                </a:lnTo>
                <a:lnTo>
                  <a:pt x="7064" y="0"/>
                </a:lnTo>
                <a:moveTo>
                  <a:pt x="7173" y="0"/>
                </a:moveTo>
                <a:lnTo>
                  <a:pt x="7227" y="0"/>
                </a:lnTo>
                <a:lnTo>
                  <a:pt x="7227" y="37"/>
                </a:lnTo>
                <a:lnTo>
                  <a:pt x="7173" y="37"/>
                </a:lnTo>
                <a:lnTo>
                  <a:pt x="7173" y="0"/>
                </a:lnTo>
                <a:moveTo>
                  <a:pt x="7282" y="0"/>
                </a:moveTo>
                <a:lnTo>
                  <a:pt x="7336" y="0"/>
                </a:lnTo>
                <a:lnTo>
                  <a:pt x="7336" y="37"/>
                </a:lnTo>
                <a:lnTo>
                  <a:pt x="7282" y="37"/>
                </a:lnTo>
                <a:lnTo>
                  <a:pt x="7282" y="0"/>
                </a:lnTo>
                <a:moveTo>
                  <a:pt x="7390" y="0"/>
                </a:moveTo>
                <a:lnTo>
                  <a:pt x="7445" y="0"/>
                </a:lnTo>
                <a:lnTo>
                  <a:pt x="7445" y="37"/>
                </a:lnTo>
                <a:lnTo>
                  <a:pt x="7390" y="37"/>
                </a:lnTo>
                <a:lnTo>
                  <a:pt x="7390" y="0"/>
                </a:lnTo>
                <a:moveTo>
                  <a:pt x="7499" y="0"/>
                </a:moveTo>
                <a:lnTo>
                  <a:pt x="7553" y="0"/>
                </a:lnTo>
                <a:lnTo>
                  <a:pt x="7553" y="37"/>
                </a:lnTo>
                <a:lnTo>
                  <a:pt x="7499" y="37"/>
                </a:lnTo>
                <a:lnTo>
                  <a:pt x="7499" y="0"/>
                </a:lnTo>
                <a:moveTo>
                  <a:pt x="7608" y="0"/>
                </a:moveTo>
                <a:lnTo>
                  <a:pt x="7662" y="0"/>
                </a:lnTo>
                <a:lnTo>
                  <a:pt x="7662" y="37"/>
                </a:lnTo>
                <a:lnTo>
                  <a:pt x="7608" y="37"/>
                </a:lnTo>
                <a:lnTo>
                  <a:pt x="7608" y="0"/>
                </a:lnTo>
                <a:moveTo>
                  <a:pt x="7716" y="0"/>
                </a:moveTo>
                <a:lnTo>
                  <a:pt x="7771" y="0"/>
                </a:lnTo>
                <a:lnTo>
                  <a:pt x="7771" y="37"/>
                </a:lnTo>
                <a:lnTo>
                  <a:pt x="7716" y="37"/>
                </a:lnTo>
                <a:lnTo>
                  <a:pt x="7716" y="0"/>
                </a:lnTo>
                <a:moveTo>
                  <a:pt x="7825" y="0"/>
                </a:moveTo>
                <a:lnTo>
                  <a:pt x="7879" y="0"/>
                </a:lnTo>
                <a:lnTo>
                  <a:pt x="7879" y="37"/>
                </a:lnTo>
                <a:lnTo>
                  <a:pt x="7825" y="37"/>
                </a:lnTo>
                <a:lnTo>
                  <a:pt x="7825" y="0"/>
                </a:lnTo>
                <a:moveTo>
                  <a:pt x="7934" y="0"/>
                </a:moveTo>
                <a:lnTo>
                  <a:pt x="7988" y="0"/>
                </a:lnTo>
                <a:lnTo>
                  <a:pt x="7988" y="37"/>
                </a:lnTo>
                <a:lnTo>
                  <a:pt x="7934" y="37"/>
                </a:lnTo>
                <a:lnTo>
                  <a:pt x="7934" y="0"/>
                </a:lnTo>
                <a:moveTo>
                  <a:pt x="8042" y="0"/>
                </a:moveTo>
                <a:lnTo>
                  <a:pt x="8097" y="0"/>
                </a:lnTo>
                <a:lnTo>
                  <a:pt x="8097" y="37"/>
                </a:lnTo>
                <a:lnTo>
                  <a:pt x="8042" y="37"/>
                </a:lnTo>
                <a:lnTo>
                  <a:pt x="8042" y="0"/>
                </a:lnTo>
                <a:moveTo>
                  <a:pt x="8151" y="0"/>
                </a:moveTo>
                <a:lnTo>
                  <a:pt x="8205" y="0"/>
                </a:lnTo>
                <a:lnTo>
                  <a:pt x="8205" y="37"/>
                </a:lnTo>
                <a:lnTo>
                  <a:pt x="8151" y="37"/>
                </a:lnTo>
                <a:lnTo>
                  <a:pt x="8151" y="0"/>
                </a:lnTo>
                <a:moveTo>
                  <a:pt x="8260" y="0"/>
                </a:moveTo>
                <a:lnTo>
                  <a:pt x="8314" y="0"/>
                </a:lnTo>
                <a:lnTo>
                  <a:pt x="8314" y="37"/>
                </a:lnTo>
                <a:lnTo>
                  <a:pt x="8260" y="37"/>
                </a:lnTo>
                <a:lnTo>
                  <a:pt x="8260" y="0"/>
                </a:lnTo>
                <a:moveTo>
                  <a:pt x="8368" y="0"/>
                </a:moveTo>
                <a:lnTo>
                  <a:pt x="8423" y="0"/>
                </a:lnTo>
                <a:lnTo>
                  <a:pt x="8423" y="37"/>
                </a:lnTo>
                <a:lnTo>
                  <a:pt x="8368" y="37"/>
                </a:lnTo>
                <a:lnTo>
                  <a:pt x="8368" y="0"/>
                </a:lnTo>
                <a:moveTo>
                  <a:pt x="8477" y="0"/>
                </a:moveTo>
                <a:lnTo>
                  <a:pt x="8531" y="0"/>
                </a:lnTo>
                <a:lnTo>
                  <a:pt x="8531" y="37"/>
                </a:lnTo>
                <a:lnTo>
                  <a:pt x="8477" y="37"/>
                </a:lnTo>
                <a:lnTo>
                  <a:pt x="8477" y="0"/>
                </a:lnTo>
                <a:moveTo>
                  <a:pt x="8586" y="0"/>
                </a:moveTo>
                <a:lnTo>
                  <a:pt x="8640" y="0"/>
                </a:lnTo>
                <a:lnTo>
                  <a:pt x="8640" y="37"/>
                </a:lnTo>
                <a:lnTo>
                  <a:pt x="8586" y="37"/>
                </a:lnTo>
                <a:lnTo>
                  <a:pt x="8586" y="0"/>
                </a:lnTo>
                <a:moveTo>
                  <a:pt x="8696" y="0"/>
                </a:moveTo>
                <a:lnTo>
                  <a:pt x="8750" y="0"/>
                </a:lnTo>
                <a:lnTo>
                  <a:pt x="8750" y="37"/>
                </a:lnTo>
                <a:lnTo>
                  <a:pt x="8696" y="37"/>
                </a:lnTo>
                <a:lnTo>
                  <a:pt x="8696" y="0"/>
                </a:lnTo>
                <a:moveTo>
                  <a:pt x="8804" y="0"/>
                </a:moveTo>
                <a:lnTo>
                  <a:pt x="8859" y="0"/>
                </a:lnTo>
                <a:lnTo>
                  <a:pt x="8859" y="37"/>
                </a:lnTo>
                <a:lnTo>
                  <a:pt x="8804" y="37"/>
                </a:lnTo>
                <a:lnTo>
                  <a:pt x="8804" y="0"/>
                </a:lnTo>
                <a:moveTo>
                  <a:pt x="8913" y="0"/>
                </a:moveTo>
                <a:lnTo>
                  <a:pt x="8967" y="0"/>
                </a:lnTo>
                <a:lnTo>
                  <a:pt x="8967" y="37"/>
                </a:lnTo>
                <a:lnTo>
                  <a:pt x="8913" y="37"/>
                </a:lnTo>
                <a:lnTo>
                  <a:pt x="8913" y="0"/>
                </a:lnTo>
                <a:moveTo>
                  <a:pt x="9022" y="0"/>
                </a:moveTo>
                <a:lnTo>
                  <a:pt x="9076" y="0"/>
                </a:lnTo>
                <a:lnTo>
                  <a:pt x="9076" y="37"/>
                </a:lnTo>
                <a:lnTo>
                  <a:pt x="9022" y="37"/>
                </a:lnTo>
                <a:lnTo>
                  <a:pt x="9022" y="0"/>
                </a:lnTo>
                <a:moveTo>
                  <a:pt x="9130" y="0"/>
                </a:moveTo>
                <a:lnTo>
                  <a:pt x="9185" y="0"/>
                </a:lnTo>
                <a:lnTo>
                  <a:pt x="9185" y="37"/>
                </a:lnTo>
                <a:lnTo>
                  <a:pt x="9130" y="37"/>
                </a:lnTo>
                <a:lnTo>
                  <a:pt x="9130" y="0"/>
                </a:lnTo>
                <a:moveTo>
                  <a:pt x="9239" y="0"/>
                </a:moveTo>
                <a:lnTo>
                  <a:pt x="9293" y="0"/>
                </a:lnTo>
                <a:lnTo>
                  <a:pt x="9293" y="37"/>
                </a:lnTo>
                <a:lnTo>
                  <a:pt x="9239" y="37"/>
                </a:lnTo>
                <a:lnTo>
                  <a:pt x="9239" y="0"/>
                </a:lnTo>
                <a:moveTo>
                  <a:pt x="9348" y="0"/>
                </a:moveTo>
                <a:lnTo>
                  <a:pt x="9402" y="0"/>
                </a:lnTo>
                <a:lnTo>
                  <a:pt x="9402" y="37"/>
                </a:lnTo>
                <a:lnTo>
                  <a:pt x="9348" y="37"/>
                </a:lnTo>
                <a:lnTo>
                  <a:pt x="9348" y="0"/>
                </a:lnTo>
                <a:moveTo>
                  <a:pt x="9456" y="0"/>
                </a:moveTo>
                <a:lnTo>
                  <a:pt x="9511" y="0"/>
                </a:lnTo>
                <a:lnTo>
                  <a:pt x="9511" y="37"/>
                </a:lnTo>
                <a:lnTo>
                  <a:pt x="9456" y="37"/>
                </a:lnTo>
                <a:lnTo>
                  <a:pt x="9456" y="0"/>
                </a:lnTo>
                <a:moveTo>
                  <a:pt x="9565" y="0"/>
                </a:moveTo>
                <a:lnTo>
                  <a:pt x="9619" y="0"/>
                </a:lnTo>
                <a:lnTo>
                  <a:pt x="9619" y="37"/>
                </a:lnTo>
                <a:lnTo>
                  <a:pt x="9565" y="37"/>
                </a:lnTo>
                <a:lnTo>
                  <a:pt x="9565" y="0"/>
                </a:lnTo>
                <a:moveTo>
                  <a:pt x="9674" y="0"/>
                </a:moveTo>
                <a:lnTo>
                  <a:pt x="9728" y="0"/>
                </a:lnTo>
                <a:lnTo>
                  <a:pt x="9728" y="37"/>
                </a:lnTo>
                <a:lnTo>
                  <a:pt x="9674" y="37"/>
                </a:lnTo>
                <a:lnTo>
                  <a:pt x="9674" y="0"/>
                </a:lnTo>
                <a:moveTo>
                  <a:pt x="9782" y="0"/>
                </a:moveTo>
                <a:lnTo>
                  <a:pt x="9837" y="0"/>
                </a:lnTo>
                <a:lnTo>
                  <a:pt x="9837" y="37"/>
                </a:lnTo>
                <a:lnTo>
                  <a:pt x="9782" y="37"/>
                </a:lnTo>
                <a:lnTo>
                  <a:pt x="9782" y="0"/>
                </a:lnTo>
                <a:moveTo>
                  <a:pt x="9891" y="0"/>
                </a:moveTo>
                <a:lnTo>
                  <a:pt x="9945" y="0"/>
                </a:lnTo>
                <a:lnTo>
                  <a:pt x="9945" y="37"/>
                </a:lnTo>
                <a:lnTo>
                  <a:pt x="9891" y="37"/>
                </a:lnTo>
                <a:lnTo>
                  <a:pt x="9891" y="0"/>
                </a:lnTo>
                <a:moveTo>
                  <a:pt x="10000" y="0"/>
                </a:moveTo>
                <a:lnTo>
                  <a:pt x="10054" y="0"/>
                </a:lnTo>
                <a:lnTo>
                  <a:pt x="10054" y="37"/>
                </a:lnTo>
                <a:lnTo>
                  <a:pt x="10000" y="37"/>
                </a:lnTo>
                <a:lnTo>
                  <a:pt x="10000" y="0"/>
                </a:lnTo>
                <a:moveTo>
                  <a:pt x="10108" y="0"/>
                </a:moveTo>
                <a:lnTo>
                  <a:pt x="10163" y="0"/>
                </a:lnTo>
                <a:lnTo>
                  <a:pt x="10163" y="37"/>
                </a:lnTo>
                <a:lnTo>
                  <a:pt x="10108" y="37"/>
                </a:lnTo>
                <a:lnTo>
                  <a:pt x="10108" y="0"/>
                </a:lnTo>
                <a:moveTo>
                  <a:pt x="10217" y="0"/>
                </a:moveTo>
                <a:lnTo>
                  <a:pt x="10271" y="0"/>
                </a:lnTo>
                <a:lnTo>
                  <a:pt x="10271" y="37"/>
                </a:lnTo>
                <a:lnTo>
                  <a:pt x="10217" y="37"/>
                </a:lnTo>
                <a:lnTo>
                  <a:pt x="10217" y="0"/>
                </a:lnTo>
                <a:moveTo>
                  <a:pt x="10326" y="0"/>
                </a:moveTo>
                <a:lnTo>
                  <a:pt x="10380" y="0"/>
                </a:lnTo>
                <a:lnTo>
                  <a:pt x="10380" y="37"/>
                </a:lnTo>
                <a:lnTo>
                  <a:pt x="10326" y="37"/>
                </a:lnTo>
                <a:lnTo>
                  <a:pt x="10326" y="0"/>
                </a:lnTo>
                <a:moveTo>
                  <a:pt x="10434" y="0"/>
                </a:moveTo>
                <a:lnTo>
                  <a:pt x="10489" y="0"/>
                </a:lnTo>
                <a:lnTo>
                  <a:pt x="10489" y="37"/>
                </a:lnTo>
                <a:lnTo>
                  <a:pt x="10434" y="37"/>
                </a:lnTo>
                <a:lnTo>
                  <a:pt x="10434" y="0"/>
                </a:lnTo>
                <a:moveTo>
                  <a:pt x="10543" y="0"/>
                </a:moveTo>
                <a:lnTo>
                  <a:pt x="10597" y="0"/>
                </a:lnTo>
                <a:lnTo>
                  <a:pt x="10597" y="37"/>
                </a:lnTo>
                <a:lnTo>
                  <a:pt x="10543" y="37"/>
                </a:lnTo>
                <a:lnTo>
                  <a:pt x="10543" y="0"/>
                </a:lnTo>
                <a:moveTo>
                  <a:pt x="10652" y="0"/>
                </a:moveTo>
                <a:lnTo>
                  <a:pt x="10706" y="0"/>
                </a:lnTo>
                <a:lnTo>
                  <a:pt x="10706" y="37"/>
                </a:lnTo>
                <a:lnTo>
                  <a:pt x="10652" y="37"/>
                </a:lnTo>
                <a:lnTo>
                  <a:pt x="10652" y="0"/>
                </a:lnTo>
                <a:moveTo>
                  <a:pt x="10760" y="0"/>
                </a:moveTo>
                <a:lnTo>
                  <a:pt x="10815" y="0"/>
                </a:lnTo>
                <a:lnTo>
                  <a:pt x="10815" y="37"/>
                </a:lnTo>
                <a:lnTo>
                  <a:pt x="10760" y="37"/>
                </a:lnTo>
                <a:lnTo>
                  <a:pt x="10760" y="0"/>
                </a:lnTo>
                <a:moveTo>
                  <a:pt x="10869" y="0"/>
                </a:moveTo>
                <a:lnTo>
                  <a:pt x="10923" y="0"/>
                </a:lnTo>
                <a:lnTo>
                  <a:pt x="10923" y="37"/>
                </a:lnTo>
                <a:lnTo>
                  <a:pt x="10869" y="37"/>
                </a:lnTo>
                <a:lnTo>
                  <a:pt x="10869" y="0"/>
                </a:lnTo>
                <a:moveTo>
                  <a:pt x="10978" y="0"/>
                </a:moveTo>
                <a:lnTo>
                  <a:pt x="11032" y="0"/>
                </a:lnTo>
                <a:lnTo>
                  <a:pt x="11032" y="37"/>
                </a:lnTo>
                <a:lnTo>
                  <a:pt x="10978" y="37"/>
                </a:lnTo>
                <a:lnTo>
                  <a:pt x="10978" y="0"/>
                </a:lnTo>
                <a:moveTo>
                  <a:pt x="11086" y="0"/>
                </a:moveTo>
                <a:lnTo>
                  <a:pt x="11141" y="0"/>
                </a:lnTo>
                <a:lnTo>
                  <a:pt x="11141" y="37"/>
                </a:lnTo>
                <a:lnTo>
                  <a:pt x="11086" y="37"/>
                </a:lnTo>
                <a:lnTo>
                  <a:pt x="11086" y="0"/>
                </a:lnTo>
                <a:moveTo>
                  <a:pt x="11195" y="0"/>
                </a:moveTo>
                <a:lnTo>
                  <a:pt x="11249" y="0"/>
                </a:lnTo>
                <a:lnTo>
                  <a:pt x="11249" y="37"/>
                </a:lnTo>
                <a:lnTo>
                  <a:pt x="11195" y="37"/>
                </a:lnTo>
                <a:lnTo>
                  <a:pt x="11195" y="0"/>
                </a:lnTo>
                <a:moveTo>
                  <a:pt x="11304" y="0"/>
                </a:moveTo>
                <a:lnTo>
                  <a:pt x="11358" y="0"/>
                </a:lnTo>
                <a:lnTo>
                  <a:pt x="11358" y="37"/>
                </a:lnTo>
                <a:lnTo>
                  <a:pt x="11304" y="37"/>
                </a:lnTo>
                <a:lnTo>
                  <a:pt x="11304" y="0"/>
                </a:lnTo>
                <a:moveTo>
                  <a:pt x="11412" y="0"/>
                </a:moveTo>
                <a:lnTo>
                  <a:pt x="11467" y="0"/>
                </a:lnTo>
                <a:lnTo>
                  <a:pt x="11467" y="37"/>
                </a:lnTo>
                <a:lnTo>
                  <a:pt x="11412" y="37"/>
                </a:lnTo>
                <a:lnTo>
                  <a:pt x="11412" y="0"/>
                </a:lnTo>
                <a:moveTo>
                  <a:pt x="11521" y="0"/>
                </a:moveTo>
                <a:lnTo>
                  <a:pt x="11575" y="0"/>
                </a:lnTo>
                <a:lnTo>
                  <a:pt x="11575" y="37"/>
                </a:lnTo>
                <a:lnTo>
                  <a:pt x="11521" y="37"/>
                </a:lnTo>
                <a:lnTo>
                  <a:pt x="11521" y="0"/>
                </a:lnTo>
                <a:moveTo>
                  <a:pt x="11630" y="0"/>
                </a:moveTo>
                <a:lnTo>
                  <a:pt x="11684" y="0"/>
                </a:lnTo>
                <a:lnTo>
                  <a:pt x="11684" y="37"/>
                </a:lnTo>
                <a:lnTo>
                  <a:pt x="11630" y="37"/>
                </a:lnTo>
                <a:lnTo>
                  <a:pt x="11630" y="0"/>
                </a:lnTo>
                <a:moveTo>
                  <a:pt x="11738" y="0"/>
                </a:moveTo>
                <a:lnTo>
                  <a:pt x="11793" y="0"/>
                </a:lnTo>
                <a:lnTo>
                  <a:pt x="11793" y="37"/>
                </a:lnTo>
                <a:lnTo>
                  <a:pt x="11738" y="37"/>
                </a:lnTo>
                <a:lnTo>
                  <a:pt x="11738" y="0"/>
                </a:lnTo>
                <a:moveTo>
                  <a:pt x="11847" y="0"/>
                </a:moveTo>
                <a:lnTo>
                  <a:pt x="11902" y="0"/>
                </a:lnTo>
                <a:lnTo>
                  <a:pt x="11902" y="37"/>
                </a:lnTo>
                <a:lnTo>
                  <a:pt x="11847" y="37"/>
                </a:lnTo>
                <a:lnTo>
                  <a:pt x="11847" y="0"/>
                </a:lnTo>
                <a:moveTo>
                  <a:pt x="11956" y="0"/>
                </a:moveTo>
                <a:lnTo>
                  <a:pt x="12010" y="0"/>
                </a:lnTo>
                <a:lnTo>
                  <a:pt x="12010" y="37"/>
                </a:lnTo>
                <a:lnTo>
                  <a:pt x="11956" y="37"/>
                </a:lnTo>
                <a:lnTo>
                  <a:pt x="11956" y="0"/>
                </a:lnTo>
                <a:moveTo>
                  <a:pt x="12065" y="0"/>
                </a:moveTo>
                <a:lnTo>
                  <a:pt x="12119" y="0"/>
                </a:lnTo>
                <a:lnTo>
                  <a:pt x="12119" y="37"/>
                </a:lnTo>
                <a:lnTo>
                  <a:pt x="12065" y="37"/>
                </a:lnTo>
                <a:lnTo>
                  <a:pt x="12065" y="0"/>
                </a:lnTo>
                <a:moveTo>
                  <a:pt x="12173" y="0"/>
                </a:moveTo>
                <a:lnTo>
                  <a:pt x="12228" y="0"/>
                </a:lnTo>
                <a:lnTo>
                  <a:pt x="12228" y="37"/>
                </a:lnTo>
                <a:lnTo>
                  <a:pt x="12173" y="37"/>
                </a:lnTo>
                <a:lnTo>
                  <a:pt x="12173" y="0"/>
                </a:lnTo>
                <a:moveTo>
                  <a:pt x="12282" y="0"/>
                </a:moveTo>
                <a:lnTo>
                  <a:pt x="12336" y="0"/>
                </a:lnTo>
                <a:lnTo>
                  <a:pt x="12336" y="37"/>
                </a:lnTo>
                <a:lnTo>
                  <a:pt x="12282" y="37"/>
                </a:lnTo>
                <a:lnTo>
                  <a:pt x="12282" y="0"/>
                </a:lnTo>
                <a:moveTo>
                  <a:pt x="12391" y="0"/>
                </a:moveTo>
                <a:lnTo>
                  <a:pt x="12409" y="0"/>
                </a:lnTo>
                <a:lnTo>
                  <a:pt x="12409" y="37"/>
                </a:lnTo>
                <a:lnTo>
                  <a:pt x="12391" y="37"/>
                </a:lnTo>
                <a:lnTo>
                  <a:pt x="12391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3582000" y="4122000"/>
            <a:ext cx="326520" cy="130680"/>
          </a:xfrm>
          <a:custGeom>
            <a:avLst/>
            <a:gdLst/>
            <a:ahLst/>
            <a:rect l="0" t="0" r="r" b="b"/>
            <a:pathLst>
              <a:path w="907" h="363">
                <a:moveTo>
                  <a:pt x="0" y="0"/>
                </a:moveTo>
                <a:lnTo>
                  <a:pt x="907" y="0"/>
                </a:lnTo>
                <a:lnTo>
                  <a:pt x="907" y="235"/>
                </a:lnTo>
                <a:lnTo>
                  <a:pt x="755" y="363"/>
                </a:lnTo>
                <a:lnTo>
                  <a:pt x="0" y="36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3582000" y="4122000"/>
            <a:ext cx="326520" cy="130680"/>
          </a:xfrm>
          <a:custGeom>
            <a:avLst/>
            <a:gdLst/>
            <a:ahLst/>
            <a:rect l="0" t="0" r="r" b="b"/>
            <a:pathLst>
              <a:path w="907" h="363">
                <a:moveTo>
                  <a:pt x="0" y="0"/>
                </a:moveTo>
                <a:lnTo>
                  <a:pt x="907" y="0"/>
                </a:lnTo>
                <a:lnTo>
                  <a:pt x="907" y="235"/>
                </a:lnTo>
                <a:lnTo>
                  <a:pt x="755" y="363"/>
                </a:lnTo>
                <a:lnTo>
                  <a:pt x="0" y="363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3591000" y="5793840"/>
            <a:ext cx="19141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subcategory / risk / vendor as applicable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681720" y="4136040"/>
            <a:ext cx="1267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alt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5752440" y="4141440"/>
            <a:ext cx="45000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[approve]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3699360" y="6690960"/>
            <a:ext cx="1708920" cy="167040"/>
          </a:xfrm>
          <a:custGeom>
            <a:avLst/>
            <a:gdLst/>
            <a:ahLst/>
            <a:rect l="0" t="0" r="r" b="b"/>
            <a:pathLst>
              <a:path w="4747" h="464">
                <a:moveTo>
                  <a:pt x="0" y="0"/>
                </a:moveTo>
                <a:lnTo>
                  <a:pt x="4747" y="0"/>
                </a:lnTo>
                <a:lnTo>
                  <a:pt x="4747" y="464"/>
                </a:lnTo>
                <a:lnTo>
                  <a:pt x="0" y="464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3699360" y="6690960"/>
            <a:ext cx="1708920" cy="167040"/>
          </a:xfrm>
          <a:custGeom>
            <a:avLst/>
            <a:gdLst/>
            <a:ahLst/>
            <a:rect l="0" t="0" r="r" b="b"/>
            <a:pathLst>
              <a:path w="4747" h="464">
                <a:moveTo>
                  <a:pt x="0" y="0"/>
                </a:moveTo>
                <a:lnTo>
                  <a:pt x="4747" y="0"/>
                </a:lnTo>
                <a:lnTo>
                  <a:pt x="4747" y="464"/>
                </a:lnTo>
                <a:lnTo>
                  <a:pt x="0" y="464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AAA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582160" y="5073840"/>
            <a:ext cx="4640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[override]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3670200" y="6758640"/>
            <a:ext cx="1040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ai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809520" y="6758640"/>
            <a:ext cx="11851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prediction copied to final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3516840" y="3137400"/>
            <a:ext cx="4597560" cy="13320"/>
          </a:xfrm>
          <a:custGeom>
            <a:avLst/>
            <a:gdLst/>
            <a:ahLst/>
            <a:rect l="0" t="0" r="r" b="b"/>
            <a:pathLst>
              <a:path w="12771" h="37">
                <a:moveTo>
                  <a:pt x="0" y="0"/>
                </a:moveTo>
                <a:lnTo>
                  <a:pt x="36" y="0"/>
                </a:lnTo>
                <a:lnTo>
                  <a:pt x="36" y="37"/>
                </a:lnTo>
                <a:lnTo>
                  <a:pt x="0" y="37"/>
                </a:lnTo>
                <a:lnTo>
                  <a:pt x="0" y="0"/>
                </a:lnTo>
                <a:moveTo>
                  <a:pt x="73" y="0"/>
                </a:moveTo>
                <a:lnTo>
                  <a:pt x="109" y="0"/>
                </a:lnTo>
                <a:lnTo>
                  <a:pt x="109" y="37"/>
                </a:lnTo>
                <a:lnTo>
                  <a:pt x="73" y="37"/>
                </a:lnTo>
                <a:lnTo>
                  <a:pt x="73" y="0"/>
                </a:lnTo>
                <a:moveTo>
                  <a:pt x="145" y="0"/>
                </a:moveTo>
                <a:lnTo>
                  <a:pt x="181" y="0"/>
                </a:lnTo>
                <a:lnTo>
                  <a:pt x="181" y="37"/>
                </a:lnTo>
                <a:lnTo>
                  <a:pt x="145" y="37"/>
                </a:lnTo>
                <a:lnTo>
                  <a:pt x="145" y="0"/>
                </a:lnTo>
                <a:moveTo>
                  <a:pt x="218" y="0"/>
                </a:moveTo>
                <a:lnTo>
                  <a:pt x="254" y="0"/>
                </a:lnTo>
                <a:lnTo>
                  <a:pt x="254" y="37"/>
                </a:lnTo>
                <a:lnTo>
                  <a:pt x="218" y="37"/>
                </a:lnTo>
                <a:lnTo>
                  <a:pt x="218" y="0"/>
                </a:lnTo>
                <a:moveTo>
                  <a:pt x="290" y="0"/>
                </a:moveTo>
                <a:lnTo>
                  <a:pt x="326" y="0"/>
                </a:lnTo>
                <a:lnTo>
                  <a:pt x="326" y="37"/>
                </a:lnTo>
                <a:lnTo>
                  <a:pt x="290" y="37"/>
                </a:lnTo>
                <a:lnTo>
                  <a:pt x="290" y="0"/>
                </a:lnTo>
                <a:moveTo>
                  <a:pt x="362" y="0"/>
                </a:moveTo>
                <a:lnTo>
                  <a:pt x="399" y="0"/>
                </a:lnTo>
                <a:lnTo>
                  <a:pt x="399" y="37"/>
                </a:lnTo>
                <a:lnTo>
                  <a:pt x="362" y="37"/>
                </a:lnTo>
                <a:lnTo>
                  <a:pt x="362" y="0"/>
                </a:lnTo>
                <a:moveTo>
                  <a:pt x="435" y="0"/>
                </a:moveTo>
                <a:lnTo>
                  <a:pt x="471" y="0"/>
                </a:lnTo>
                <a:lnTo>
                  <a:pt x="471" y="37"/>
                </a:lnTo>
                <a:lnTo>
                  <a:pt x="435" y="37"/>
                </a:lnTo>
                <a:lnTo>
                  <a:pt x="435" y="0"/>
                </a:lnTo>
                <a:moveTo>
                  <a:pt x="507" y="0"/>
                </a:moveTo>
                <a:lnTo>
                  <a:pt x="544" y="0"/>
                </a:lnTo>
                <a:lnTo>
                  <a:pt x="544" y="37"/>
                </a:lnTo>
                <a:lnTo>
                  <a:pt x="507" y="37"/>
                </a:lnTo>
                <a:lnTo>
                  <a:pt x="507" y="0"/>
                </a:lnTo>
                <a:moveTo>
                  <a:pt x="580" y="0"/>
                </a:moveTo>
                <a:lnTo>
                  <a:pt x="616" y="0"/>
                </a:lnTo>
                <a:lnTo>
                  <a:pt x="616" y="37"/>
                </a:lnTo>
                <a:lnTo>
                  <a:pt x="580" y="37"/>
                </a:lnTo>
                <a:lnTo>
                  <a:pt x="580" y="0"/>
                </a:lnTo>
                <a:moveTo>
                  <a:pt x="652" y="0"/>
                </a:moveTo>
                <a:lnTo>
                  <a:pt x="688" y="0"/>
                </a:lnTo>
                <a:lnTo>
                  <a:pt x="688" y="37"/>
                </a:lnTo>
                <a:lnTo>
                  <a:pt x="652" y="37"/>
                </a:lnTo>
                <a:lnTo>
                  <a:pt x="652" y="0"/>
                </a:lnTo>
                <a:moveTo>
                  <a:pt x="725" y="0"/>
                </a:moveTo>
                <a:lnTo>
                  <a:pt x="761" y="0"/>
                </a:lnTo>
                <a:lnTo>
                  <a:pt x="761" y="37"/>
                </a:lnTo>
                <a:lnTo>
                  <a:pt x="725" y="37"/>
                </a:lnTo>
                <a:lnTo>
                  <a:pt x="725" y="0"/>
                </a:lnTo>
                <a:moveTo>
                  <a:pt x="797" y="0"/>
                </a:moveTo>
                <a:lnTo>
                  <a:pt x="833" y="0"/>
                </a:lnTo>
                <a:lnTo>
                  <a:pt x="833" y="37"/>
                </a:lnTo>
                <a:lnTo>
                  <a:pt x="797" y="37"/>
                </a:lnTo>
                <a:lnTo>
                  <a:pt x="797" y="0"/>
                </a:lnTo>
                <a:moveTo>
                  <a:pt x="870" y="0"/>
                </a:moveTo>
                <a:lnTo>
                  <a:pt x="906" y="0"/>
                </a:lnTo>
                <a:lnTo>
                  <a:pt x="906" y="37"/>
                </a:lnTo>
                <a:lnTo>
                  <a:pt x="870" y="37"/>
                </a:lnTo>
                <a:lnTo>
                  <a:pt x="870" y="0"/>
                </a:lnTo>
                <a:moveTo>
                  <a:pt x="942" y="0"/>
                </a:moveTo>
                <a:lnTo>
                  <a:pt x="978" y="0"/>
                </a:lnTo>
                <a:lnTo>
                  <a:pt x="978" y="37"/>
                </a:lnTo>
                <a:lnTo>
                  <a:pt x="942" y="37"/>
                </a:lnTo>
                <a:lnTo>
                  <a:pt x="942" y="0"/>
                </a:lnTo>
                <a:moveTo>
                  <a:pt x="1014" y="0"/>
                </a:moveTo>
                <a:lnTo>
                  <a:pt x="1051" y="0"/>
                </a:lnTo>
                <a:lnTo>
                  <a:pt x="1051" y="37"/>
                </a:lnTo>
                <a:lnTo>
                  <a:pt x="1014" y="37"/>
                </a:lnTo>
                <a:lnTo>
                  <a:pt x="1014" y="0"/>
                </a:lnTo>
                <a:moveTo>
                  <a:pt x="1087" y="0"/>
                </a:moveTo>
                <a:lnTo>
                  <a:pt x="1123" y="0"/>
                </a:lnTo>
                <a:lnTo>
                  <a:pt x="1123" y="37"/>
                </a:lnTo>
                <a:lnTo>
                  <a:pt x="1087" y="37"/>
                </a:lnTo>
                <a:lnTo>
                  <a:pt x="1087" y="0"/>
                </a:lnTo>
                <a:moveTo>
                  <a:pt x="1159" y="0"/>
                </a:moveTo>
                <a:lnTo>
                  <a:pt x="1196" y="0"/>
                </a:lnTo>
                <a:lnTo>
                  <a:pt x="1196" y="37"/>
                </a:lnTo>
                <a:lnTo>
                  <a:pt x="1159" y="37"/>
                </a:lnTo>
                <a:lnTo>
                  <a:pt x="1159" y="0"/>
                </a:lnTo>
                <a:moveTo>
                  <a:pt x="1232" y="0"/>
                </a:moveTo>
                <a:lnTo>
                  <a:pt x="1268" y="0"/>
                </a:lnTo>
                <a:lnTo>
                  <a:pt x="1268" y="37"/>
                </a:lnTo>
                <a:lnTo>
                  <a:pt x="1232" y="37"/>
                </a:lnTo>
                <a:lnTo>
                  <a:pt x="1232" y="0"/>
                </a:lnTo>
                <a:moveTo>
                  <a:pt x="1304" y="0"/>
                </a:moveTo>
                <a:lnTo>
                  <a:pt x="1341" y="0"/>
                </a:lnTo>
                <a:lnTo>
                  <a:pt x="1341" y="37"/>
                </a:lnTo>
                <a:lnTo>
                  <a:pt x="1304" y="37"/>
                </a:lnTo>
                <a:lnTo>
                  <a:pt x="1304" y="0"/>
                </a:lnTo>
                <a:moveTo>
                  <a:pt x="1377" y="0"/>
                </a:moveTo>
                <a:lnTo>
                  <a:pt x="1413" y="0"/>
                </a:lnTo>
                <a:lnTo>
                  <a:pt x="1413" y="37"/>
                </a:lnTo>
                <a:lnTo>
                  <a:pt x="1377" y="37"/>
                </a:lnTo>
                <a:lnTo>
                  <a:pt x="1377" y="0"/>
                </a:lnTo>
                <a:moveTo>
                  <a:pt x="1449" y="0"/>
                </a:moveTo>
                <a:lnTo>
                  <a:pt x="1485" y="0"/>
                </a:lnTo>
                <a:lnTo>
                  <a:pt x="1485" y="37"/>
                </a:lnTo>
                <a:lnTo>
                  <a:pt x="1449" y="37"/>
                </a:lnTo>
                <a:lnTo>
                  <a:pt x="1449" y="0"/>
                </a:lnTo>
                <a:moveTo>
                  <a:pt x="1522" y="0"/>
                </a:moveTo>
                <a:lnTo>
                  <a:pt x="1558" y="0"/>
                </a:lnTo>
                <a:lnTo>
                  <a:pt x="1558" y="37"/>
                </a:lnTo>
                <a:lnTo>
                  <a:pt x="1522" y="37"/>
                </a:lnTo>
                <a:lnTo>
                  <a:pt x="1522" y="0"/>
                </a:lnTo>
                <a:moveTo>
                  <a:pt x="1594" y="0"/>
                </a:moveTo>
                <a:lnTo>
                  <a:pt x="1630" y="0"/>
                </a:lnTo>
                <a:lnTo>
                  <a:pt x="1630" y="37"/>
                </a:lnTo>
                <a:lnTo>
                  <a:pt x="1594" y="37"/>
                </a:lnTo>
                <a:lnTo>
                  <a:pt x="1594" y="0"/>
                </a:lnTo>
                <a:moveTo>
                  <a:pt x="1667" y="0"/>
                </a:moveTo>
                <a:lnTo>
                  <a:pt x="1703" y="0"/>
                </a:lnTo>
                <a:lnTo>
                  <a:pt x="1703" y="37"/>
                </a:lnTo>
                <a:lnTo>
                  <a:pt x="1667" y="37"/>
                </a:lnTo>
                <a:lnTo>
                  <a:pt x="1667" y="0"/>
                </a:lnTo>
                <a:moveTo>
                  <a:pt x="1739" y="0"/>
                </a:moveTo>
                <a:lnTo>
                  <a:pt x="1775" y="0"/>
                </a:lnTo>
                <a:lnTo>
                  <a:pt x="1775" y="37"/>
                </a:lnTo>
                <a:lnTo>
                  <a:pt x="1739" y="37"/>
                </a:lnTo>
                <a:lnTo>
                  <a:pt x="1739" y="0"/>
                </a:lnTo>
                <a:moveTo>
                  <a:pt x="1811" y="0"/>
                </a:moveTo>
                <a:lnTo>
                  <a:pt x="1848" y="0"/>
                </a:lnTo>
                <a:lnTo>
                  <a:pt x="1848" y="37"/>
                </a:lnTo>
                <a:lnTo>
                  <a:pt x="1811" y="37"/>
                </a:lnTo>
                <a:lnTo>
                  <a:pt x="1811" y="0"/>
                </a:lnTo>
                <a:moveTo>
                  <a:pt x="1884" y="0"/>
                </a:moveTo>
                <a:lnTo>
                  <a:pt x="1920" y="0"/>
                </a:lnTo>
                <a:lnTo>
                  <a:pt x="1920" y="37"/>
                </a:lnTo>
                <a:lnTo>
                  <a:pt x="1884" y="37"/>
                </a:lnTo>
                <a:lnTo>
                  <a:pt x="1884" y="0"/>
                </a:lnTo>
                <a:moveTo>
                  <a:pt x="1956" y="0"/>
                </a:moveTo>
                <a:lnTo>
                  <a:pt x="1993" y="0"/>
                </a:lnTo>
                <a:lnTo>
                  <a:pt x="1993" y="37"/>
                </a:lnTo>
                <a:lnTo>
                  <a:pt x="1956" y="37"/>
                </a:lnTo>
                <a:lnTo>
                  <a:pt x="1956" y="0"/>
                </a:lnTo>
                <a:moveTo>
                  <a:pt x="2029" y="0"/>
                </a:moveTo>
                <a:lnTo>
                  <a:pt x="2065" y="0"/>
                </a:lnTo>
                <a:lnTo>
                  <a:pt x="2065" y="37"/>
                </a:lnTo>
                <a:lnTo>
                  <a:pt x="2029" y="37"/>
                </a:lnTo>
                <a:lnTo>
                  <a:pt x="2029" y="0"/>
                </a:lnTo>
                <a:moveTo>
                  <a:pt x="2101" y="0"/>
                </a:moveTo>
                <a:lnTo>
                  <a:pt x="2137" y="0"/>
                </a:lnTo>
                <a:lnTo>
                  <a:pt x="2137" y="37"/>
                </a:lnTo>
                <a:lnTo>
                  <a:pt x="2101" y="37"/>
                </a:lnTo>
                <a:lnTo>
                  <a:pt x="2101" y="0"/>
                </a:lnTo>
                <a:moveTo>
                  <a:pt x="2174" y="0"/>
                </a:moveTo>
                <a:lnTo>
                  <a:pt x="2210" y="0"/>
                </a:lnTo>
                <a:lnTo>
                  <a:pt x="2210" y="37"/>
                </a:lnTo>
                <a:lnTo>
                  <a:pt x="2174" y="37"/>
                </a:lnTo>
                <a:lnTo>
                  <a:pt x="2174" y="0"/>
                </a:lnTo>
                <a:moveTo>
                  <a:pt x="2246" y="0"/>
                </a:moveTo>
                <a:lnTo>
                  <a:pt x="2282" y="0"/>
                </a:lnTo>
                <a:lnTo>
                  <a:pt x="2282" y="37"/>
                </a:lnTo>
                <a:lnTo>
                  <a:pt x="2246" y="37"/>
                </a:lnTo>
                <a:lnTo>
                  <a:pt x="2246" y="0"/>
                </a:lnTo>
                <a:moveTo>
                  <a:pt x="2319" y="0"/>
                </a:moveTo>
                <a:lnTo>
                  <a:pt x="2355" y="0"/>
                </a:lnTo>
                <a:lnTo>
                  <a:pt x="2355" y="37"/>
                </a:lnTo>
                <a:lnTo>
                  <a:pt x="2319" y="37"/>
                </a:lnTo>
                <a:lnTo>
                  <a:pt x="2319" y="0"/>
                </a:lnTo>
                <a:moveTo>
                  <a:pt x="2391" y="0"/>
                </a:moveTo>
                <a:lnTo>
                  <a:pt x="2427" y="0"/>
                </a:lnTo>
                <a:lnTo>
                  <a:pt x="2427" y="37"/>
                </a:lnTo>
                <a:lnTo>
                  <a:pt x="2391" y="37"/>
                </a:lnTo>
                <a:lnTo>
                  <a:pt x="2391" y="0"/>
                </a:lnTo>
                <a:moveTo>
                  <a:pt x="2464" y="0"/>
                </a:moveTo>
                <a:lnTo>
                  <a:pt x="2500" y="0"/>
                </a:lnTo>
                <a:lnTo>
                  <a:pt x="2500" y="37"/>
                </a:lnTo>
                <a:lnTo>
                  <a:pt x="2464" y="37"/>
                </a:lnTo>
                <a:lnTo>
                  <a:pt x="2464" y="0"/>
                </a:lnTo>
                <a:moveTo>
                  <a:pt x="2536" y="0"/>
                </a:moveTo>
                <a:lnTo>
                  <a:pt x="2572" y="0"/>
                </a:lnTo>
                <a:lnTo>
                  <a:pt x="2572" y="37"/>
                </a:lnTo>
                <a:lnTo>
                  <a:pt x="2536" y="37"/>
                </a:lnTo>
                <a:lnTo>
                  <a:pt x="2536" y="0"/>
                </a:lnTo>
                <a:moveTo>
                  <a:pt x="2608" y="0"/>
                </a:moveTo>
                <a:lnTo>
                  <a:pt x="2645" y="0"/>
                </a:lnTo>
                <a:lnTo>
                  <a:pt x="2645" y="37"/>
                </a:lnTo>
                <a:lnTo>
                  <a:pt x="2608" y="37"/>
                </a:lnTo>
                <a:lnTo>
                  <a:pt x="2608" y="0"/>
                </a:lnTo>
                <a:moveTo>
                  <a:pt x="2681" y="0"/>
                </a:moveTo>
                <a:lnTo>
                  <a:pt x="2717" y="0"/>
                </a:lnTo>
                <a:lnTo>
                  <a:pt x="2717" y="37"/>
                </a:lnTo>
                <a:lnTo>
                  <a:pt x="2681" y="37"/>
                </a:lnTo>
                <a:lnTo>
                  <a:pt x="2681" y="0"/>
                </a:lnTo>
                <a:moveTo>
                  <a:pt x="2753" y="0"/>
                </a:moveTo>
                <a:lnTo>
                  <a:pt x="2790" y="0"/>
                </a:lnTo>
                <a:lnTo>
                  <a:pt x="2790" y="37"/>
                </a:lnTo>
                <a:lnTo>
                  <a:pt x="2753" y="37"/>
                </a:lnTo>
                <a:lnTo>
                  <a:pt x="2753" y="0"/>
                </a:lnTo>
                <a:moveTo>
                  <a:pt x="2826" y="0"/>
                </a:moveTo>
                <a:lnTo>
                  <a:pt x="2862" y="0"/>
                </a:lnTo>
                <a:lnTo>
                  <a:pt x="2862" y="37"/>
                </a:lnTo>
                <a:lnTo>
                  <a:pt x="2826" y="37"/>
                </a:lnTo>
                <a:lnTo>
                  <a:pt x="2826" y="0"/>
                </a:lnTo>
                <a:moveTo>
                  <a:pt x="2898" y="0"/>
                </a:moveTo>
                <a:lnTo>
                  <a:pt x="2934" y="0"/>
                </a:lnTo>
                <a:lnTo>
                  <a:pt x="2934" y="37"/>
                </a:lnTo>
                <a:lnTo>
                  <a:pt x="2898" y="37"/>
                </a:lnTo>
                <a:lnTo>
                  <a:pt x="2898" y="0"/>
                </a:lnTo>
                <a:moveTo>
                  <a:pt x="2971" y="0"/>
                </a:moveTo>
                <a:lnTo>
                  <a:pt x="3007" y="0"/>
                </a:lnTo>
                <a:lnTo>
                  <a:pt x="3007" y="37"/>
                </a:lnTo>
                <a:lnTo>
                  <a:pt x="2971" y="37"/>
                </a:lnTo>
                <a:lnTo>
                  <a:pt x="2971" y="0"/>
                </a:lnTo>
                <a:moveTo>
                  <a:pt x="3043" y="0"/>
                </a:moveTo>
                <a:lnTo>
                  <a:pt x="3079" y="0"/>
                </a:lnTo>
                <a:lnTo>
                  <a:pt x="3079" y="37"/>
                </a:lnTo>
                <a:lnTo>
                  <a:pt x="3043" y="37"/>
                </a:lnTo>
                <a:lnTo>
                  <a:pt x="3043" y="0"/>
                </a:lnTo>
                <a:moveTo>
                  <a:pt x="3116" y="0"/>
                </a:moveTo>
                <a:lnTo>
                  <a:pt x="3152" y="0"/>
                </a:lnTo>
                <a:lnTo>
                  <a:pt x="3152" y="37"/>
                </a:lnTo>
                <a:lnTo>
                  <a:pt x="3116" y="37"/>
                </a:lnTo>
                <a:lnTo>
                  <a:pt x="3116" y="0"/>
                </a:lnTo>
                <a:moveTo>
                  <a:pt x="3188" y="0"/>
                </a:moveTo>
                <a:lnTo>
                  <a:pt x="3224" y="0"/>
                </a:lnTo>
                <a:lnTo>
                  <a:pt x="3224" y="37"/>
                </a:lnTo>
                <a:lnTo>
                  <a:pt x="3188" y="37"/>
                </a:lnTo>
                <a:lnTo>
                  <a:pt x="3188" y="0"/>
                </a:lnTo>
                <a:moveTo>
                  <a:pt x="3260" y="0"/>
                </a:moveTo>
                <a:lnTo>
                  <a:pt x="3297" y="0"/>
                </a:lnTo>
                <a:lnTo>
                  <a:pt x="3297" y="37"/>
                </a:lnTo>
                <a:lnTo>
                  <a:pt x="3260" y="37"/>
                </a:lnTo>
                <a:lnTo>
                  <a:pt x="3260" y="0"/>
                </a:lnTo>
                <a:moveTo>
                  <a:pt x="3333" y="0"/>
                </a:moveTo>
                <a:lnTo>
                  <a:pt x="3369" y="0"/>
                </a:lnTo>
                <a:lnTo>
                  <a:pt x="3369" y="37"/>
                </a:lnTo>
                <a:lnTo>
                  <a:pt x="3333" y="37"/>
                </a:lnTo>
                <a:lnTo>
                  <a:pt x="3333" y="0"/>
                </a:lnTo>
                <a:moveTo>
                  <a:pt x="3405" y="0"/>
                </a:moveTo>
                <a:lnTo>
                  <a:pt x="3442" y="0"/>
                </a:lnTo>
                <a:lnTo>
                  <a:pt x="3442" y="37"/>
                </a:lnTo>
                <a:lnTo>
                  <a:pt x="3405" y="37"/>
                </a:lnTo>
                <a:lnTo>
                  <a:pt x="3405" y="0"/>
                </a:lnTo>
                <a:moveTo>
                  <a:pt x="3478" y="0"/>
                </a:moveTo>
                <a:lnTo>
                  <a:pt x="3514" y="0"/>
                </a:lnTo>
                <a:lnTo>
                  <a:pt x="3514" y="37"/>
                </a:lnTo>
                <a:lnTo>
                  <a:pt x="3478" y="37"/>
                </a:lnTo>
                <a:lnTo>
                  <a:pt x="3478" y="0"/>
                </a:lnTo>
                <a:moveTo>
                  <a:pt x="3550" y="0"/>
                </a:moveTo>
                <a:lnTo>
                  <a:pt x="3587" y="0"/>
                </a:lnTo>
                <a:lnTo>
                  <a:pt x="3587" y="37"/>
                </a:lnTo>
                <a:lnTo>
                  <a:pt x="3550" y="37"/>
                </a:lnTo>
                <a:lnTo>
                  <a:pt x="3550" y="0"/>
                </a:lnTo>
                <a:moveTo>
                  <a:pt x="3623" y="0"/>
                </a:moveTo>
                <a:lnTo>
                  <a:pt x="3659" y="0"/>
                </a:lnTo>
                <a:lnTo>
                  <a:pt x="3659" y="37"/>
                </a:lnTo>
                <a:lnTo>
                  <a:pt x="3623" y="37"/>
                </a:lnTo>
                <a:lnTo>
                  <a:pt x="3623" y="0"/>
                </a:lnTo>
                <a:moveTo>
                  <a:pt x="3695" y="0"/>
                </a:moveTo>
                <a:lnTo>
                  <a:pt x="3731" y="0"/>
                </a:lnTo>
                <a:lnTo>
                  <a:pt x="3731" y="37"/>
                </a:lnTo>
                <a:lnTo>
                  <a:pt x="3695" y="37"/>
                </a:lnTo>
                <a:lnTo>
                  <a:pt x="3695" y="0"/>
                </a:lnTo>
                <a:moveTo>
                  <a:pt x="3768" y="0"/>
                </a:moveTo>
                <a:lnTo>
                  <a:pt x="3804" y="0"/>
                </a:lnTo>
                <a:lnTo>
                  <a:pt x="3804" y="37"/>
                </a:lnTo>
                <a:lnTo>
                  <a:pt x="3768" y="37"/>
                </a:lnTo>
                <a:lnTo>
                  <a:pt x="3768" y="0"/>
                </a:lnTo>
                <a:moveTo>
                  <a:pt x="3840" y="0"/>
                </a:moveTo>
                <a:lnTo>
                  <a:pt x="3876" y="0"/>
                </a:lnTo>
                <a:lnTo>
                  <a:pt x="3876" y="37"/>
                </a:lnTo>
                <a:lnTo>
                  <a:pt x="3840" y="37"/>
                </a:lnTo>
                <a:lnTo>
                  <a:pt x="3840" y="0"/>
                </a:lnTo>
                <a:moveTo>
                  <a:pt x="3913" y="0"/>
                </a:moveTo>
                <a:lnTo>
                  <a:pt x="3949" y="0"/>
                </a:lnTo>
                <a:lnTo>
                  <a:pt x="3949" y="37"/>
                </a:lnTo>
                <a:lnTo>
                  <a:pt x="3913" y="37"/>
                </a:lnTo>
                <a:lnTo>
                  <a:pt x="3913" y="0"/>
                </a:lnTo>
                <a:moveTo>
                  <a:pt x="3985" y="0"/>
                </a:moveTo>
                <a:lnTo>
                  <a:pt x="4021" y="0"/>
                </a:lnTo>
                <a:lnTo>
                  <a:pt x="4021" y="37"/>
                </a:lnTo>
                <a:lnTo>
                  <a:pt x="3985" y="37"/>
                </a:lnTo>
                <a:lnTo>
                  <a:pt x="3985" y="0"/>
                </a:lnTo>
                <a:moveTo>
                  <a:pt x="4057" y="0"/>
                </a:moveTo>
                <a:lnTo>
                  <a:pt x="4094" y="0"/>
                </a:lnTo>
                <a:lnTo>
                  <a:pt x="4094" y="37"/>
                </a:lnTo>
                <a:lnTo>
                  <a:pt x="4057" y="37"/>
                </a:lnTo>
                <a:lnTo>
                  <a:pt x="4057" y="0"/>
                </a:lnTo>
                <a:moveTo>
                  <a:pt x="4130" y="0"/>
                </a:moveTo>
                <a:lnTo>
                  <a:pt x="4166" y="0"/>
                </a:lnTo>
                <a:lnTo>
                  <a:pt x="4166" y="37"/>
                </a:lnTo>
                <a:lnTo>
                  <a:pt x="4130" y="37"/>
                </a:lnTo>
                <a:lnTo>
                  <a:pt x="4130" y="0"/>
                </a:lnTo>
                <a:moveTo>
                  <a:pt x="4202" y="0"/>
                </a:moveTo>
                <a:lnTo>
                  <a:pt x="4239" y="0"/>
                </a:lnTo>
                <a:lnTo>
                  <a:pt x="4239" y="37"/>
                </a:lnTo>
                <a:lnTo>
                  <a:pt x="4202" y="37"/>
                </a:lnTo>
                <a:lnTo>
                  <a:pt x="4202" y="0"/>
                </a:lnTo>
                <a:moveTo>
                  <a:pt x="4275" y="0"/>
                </a:moveTo>
                <a:lnTo>
                  <a:pt x="4311" y="0"/>
                </a:lnTo>
                <a:lnTo>
                  <a:pt x="4311" y="37"/>
                </a:lnTo>
                <a:lnTo>
                  <a:pt x="4275" y="37"/>
                </a:lnTo>
                <a:lnTo>
                  <a:pt x="4275" y="0"/>
                </a:lnTo>
                <a:moveTo>
                  <a:pt x="4347" y="0"/>
                </a:moveTo>
                <a:lnTo>
                  <a:pt x="4383" y="0"/>
                </a:lnTo>
                <a:lnTo>
                  <a:pt x="4383" y="37"/>
                </a:lnTo>
                <a:lnTo>
                  <a:pt x="4347" y="37"/>
                </a:lnTo>
                <a:lnTo>
                  <a:pt x="4347" y="0"/>
                </a:lnTo>
                <a:moveTo>
                  <a:pt x="4420" y="0"/>
                </a:moveTo>
                <a:lnTo>
                  <a:pt x="4456" y="0"/>
                </a:lnTo>
                <a:lnTo>
                  <a:pt x="4456" y="37"/>
                </a:lnTo>
                <a:lnTo>
                  <a:pt x="4420" y="37"/>
                </a:lnTo>
                <a:lnTo>
                  <a:pt x="4420" y="0"/>
                </a:lnTo>
                <a:moveTo>
                  <a:pt x="4492" y="0"/>
                </a:moveTo>
                <a:lnTo>
                  <a:pt x="4528" y="0"/>
                </a:lnTo>
                <a:lnTo>
                  <a:pt x="4528" y="37"/>
                </a:lnTo>
                <a:lnTo>
                  <a:pt x="4492" y="37"/>
                </a:lnTo>
                <a:lnTo>
                  <a:pt x="4492" y="0"/>
                </a:lnTo>
                <a:moveTo>
                  <a:pt x="4565" y="0"/>
                </a:moveTo>
                <a:lnTo>
                  <a:pt x="4601" y="0"/>
                </a:lnTo>
                <a:lnTo>
                  <a:pt x="4601" y="37"/>
                </a:lnTo>
                <a:lnTo>
                  <a:pt x="4565" y="37"/>
                </a:lnTo>
                <a:lnTo>
                  <a:pt x="4565" y="0"/>
                </a:lnTo>
                <a:moveTo>
                  <a:pt x="4637" y="0"/>
                </a:moveTo>
                <a:lnTo>
                  <a:pt x="4673" y="0"/>
                </a:lnTo>
                <a:lnTo>
                  <a:pt x="4673" y="37"/>
                </a:lnTo>
                <a:lnTo>
                  <a:pt x="4637" y="37"/>
                </a:lnTo>
                <a:lnTo>
                  <a:pt x="4637" y="0"/>
                </a:lnTo>
                <a:moveTo>
                  <a:pt x="4710" y="0"/>
                </a:moveTo>
                <a:lnTo>
                  <a:pt x="4746" y="0"/>
                </a:lnTo>
                <a:lnTo>
                  <a:pt x="4746" y="37"/>
                </a:lnTo>
                <a:lnTo>
                  <a:pt x="4710" y="37"/>
                </a:lnTo>
                <a:lnTo>
                  <a:pt x="4710" y="0"/>
                </a:lnTo>
                <a:moveTo>
                  <a:pt x="4782" y="0"/>
                </a:moveTo>
                <a:lnTo>
                  <a:pt x="4818" y="0"/>
                </a:lnTo>
                <a:lnTo>
                  <a:pt x="4818" y="37"/>
                </a:lnTo>
                <a:lnTo>
                  <a:pt x="4782" y="37"/>
                </a:lnTo>
                <a:lnTo>
                  <a:pt x="4782" y="0"/>
                </a:lnTo>
                <a:moveTo>
                  <a:pt x="4854" y="0"/>
                </a:moveTo>
                <a:lnTo>
                  <a:pt x="4891" y="0"/>
                </a:lnTo>
                <a:lnTo>
                  <a:pt x="4891" y="37"/>
                </a:lnTo>
                <a:lnTo>
                  <a:pt x="4854" y="37"/>
                </a:lnTo>
                <a:lnTo>
                  <a:pt x="4854" y="0"/>
                </a:lnTo>
                <a:moveTo>
                  <a:pt x="4927" y="0"/>
                </a:moveTo>
                <a:lnTo>
                  <a:pt x="4963" y="0"/>
                </a:lnTo>
                <a:lnTo>
                  <a:pt x="4963" y="37"/>
                </a:lnTo>
                <a:lnTo>
                  <a:pt x="4927" y="37"/>
                </a:lnTo>
                <a:lnTo>
                  <a:pt x="4927" y="0"/>
                </a:lnTo>
                <a:moveTo>
                  <a:pt x="4999" y="0"/>
                </a:moveTo>
                <a:lnTo>
                  <a:pt x="5036" y="0"/>
                </a:lnTo>
                <a:lnTo>
                  <a:pt x="5036" y="37"/>
                </a:lnTo>
                <a:lnTo>
                  <a:pt x="4999" y="37"/>
                </a:lnTo>
                <a:lnTo>
                  <a:pt x="4999" y="0"/>
                </a:lnTo>
                <a:moveTo>
                  <a:pt x="5072" y="0"/>
                </a:moveTo>
                <a:lnTo>
                  <a:pt x="5108" y="0"/>
                </a:lnTo>
                <a:lnTo>
                  <a:pt x="5108" y="37"/>
                </a:lnTo>
                <a:lnTo>
                  <a:pt x="5072" y="37"/>
                </a:lnTo>
                <a:lnTo>
                  <a:pt x="5072" y="0"/>
                </a:lnTo>
                <a:moveTo>
                  <a:pt x="5144" y="0"/>
                </a:moveTo>
                <a:lnTo>
                  <a:pt x="5180" y="0"/>
                </a:lnTo>
                <a:lnTo>
                  <a:pt x="5180" y="37"/>
                </a:lnTo>
                <a:lnTo>
                  <a:pt x="5144" y="37"/>
                </a:lnTo>
                <a:lnTo>
                  <a:pt x="5144" y="0"/>
                </a:lnTo>
                <a:moveTo>
                  <a:pt x="5217" y="0"/>
                </a:moveTo>
                <a:lnTo>
                  <a:pt x="5253" y="0"/>
                </a:lnTo>
                <a:lnTo>
                  <a:pt x="5253" y="37"/>
                </a:lnTo>
                <a:lnTo>
                  <a:pt x="5217" y="37"/>
                </a:lnTo>
                <a:lnTo>
                  <a:pt x="5217" y="0"/>
                </a:lnTo>
                <a:moveTo>
                  <a:pt x="5289" y="0"/>
                </a:moveTo>
                <a:lnTo>
                  <a:pt x="5325" y="0"/>
                </a:lnTo>
                <a:lnTo>
                  <a:pt x="5325" y="37"/>
                </a:lnTo>
                <a:lnTo>
                  <a:pt x="5289" y="37"/>
                </a:lnTo>
                <a:lnTo>
                  <a:pt x="5289" y="0"/>
                </a:lnTo>
                <a:moveTo>
                  <a:pt x="5362" y="0"/>
                </a:moveTo>
                <a:lnTo>
                  <a:pt x="5398" y="0"/>
                </a:lnTo>
                <a:lnTo>
                  <a:pt x="5398" y="37"/>
                </a:lnTo>
                <a:lnTo>
                  <a:pt x="5362" y="37"/>
                </a:lnTo>
                <a:lnTo>
                  <a:pt x="5362" y="0"/>
                </a:lnTo>
                <a:moveTo>
                  <a:pt x="5434" y="0"/>
                </a:moveTo>
                <a:lnTo>
                  <a:pt x="5470" y="0"/>
                </a:lnTo>
                <a:lnTo>
                  <a:pt x="5470" y="37"/>
                </a:lnTo>
                <a:lnTo>
                  <a:pt x="5434" y="37"/>
                </a:lnTo>
                <a:lnTo>
                  <a:pt x="5434" y="0"/>
                </a:lnTo>
                <a:moveTo>
                  <a:pt x="5506" y="0"/>
                </a:moveTo>
                <a:lnTo>
                  <a:pt x="5543" y="0"/>
                </a:lnTo>
                <a:lnTo>
                  <a:pt x="5543" y="37"/>
                </a:lnTo>
                <a:lnTo>
                  <a:pt x="5506" y="37"/>
                </a:lnTo>
                <a:lnTo>
                  <a:pt x="5506" y="0"/>
                </a:lnTo>
                <a:moveTo>
                  <a:pt x="5579" y="0"/>
                </a:moveTo>
                <a:lnTo>
                  <a:pt x="5615" y="0"/>
                </a:lnTo>
                <a:lnTo>
                  <a:pt x="5615" y="37"/>
                </a:lnTo>
                <a:lnTo>
                  <a:pt x="5579" y="37"/>
                </a:lnTo>
                <a:lnTo>
                  <a:pt x="5579" y="0"/>
                </a:lnTo>
                <a:moveTo>
                  <a:pt x="5651" y="0"/>
                </a:moveTo>
                <a:lnTo>
                  <a:pt x="5688" y="0"/>
                </a:lnTo>
                <a:lnTo>
                  <a:pt x="5688" y="37"/>
                </a:lnTo>
                <a:lnTo>
                  <a:pt x="5651" y="37"/>
                </a:lnTo>
                <a:lnTo>
                  <a:pt x="5651" y="0"/>
                </a:lnTo>
                <a:moveTo>
                  <a:pt x="5724" y="0"/>
                </a:moveTo>
                <a:lnTo>
                  <a:pt x="5760" y="0"/>
                </a:lnTo>
                <a:lnTo>
                  <a:pt x="5760" y="37"/>
                </a:lnTo>
                <a:lnTo>
                  <a:pt x="5724" y="37"/>
                </a:lnTo>
                <a:lnTo>
                  <a:pt x="5724" y="0"/>
                </a:lnTo>
                <a:moveTo>
                  <a:pt x="5796" y="0"/>
                </a:moveTo>
                <a:lnTo>
                  <a:pt x="5833" y="0"/>
                </a:lnTo>
                <a:lnTo>
                  <a:pt x="5833" y="37"/>
                </a:lnTo>
                <a:lnTo>
                  <a:pt x="5796" y="37"/>
                </a:lnTo>
                <a:lnTo>
                  <a:pt x="5796" y="0"/>
                </a:lnTo>
                <a:moveTo>
                  <a:pt x="5869" y="0"/>
                </a:moveTo>
                <a:lnTo>
                  <a:pt x="5905" y="0"/>
                </a:lnTo>
                <a:lnTo>
                  <a:pt x="5905" y="37"/>
                </a:lnTo>
                <a:lnTo>
                  <a:pt x="5869" y="37"/>
                </a:lnTo>
                <a:lnTo>
                  <a:pt x="5869" y="0"/>
                </a:lnTo>
                <a:moveTo>
                  <a:pt x="5941" y="0"/>
                </a:moveTo>
                <a:lnTo>
                  <a:pt x="5977" y="0"/>
                </a:lnTo>
                <a:lnTo>
                  <a:pt x="5977" y="37"/>
                </a:lnTo>
                <a:lnTo>
                  <a:pt x="5941" y="37"/>
                </a:lnTo>
                <a:lnTo>
                  <a:pt x="5941" y="0"/>
                </a:lnTo>
                <a:moveTo>
                  <a:pt x="6014" y="0"/>
                </a:moveTo>
                <a:lnTo>
                  <a:pt x="6050" y="0"/>
                </a:lnTo>
                <a:lnTo>
                  <a:pt x="6050" y="37"/>
                </a:lnTo>
                <a:lnTo>
                  <a:pt x="6014" y="37"/>
                </a:lnTo>
                <a:lnTo>
                  <a:pt x="6014" y="0"/>
                </a:lnTo>
                <a:moveTo>
                  <a:pt x="6086" y="0"/>
                </a:moveTo>
                <a:lnTo>
                  <a:pt x="6122" y="0"/>
                </a:lnTo>
                <a:lnTo>
                  <a:pt x="6122" y="37"/>
                </a:lnTo>
                <a:lnTo>
                  <a:pt x="6086" y="37"/>
                </a:lnTo>
                <a:lnTo>
                  <a:pt x="6086" y="0"/>
                </a:lnTo>
                <a:moveTo>
                  <a:pt x="6159" y="0"/>
                </a:moveTo>
                <a:lnTo>
                  <a:pt x="6195" y="0"/>
                </a:lnTo>
                <a:lnTo>
                  <a:pt x="6195" y="37"/>
                </a:lnTo>
                <a:lnTo>
                  <a:pt x="6159" y="37"/>
                </a:lnTo>
                <a:lnTo>
                  <a:pt x="6159" y="0"/>
                </a:lnTo>
                <a:moveTo>
                  <a:pt x="6231" y="0"/>
                </a:moveTo>
                <a:lnTo>
                  <a:pt x="6267" y="0"/>
                </a:lnTo>
                <a:lnTo>
                  <a:pt x="6267" y="37"/>
                </a:lnTo>
                <a:lnTo>
                  <a:pt x="6231" y="37"/>
                </a:lnTo>
                <a:lnTo>
                  <a:pt x="6231" y="0"/>
                </a:lnTo>
                <a:moveTo>
                  <a:pt x="6303" y="0"/>
                </a:moveTo>
                <a:lnTo>
                  <a:pt x="6340" y="0"/>
                </a:lnTo>
                <a:lnTo>
                  <a:pt x="6340" y="37"/>
                </a:lnTo>
                <a:lnTo>
                  <a:pt x="6303" y="37"/>
                </a:lnTo>
                <a:lnTo>
                  <a:pt x="6303" y="0"/>
                </a:lnTo>
                <a:moveTo>
                  <a:pt x="6376" y="0"/>
                </a:moveTo>
                <a:lnTo>
                  <a:pt x="6412" y="0"/>
                </a:lnTo>
                <a:lnTo>
                  <a:pt x="6412" y="37"/>
                </a:lnTo>
                <a:lnTo>
                  <a:pt x="6376" y="37"/>
                </a:lnTo>
                <a:lnTo>
                  <a:pt x="6376" y="0"/>
                </a:lnTo>
                <a:moveTo>
                  <a:pt x="6448" y="0"/>
                </a:moveTo>
                <a:lnTo>
                  <a:pt x="6485" y="0"/>
                </a:lnTo>
                <a:lnTo>
                  <a:pt x="6485" y="37"/>
                </a:lnTo>
                <a:lnTo>
                  <a:pt x="6448" y="37"/>
                </a:lnTo>
                <a:lnTo>
                  <a:pt x="6448" y="0"/>
                </a:lnTo>
                <a:moveTo>
                  <a:pt x="6521" y="0"/>
                </a:moveTo>
                <a:lnTo>
                  <a:pt x="6557" y="0"/>
                </a:lnTo>
                <a:lnTo>
                  <a:pt x="6557" y="37"/>
                </a:lnTo>
                <a:lnTo>
                  <a:pt x="6521" y="37"/>
                </a:lnTo>
                <a:lnTo>
                  <a:pt x="6521" y="0"/>
                </a:lnTo>
                <a:moveTo>
                  <a:pt x="6593" y="0"/>
                </a:moveTo>
                <a:lnTo>
                  <a:pt x="6629" y="0"/>
                </a:lnTo>
                <a:lnTo>
                  <a:pt x="6629" y="37"/>
                </a:lnTo>
                <a:lnTo>
                  <a:pt x="6593" y="37"/>
                </a:lnTo>
                <a:lnTo>
                  <a:pt x="6593" y="0"/>
                </a:lnTo>
                <a:moveTo>
                  <a:pt x="6666" y="0"/>
                </a:moveTo>
                <a:lnTo>
                  <a:pt x="6702" y="0"/>
                </a:lnTo>
                <a:lnTo>
                  <a:pt x="6702" y="37"/>
                </a:lnTo>
                <a:lnTo>
                  <a:pt x="6666" y="37"/>
                </a:lnTo>
                <a:lnTo>
                  <a:pt x="6666" y="0"/>
                </a:lnTo>
                <a:moveTo>
                  <a:pt x="6738" y="0"/>
                </a:moveTo>
                <a:lnTo>
                  <a:pt x="6774" y="0"/>
                </a:lnTo>
                <a:lnTo>
                  <a:pt x="6774" y="37"/>
                </a:lnTo>
                <a:lnTo>
                  <a:pt x="6738" y="37"/>
                </a:lnTo>
                <a:lnTo>
                  <a:pt x="6738" y="0"/>
                </a:lnTo>
                <a:moveTo>
                  <a:pt x="6811" y="0"/>
                </a:moveTo>
                <a:lnTo>
                  <a:pt x="6847" y="0"/>
                </a:lnTo>
                <a:lnTo>
                  <a:pt x="6847" y="37"/>
                </a:lnTo>
                <a:lnTo>
                  <a:pt x="6811" y="37"/>
                </a:lnTo>
                <a:lnTo>
                  <a:pt x="6811" y="0"/>
                </a:lnTo>
                <a:moveTo>
                  <a:pt x="6883" y="0"/>
                </a:moveTo>
                <a:lnTo>
                  <a:pt x="6919" y="0"/>
                </a:lnTo>
                <a:lnTo>
                  <a:pt x="6919" y="37"/>
                </a:lnTo>
                <a:lnTo>
                  <a:pt x="6883" y="37"/>
                </a:lnTo>
                <a:lnTo>
                  <a:pt x="6883" y="0"/>
                </a:lnTo>
                <a:moveTo>
                  <a:pt x="6956" y="0"/>
                </a:moveTo>
                <a:lnTo>
                  <a:pt x="6992" y="0"/>
                </a:lnTo>
                <a:lnTo>
                  <a:pt x="6992" y="37"/>
                </a:lnTo>
                <a:lnTo>
                  <a:pt x="6956" y="37"/>
                </a:lnTo>
                <a:lnTo>
                  <a:pt x="6956" y="0"/>
                </a:lnTo>
                <a:moveTo>
                  <a:pt x="7028" y="0"/>
                </a:moveTo>
                <a:lnTo>
                  <a:pt x="7064" y="0"/>
                </a:lnTo>
                <a:lnTo>
                  <a:pt x="7064" y="37"/>
                </a:lnTo>
                <a:lnTo>
                  <a:pt x="7028" y="37"/>
                </a:lnTo>
                <a:lnTo>
                  <a:pt x="7028" y="0"/>
                </a:lnTo>
                <a:moveTo>
                  <a:pt x="7100" y="0"/>
                </a:moveTo>
                <a:lnTo>
                  <a:pt x="7137" y="0"/>
                </a:lnTo>
                <a:lnTo>
                  <a:pt x="7137" y="37"/>
                </a:lnTo>
                <a:lnTo>
                  <a:pt x="7100" y="37"/>
                </a:lnTo>
                <a:lnTo>
                  <a:pt x="7100" y="0"/>
                </a:lnTo>
                <a:moveTo>
                  <a:pt x="7173" y="0"/>
                </a:moveTo>
                <a:lnTo>
                  <a:pt x="7209" y="0"/>
                </a:lnTo>
                <a:lnTo>
                  <a:pt x="7209" y="37"/>
                </a:lnTo>
                <a:lnTo>
                  <a:pt x="7173" y="37"/>
                </a:lnTo>
                <a:lnTo>
                  <a:pt x="7173" y="0"/>
                </a:lnTo>
                <a:moveTo>
                  <a:pt x="7245" y="0"/>
                </a:moveTo>
                <a:lnTo>
                  <a:pt x="7282" y="0"/>
                </a:lnTo>
                <a:lnTo>
                  <a:pt x="7282" y="37"/>
                </a:lnTo>
                <a:lnTo>
                  <a:pt x="7245" y="37"/>
                </a:lnTo>
                <a:lnTo>
                  <a:pt x="7245" y="0"/>
                </a:lnTo>
                <a:moveTo>
                  <a:pt x="7318" y="0"/>
                </a:moveTo>
                <a:lnTo>
                  <a:pt x="7354" y="0"/>
                </a:lnTo>
                <a:lnTo>
                  <a:pt x="7354" y="37"/>
                </a:lnTo>
                <a:lnTo>
                  <a:pt x="7318" y="37"/>
                </a:lnTo>
                <a:lnTo>
                  <a:pt x="7318" y="0"/>
                </a:lnTo>
                <a:moveTo>
                  <a:pt x="7390" y="0"/>
                </a:moveTo>
                <a:lnTo>
                  <a:pt x="7426" y="0"/>
                </a:lnTo>
                <a:lnTo>
                  <a:pt x="7426" y="37"/>
                </a:lnTo>
                <a:lnTo>
                  <a:pt x="7390" y="37"/>
                </a:lnTo>
                <a:lnTo>
                  <a:pt x="7390" y="0"/>
                </a:lnTo>
                <a:moveTo>
                  <a:pt x="7463" y="0"/>
                </a:moveTo>
                <a:lnTo>
                  <a:pt x="7499" y="0"/>
                </a:lnTo>
                <a:lnTo>
                  <a:pt x="7499" y="37"/>
                </a:lnTo>
                <a:lnTo>
                  <a:pt x="7463" y="37"/>
                </a:lnTo>
                <a:lnTo>
                  <a:pt x="7463" y="0"/>
                </a:lnTo>
                <a:moveTo>
                  <a:pt x="7535" y="0"/>
                </a:moveTo>
                <a:lnTo>
                  <a:pt x="7571" y="0"/>
                </a:lnTo>
                <a:lnTo>
                  <a:pt x="7571" y="37"/>
                </a:lnTo>
                <a:lnTo>
                  <a:pt x="7535" y="37"/>
                </a:lnTo>
                <a:lnTo>
                  <a:pt x="7535" y="0"/>
                </a:lnTo>
                <a:moveTo>
                  <a:pt x="7608" y="0"/>
                </a:moveTo>
                <a:lnTo>
                  <a:pt x="7644" y="0"/>
                </a:lnTo>
                <a:lnTo>
                  <a:pt x="7644" y="37"/>
                </a:lnTo>
                <a:lnTo>
                  <a:pt x="7608" y="37"/>
                </a:lnTo>
                <a:lnTo>
                  <a:pt x="7608" y="0"/>
                </a:lnTo>
                <a:moveTo>
                  <a:pt x="7680" y="0"/>
                </a:moveTo>
                <a:lnTo>
                  <a:pt x="7716" y="0"/>
                </a:lnTo>
                <a:lnTo>
                  <a:pt x="7716" y="37"/>
                </a:lnTo>
                <a:lnTo>
                  <a:pt x="7680" y="37"/>
                </a:lnTo>
                <a:lnTo>
                  <a:pt x="7680" y="0"/>
                </a:lnTo>
                <a:moveTo>
                  <a:pt x="7753" y="0"/>
                </a:moveTo>
                <a:lnTo>
                  <a:pt x="7789" y="0"/>
                </a:lnTo>
                <a:lnTo>
                  <a:pt x="7789" y="37"/>
                </a:lnTo>
                <a:lnTo>
                  <a:pt x="7753" y="37"/>
                </a:lnTo>
                <a:lnTo>
                  <a:pt x="7753" y="0"/>
                </a:lnTo>
                <a:moveTo>
                  <a:pt x="7825" y="0"/>
                </a:moveTo>
                <a:lnTo>
                  <a:pt x="7861" y="0"/>
                </a:lnTo>
                <a:lnTo>
                  <a:pt x="7861" y="37"/>
                </a:lnTo>
                <a:lnTo>
                  <a:pt x="7825" y="37"/>
                </a:lnTo>
                <a:lnTo>
                  <a:pt x="7825" y="0"/>
                </a:lnTo>
                <a:moveTo>
                  <a:pt x="7897" y="0"/>
                </a:moveTo>
                <a:lnTo>
                  <a:pt x="7934" y="0"/>
                </a:lnTo>
                <a:lnTo>
                  <a:pt x="7934" y="37"/>
                </a:lnTo>
                <a:lnTo>
                  <a:pt x="7897" y="37"/>
                </a:lnTo>
                <a:lnTo>
                  <a:pt x="7897" y="0"/>
                </a:lnTo>
                <a:moveTo>
                  <a:pt x="7970" y="0"/>
                </a:moveTo>
                <a:lnTo>
                  <a:pt x="8006" y="0"/>
                </a:lnTo>
                <a:lnTo>
                  <a:pt x="8006" y="37"/>
                </a:lnTo>
                <a:lnTo>
                  <a:pt x="7970" y="37"/>
                </a:lnTo>
                <a:lnTo>
                  <a:pt x="7970" y="0"/>
                </a:lnTo>
                <a:moveTo>
                  <a:pt x="8042" y="0"/>
                </a:moveTo>
                <a:lnTo>
                  <a:pt x="8079" y="0"/>
                </a:lnTo>
                <a:lnTo>
                  <a:pt x="8079" y="37"/>
                </a:lnTo>
                <a:lnTo>
                  <a:pt x="8042" y="37"/>
                </a:lnTo>
                <a:lnTo>
                  <a:pt x="8042" y="0"/>
                </a:lnTo>
                <a:moveTo>
                  <a:pt x="8115" y="0"/>
                </a:moveTo>
                <a:lnTo>
                  <a:pt x="8151" y="0"/>
                </a:lnTo>
                <a:lnTo>
                  <a:pt x="8151" y="37"/>
                </a:lnTo>
                <a:lnTo>
                  <a:pt x="8115" y="37"/>
                </a:lnTo>
                <a:lnTo>
                  <a:pt x="8115" y="0"/>
                </a:lnTo>
                <a:moveTo>
                  <a:pt x="8187" y="0"/>
                </a:moveTo>
                <a:lnTo>
                  <a:pt x="8223" y="0"/>
                </a:lnTo>
                <a:lnTo>
                  <a:pt x="8223" y="37"/>
                </a:lnTo>
                <a:lnTo>
                  <a:pt x="8187" y="37"/>
                </a:lnTo>
                <a:lnTo>
                  <a:pt x="8187" y="0"/>
                </a:lnTo>
                <a:moveTo>
                  <a:pt x="8260" y="0"/>
                </a:moveTo>
                <a:lnTo>
                  <a:pt x="8296" y="0"/>
                </a:lnTo>
                <a:lnTo>
                  <a:pt x="8296" y="37"/>
                </a:lnTo>
                <a:lnTo>
                  <a:pt x="8260" y="37"/>
                </a:lnTo>
                <a:lnTo>
                  <a:pt x="8260" y="0"/>
                </a:lnTo>
                <a:moveTo>
                  <a:pt x="8332" y="0"/>
                </a:moveTo>
                <a:lnTo>
                  <a:pt x="8368" y="0"/>
                </a:lnTo>
                <a:lnTo>
                  <a:pt x="8368" y="37"/>
                </a:lnTo>
                <a:lnTo>
                  <a:pt x="8332" y="37"/>
                </a:lnTo>
                <a:lnTo>
                  <a:pt x="8332" y="0"/>
                </a:lnTo>
                <a:moveTo>
                  <a:pt x="8405" y="0"/>
                </a:moveTo>
                <a:lnTo>
                  <a:pt x="8441" y="0"/>
                </a:lnTo>
                <a:lnTo>
                  <a:pt x="8441" y="37"/>
                </a:lnTo>
                <a:lnTo>
                  <a:pt x="8405" y="37"/>
                </a:lnTo>
                <a:lnTo>
                  <a:pt x="8405" y="0"/>
                </a:lnTo>
                <a:moveTo>
                  <a:pt x="8477" y="0"/>
                </a:moveTo>
                <a:lnTo>
                  <a:pt x="8513" y="0"/>
                </a:lnTo>
                <a:lnTo>
                  <a:pt x="8513" y="37"/>
                </a:lnTo>
                <a:lnTo>
                  <a:pt x="8477" y="37"/>
                </a:lnTo>
                <a:lnTo>
                  <a:pt x="8477" y="0"/>
                </a:lnTo>
                <a:moveTo>
                  <a:pt x="8549" y="0"/>
                </a:moveTo>
                <a:lnTo>
                  <a:pt x="8586" y="0"/>
                </a:lnTo>
                <a:lnTo>
                  <a:pt x="8586" y="37"/>
                </a:lnTo>
                <a:lnTo>
                  <a:pt x="8549" y="37"/>
                </a:lnTo>
                <a:lnTo>
                  <a:pt x="8549" y="0"/>
                </a:lnTo>
                <a:moveTo>
                  <a:pt x="8622" y="0"/>
                </a:moveTo>
                <a:lnTo>
                  <a:pt x="8658" y="0"/>
                </a:lnTo>
                <a:lnTo>
                  <a:pt x="8658" y="37"/>
                </a:lnTo>
                <a:lnTo>
                  <a:pt x="8622" y="37"/>
                </a:lnTo>
                <a:lnTo>
                  <a:pt x="8622" y="0"/>
                </a:lnTo>
                <a:moveTo>
                  <a:pt x="8694" y="0"/>
                </a:moveTo>
                <a:lnTo>
                  <a:pt x="8731" y="0"/>
                </a:lnTo>
                <a:lnTo>
                  <a:pt x="8731" y="37"/>
                </a:lnTo>
                <a:lnTo>
                  <a:pt x="8694" y="37"/>
                </a:lnTo>
                <a:lnTo>
                  <a:pt x="8694" y="0"/>
                </a:lnTo>
                <a:moveTo>
                  <a:pt x="8767" y="0"/>
                </a:moveTo>
                <a:lnTo>
                  <a:pt x="8803" y="0"/>
                </a:lnTo>
                <a:lnTo>
                  <a:pt x="8803" y="37"/>
                </a:lnTo>
                <a:lnTo>
                  <a:pt x="8767" y="37"/>
                </a:lnTo>
                <a:lnTo>
                  <a:pt x="8767" y="0"/>
                </a:lnTo>
                <a:moveTo>
                  <a:pt x="8839" y="0"/>
                </a:moveTo>
                <a:lnTo>
                  <a:pt x="8876" y="0"/>
                </a:lnTo>
                <a:lnTo>
                  <a:pt x="8876" y="37"/>
                </a:lnTo>
                <a:lnTo>
                  <a:pt x="8839" y="37"/>
                </a:lnTo>
                <a:lnTo>
                  <a:pt x="8839" y="0"/>
                </a:lnTo>
                <a:moveTo>
                  <a:pt x="8912" y="0"/>
                </a:moveTo>
                <a:lnTo>
                  <a:pt x="8948" y="0"/>
                </a:lnTo>
                <a:lnTo>
                  <a:pt x="8948" y="37"/>
                </a:lnTo>
                <a:lnTo>
                  <a:pt x="8912" y="37"/>
                </a:lnTo>
                <a:lnTo>
                  <a:pt x="8912" y="0"/>
                </a:lnTo>
                <a:moveTo>
                  <a:pt x="8984" y="0"/>
                </a:moveTo>
                <a:lnTo>
                  <a:pt x="9020" y="0"/>
                </a:lnTo>
                <a:lnTo>
                  <a:pt x="9020" y="37"/>
                </a:lnTo>
                <a:lnTo>
                  <a:pt x="8984" y="37"/>
                </a:lnTo>
                <a:lnTo>
                  <a:pt x="8984" y="0"/>
                </a:lnTo>
                <a:moveTo>
                  <a:pt x="9057" y="0"/>
                </a:moveTo>
                <a:lnTo>
                  <a:pt x="9093" y="0"/>
                </a:lnTo>
                <a:lnTo>
                  <a:pt x="9093" y="37"/>
                </a:lnTo>
                <a:lnTo>
                  <a:pt x="9057" y="37"/>
                </a:lnTo>
                <a:lnTo>
                  <a:pt x="9057" y="0"/>
                </a:lnTo>
                <a:moveTo>
                  <a:pt x="9129" y="0"/>
                </a:moveTo>
                <a:lnTo>
                  <a:pt x="9165" y="0"/>
                </a:lnTo>
                <a:lnTo>
                  <a:pt x="9165" y="37"/>
                </a:lnTo>
                <a:lnTo>
                  <a:pt x="9129" y="37"/>
                </a:lnTo>
                <a:lnTo>
                  <a:pt x="9129" y="0"/>
                </a:lnTo>
                <a:moveTo>
                  <a:pt x="9202" y="0"/>
                </a:moveTo>
                <a:lnTo>
                  <a:pt x="9238" y="0"/>
                </a:lnTo>
                <a:lnTo>
                  <a:pt x="9238" y="37"/>
                </a:lnTo>
                <a:lnTo>
                  <a:pt x="9202" y="37"/>
                </a:lnTo>
                <a:lnTo>
                  <a:pt x="9202" y="0"/>
                </a:lnTo>
                <a:moveTo>
                  <a:pt x="9274" y="0"/>
                </a:moveTo>
                <a:lnTo>
                  <a:pt x="9310" y="0"/>
                </a:lnTo>
                <a:lnTo>
                  <a:pt x="9310" y="37"/>
                </a:lnTo>
                <a:lnTo>
                  <a:pt x="9274" y="37"/>
                </a:lnTo>
                <a:lnTo>
                  <a:pt x="9274" y="0"/>
                </a:lnTo>
                <a:moveTo>
                  <a:pt x="9346" y="0"/>
                </a:moveTo>
                <a:lnTo>
                  <a:pt x="9383" y="0"/>
                </a:lnTo>
                <a:lnTo>
                  <a:pt x="9383" y="37"/>
                </a:lnTo>
                <a:lnTo>
                  <a:pt x="9346" y="37"/>
                </a:lnTo>
                <a:lnTo>
                  <a:pt x="9346" y="0"/>
                </a:lnTo>
                <a:moveTo>
                  <a:pt x="9420" y="0"/>
                </a:moveTo>
                <a:lnTo>
                  <a:pt x="9456" y="0"/>
                </a:lnTo>
                <a:lnTo>
                  <a:pt x="9456" y="37"/>
                </a:lnTo>
                <a:lnTo>
                  <a:pt x="9420" y="37"/>
                </a:lnTo>
                <a:lnTo>
                  <a:pt x="9420" y="0"/>
                </a:lnTo>
                <a:moveTo>
                  <a:pt x="9492" y="0"/>
                </a:moveTo>
                <a:lnTo>
                  <a:pt x="9529" y="0"/>
                </a:lnTo>
                <a:lnTo>
                  <a:pt x="9529" y="37"/>
                </a:lnTo>
                <a:lnTo>
                  <a:pt x="9492" y="37"/>
                </a:lnTo>
                <a:lnTo>
                  <a:pt x="9492" y="0"/>
                </a:lnTo>
                <a:moveTo>
                  <a:pt x="9565" y="0"/>
                </a:moveTo>
                <a:lnTo>
                  <a:pt x="9601" y="0"/>
                </a:lnTo>
                <a:lnTo>
                  <a:pt x="9601" y="37"/>
                </a:lnTo>
                <a:lnTo>
                  <a:pt x="9565" y="37"/>
                </a:lnTo>
                <a:lnTo>
                  <a:pt x="9565" y="0"/>
                </a:lnTo>
                <a:moveTo>
                  <a:pt x="9637" y="0"/>
                </a:moveTo>
                <a:lnTo>
                  <a:pt x="9673" y="0"/>
                </a:lnTo>
                <a:lnTo>
                  <a:pt x="9673" y="37"/>
                </a:lnTo>
                <a:lnTo>
                  <a:pt x="9637" y="37"/>
                </a:lnTo>
                <a:lnTo>
                  <a:pt x="9637" y="0"/>
                </a:lnTo>
                <a:moveTo>
                  <a:pt x="9710" y="0"/>
                </a:moveTo>
                <a:lnTo>
                  <a:pt x="9746" y="0"/>
                </a:lnTo>
                <a:lnTo>
                  <a:pt x="9746" y="37"/>
                </a:lnTo>
                <a:lnTo>
                  <a:pt x="9710" y="37"/>
                </a:lnTo>
                <a:lnTo>
                  <a:pt x="9710" y="0"/>
                </a:lnTo>
                <a:moveTo>
                  <a:pt x="9782" y="0"/>
                </a:moveTo>
                <a:lnTo>
                  <a:pt x="9818" y="0"/>
                </a:lnTo>
                <a:lnTo>
                  <a:pt x="9818" y="37"/>
                </a:lnTo>
                <a:lnTo>
                  <a:pt x="9782" y="37"/>
                </a:lnTo>
                <a:lnTo>
                  <a:pt x="9782" y="0"/>
                </a:lnTo>
                <a:moveTo>
                  <a:pt x="9855" y="0"/>
                </a:moveTo>
                <a:lnTo>
                  <a:pt x="9891" y="0"/>
                </a:lnTo>
                <a:lnTo>
                  <a:pt x="9891" y="37"/>
                </a:lnTo>
                <a:lnTo>
                  <a:pt x="9855" y="37"/>
                </a:lnTo>
                <a:lnTo>
                  <a:pt x="9855" y="0"/>
                </a:lnTo>
                <a:moveTo>
                  <a:pt x="9927" y="0"/>
                </a:moveTo>
                <a:lnTo>
                  <a:pt x="9963" y="0"/>
                </a:lnTo>
                <a:lnTo>
                  <a:pt x="9963" y="37"/>
                </a:lnTo>
                <a:lnTo>
                  <a:pt x="9927" y="37"/>
                </a:lnTo>
                <a:lnTo>
                  <a:pt x="9927" y="0"/>
                </a:lnTo>
                <a:moveTo>
                  <a:pt x="10000" y="0"/>
                </a:moveTo>
                <a:lnTo>
                  <a:pt x="10036" y="0"/>
                </a:lnTo>
                <a:lnTo>
                  <a:pt x="10036" y="37"/>
                </a:lnTo>
                <a:lnTo>
                  <a:pt x="10000" y="37"/>
                </a:lnTo>
                <a:lnTo>
                  <a:pt x="10000" y="0"/>
                </a:lnTo>
                <a:moveTo>
                  <a:pt x="10072" y="0"/>
                </a:moveTo>
                <a:lnTo>
                  <a:pt x="10108" y="0"/>
                </a:lnTo>
                <a:lnTo>
                  <a:pt x="10108" y="37"/>
                </a:lnTo>
                <a:lnTo>
                  <a:pt x="10072" y="37"/>
                </a:lnTo>
                <a:lnTo>
                  <a:pt x="10072" y="0"/>
                </a:lnTo>
                <a:moveTo>
                  <a:pt x="10144" y="0"/>
                </a:moveTo>
                <a:lnTo>
                  <a:pt x="10181" y="0"/>
                </a:lnTo>
                <a:lnTo>
                  <a:pt x="10181" y="37"/>
                </a:lnTo>
                <a:lnTo>
                  <a:pt x="10144" y="37"/>
                </a:lnTo>
                <a:lnTo>
                  <a:pt x="10144" y="0"/>
                </a:lnTo>
                <a:moveTo>
                  <a:pt x="10217" y="0"/>
                </a:moveTo>
                <a:lnTo>
                  <a:pt x="10253" y="0"/>
                </a:lnTo>
                <a:lnTo>
                  <a:pt x="10253" y="37"/>
                </a:lnTo>
                <a:lnTo>
                  <a:pt x="10217" y="37"/>
                </a:lnTo>
                <a:lnTo>
                  <a:pt x="10217" y="0"/>
                </a:lnTo>
                <a:moveTo>
                  <a:pt x="10289" y="0"/>
                </a:moveTo>
                <a:lnTo>
                  <a:pt x="10326" y="0"/>
                </a:lnTo>
                <a:lnTo>
                  <a:pt x="10326" y="37"/>
                </a:lnTo>
                <a:lnTo>
                  <a:pt x="10289" y="37"/>
                </a:lnTo>
                <a:lnTo>
                  <a:pt x="10289" y="0"/>
                </a:lnTo>
                <a:moveTo>
                  <a:pt x="10362" y="0"/>
                </a:moveTo>
                <a:lnTo>
                  <a:pt x="10398" y="0"/>
                </a:lnTo>
                <a:lnTo>
                  <a:pt x="10398" y="37"/>
                </a:lnTo>
                <a:lnTo>
                  <a:pt x="10362" y="37"/>
                </a:lnTo>
                <a:lnTo>
                  <a:pt x="10362" y="0"/>
                </a:lnTo>
                <a:moveTo>
                  <a:pt x="10434" y="0"/>
                </a:moveTo>
                <a:lnTo>
                  <a:pt x="10470" y="0"/>
                </a:lnTo>
                <a:lnTo>
                  <a:pt x="10470" y="37"/>
                </a:lnTo>
                <a:lnTo>
                  <a:pt x="10434" y="37"/>
                </a:lnTo>
                <a:lnTo>
                  <a:pt x="10434" y="0"/>
                </a:lnTo>
                <a:moveTo>
                  <a:pt x="10507" y="0"/>
                </a:moveTo>
                <a:lnTo>
                  <a:pt x="10543" y="0"/>
                </a:lnTo>
                <a:lnTo>
                  <a:pt x="10543" y="37"/>
                </a:lnTo>
                <a:lnTo>
                  <a:pt x="10507" y="37"/>
                </a:lnTo>
                <a:lnTo>
                  <a:pt x="10507" y="0"/>
                </a:lnTo>
                <a:moveTo>
                  <a:pt x="10579" y="0"/>
                </a:moveTo>
                <a:lnTo>
                  <a:pt x="10615" y="0"/>
                </a:lnTo>
                <a:lnTo>
                  <a:pt x="10615" y="37"/>
                </a:lnTo>
                <a:lnTo>
                  <a:pt x="10579" y="37"/>
                </a:lnTo>
                <a:lnTo>
                  <a:pt x="10579" y="0"/>
                </a:lnTo>
                <a:moveTo>
                  <a:pt x="10652" y="0"/>
                </a:moveTo>
                <a:lnTo>
                  <a:pt x="10688" y="0"/>
                </a:lnTo>
                <a:lnTo>
                  <a:pt x="10688" y="37"/>
                </a:lnTo>
                <a:lnTo>
                  <a:pt x="10652" y="37"/>
                </a:lnTo>
                <a:lnTo>
                  <a:pt x="10652" y="0"/>
                </a:lnTo>
                <a:moveTo>
                  <a:pt x="10724" y="0"/>
                </a:moveTo>
                <a:lnTo>
                  <a:pt x="10760" y="0"/>
                </a:lnTo>
                <a:lnTo>
                  <a:pt x="10760" y="37"/>
                </a:lnTo>
                <a:lnTo>
                  <a:pt x="10724" y="37"/>
                </a:lnTo>
                <a:lnTo>
                  <a:pt x="10724" y="0"/>
                </a:lnTo>
                <a:moveTo>
                  <a:pt x="10796" y="0"/>
                </a:moveTo>
                <a:lnTo>
                  <a:pt x="10833" y="0"/>
                </a:lnTo>
                <a:lnTo>
                  <a:pt x="10833" y="37"/>
                </a:lnTo>
                <a:lnTo>
                  <a:pt x="10796" y="37"/>
                </a:lnTo>
                <a:lnTo>
                  <a:pt x="10796" y="0"/>
                </a:lnTo>
                <a:moveTo>
                  <a:pt x="10869" y="0"/>
                </a:moveTo>
                <a:lnTo>
                  <a:pt x="10905" y="0"/>
                </a:lnTo>
                <a:lnTo>
                  <a:pt x="10905" y="37"/>
                </a:lnTo>
                <a:lnTo>
                  <a:pt x="10869" y="37"/>
                </a:lnTo>
                <a:lnTo>
                  <a:pt x="10869" y="0"/>
                </a:lnTo>
                <a:moveTo>
                  <a:pt x="10941" y="0"/>
                </a:moveTo>
                <a:lnTo>
                  <a:pt x="10978" y="0"/>
                </a:lnTo>
                <a:lnTo>
                  <a:pt x="10978" y="37"/>
                </a:lnTo>
                <a:lnTo>
                  <a:pt x="10941" y="37"/>
                </a:lnTo>
                <a:lnTo>
                  <a:pt x="10941" y="0"/>
                </a:lnTo>
                <a:moveTo>
                  <a:pt x="11014" y="0"/>
                </a:moveTo>
                <a:lnTo>
                  <a:pt x="11050" y="0"/>
                </a:lnTo>
                <a:lnTo>
                  <a:pt x="11050" y="37"/>
                </a:lnTo>
                <a:lnTo>
                  <a:pt x="11014" y="37"/>
                </a:lnTo>
                <a:lnTo>
                  <a:pt x="11014" y="0"/>
                </a:lnTo>
                <a:moveTo>
                  <a:pt x="11086" y="0"/>
                </a:moveTo>
                <a:lnTo>
                  <a:pt x="11123" y="0"/>
                </a:lnTo>
                <a:lnTo>
                  <a:pt x="11123" y="37"/>
                </a:lnTo>
                <a:lnTo>
                  <a:pt x="11086" y="37"/>
                </a:lnTo>
                <a:lnTo>
                  <a:pt x="11086" y="0"/>
                </a:lnTo>
                <a:moveTo>
                  <a:pt x="11159" y="0"/>
                </a:moveTo>
                <a:lnTo>
                  <a:pt x="11195" y="0"/>
                </a:lnTo>
                <a:lnTo>
                  <a:pt x="11195" y="37"/>
                </a:lnTo>
                <a:lnTo>
                  <a:pt x="11159" y="37"/>
                </a:lnTo>
                <a:lnTo>
                  <a:pt x="11159" y="0"/>
                </a:lnTo>
                <a:moveTo>
                  <a:pt x="11231" y="0"/>
                </a:moveTo>
                <a:lnTo>
                  <a:pt x="11267" y="0"/>
                </a:lnTo>
                <a:lnTo>
                  <a:pt x="11267" y="37"/>
                </a:lnTo>
                <a:lnTo>
                  <a:pt x="11231" y="37"/>
                </a:lnTo>
                <a:lnTo>
                  <a:pt x="11231" y="0"/>
                </a:lnTo>
                <a:moveTo>
                  <a:pt x="11304" y="0"/>
                </a:moveTo>
                <a:lnTo>
                  <a:pt x="11340" y="0"/>
                </a:lnTo>
                <a:lnTo>
                  <a:pt x="11340" y="37"/>
                </a:lnTo>
                <a:lnTo>
                  <a:pt x="11304" y="37"/>
                </a:lnTo>
                <a:lnTo>
                  <a:pt x="11304" y="0"/>
                </a:lnTo>
                <a:moveTo>
                  <a:pt x="11376" y="0"/>
                </a:moveTo>
                <a:lnTo>
                  <a:pt x="11412" y="0"/>
                </a:lnTo>
                <a:lnTo>
                  <a:pt x="11412" y="37"/>
                </a:lnTo>
                <a:lnTo>
                  <a:pt x="11376" y="37"/>
                </a:lnTo>
                <a:lnTo>
                  <a:pt x="11376" y="0"/>
                </a:lnTo>
                <a:moveTo>
                  <a:pt x="11449" y="0"/>
                </a:moveTo>
                <a:lnTo>
                  <a:pt x="11485" y="0"/>
                </a:lnTo>
                <a:lnTo>
                  <a:pt x="11485" y="37"/>
                </a:lnTo>
                <a:lnTo>
                  <a:pt x="11449" y="37"/>
                </a:lnTo>
                <a:lnTo>
                  <a:pt x="11449" y="0"/>
                </a:lnTo>
                <a:moveTo>
                  <a:pt x="11521" y="0"/>
                </a:moveTo>
                <a:lnTo>
                  <a:pt x="11557" y="0"/>
                </a:lnTo>
                <a:lnTo>
                  <a:pt x="11557" y="37"/>
                </a:lnTo>
                <a:lnTo>
                  <a:pt x="11521" y="37"/>
                </a:lnTo>
                <a:lnTo>
                  <a:pt x="11521" y="0"/>
                </a:lnTo>
                <a:moveTo>
                  <a:pt x="11593" y="0"/>
                </a:moveTo>
                <a:lnTo>
                  <a:pt x="11630" y="0"/>
                </a:lnTo>
                <a:lnTo>
                  <a:pt x="11630" y="37"/>
                </a:lnTo>
                <a:lnTo>
                  <a:pt x="11593" y="37"/>
                </a:lnTo>
                <a:lnTo>
                  <a:pt x="11593" y="0"/>
                </a:lnTo>
                <a:moveTo>
                  <a:pt x="11666" y="0"/>
                </a:moveTo>
                <a:lnTo>
                  <a:pt x="11702" y="0"/>
                </a:lnTo>
                <a:lnTo>
                  <a:pt x="11702" y="37"/>
                </a:lnTo>
                <a:lnTo>
                  <a:pt x="11666" y="37"/>
                </a:lnTo>
                <a:lnTo>
                  <a:pt x="11666" y="0"/>
                </a:lnTo>
                <a:moveTo>
                  <a:pt x="11738" y="0"/>
                </a:moveTo>
                <a:lnTo>
                  <a:pt x="11775" y="0"/>
                </a:lnTo>
                <a:lnTo>
                  <a:pt x="11775" y="37"/>
                </a:lnTo>
                <a:lnTo>
                  <a:pt x="11738" y="37"/>
                </a:lnTo>
                <a:lnTo>
                  <a:pt x="11738" y="0"/>
                </a:lnTo>
                <a:moveTo>
                  <a:pt x="11811" y="0"/>
                </a:moveTo>
                <a:lnTo>
                  <a:pt x="11847" y="0"/>
                </a:lnTo>
                <a:lnTo>
                  <a:pt x="11847" y="37"/>
                </a:lnTo>
                <a:lnTo>
                  <a:pt x="11811" y="37"/>
                </a:lnTo>
                <a:lnTo>
                  <a:pt x="11811" y="0"/>
                </a:lnTo>
                <a:moveTo>
                  <a:pt x="11883" y="0"/>
                </a:moveTo>
                <a:lnTo>
                  <a:pt x="11919" y="0"/>
                </a:lnTo>
                <a:lnTo>
                  <a:pt x="11919" y="37"/>
                </a:lnTo>
                <a:lnTo>
                  <a:pt x="11883" y="37"/>
                </a:lnTo>
                <a:lnTo>
                  <a:pt x="11883" y="0"/>
                </a:lnTo>
                <a:moveTo>
                  <a:pt x="11956" y="0"/>
                </a:moveTo>
                <a:lnTo>
                  <a:pt x="11992" y="0"/>
                </a:lnTo>
                <a:lnTo>
                  <a:pt x="11992" y="37"/>
                </a:lnTo>
                <a:lnTo>
                  <a:pt x="11956" y="37"/>
                </a:lnTo>
                <a:lnTo>
                  <a:pt x="11956" y="0"/>
                </a:lnTo>
                <a:moveTo>
                  <a:pt x="12028" y="0"/>
                </a:moveTo>
                <a:lnTo>
                  <a:pt x="12064" y="0"/>
                </a:lnTo>
                <a:lnTo>
                  <a:pt x="12064" y="37"/>
                </a:lnTo>
                <a:lnTo>
                  <a:pt x="12028" y="37"/>
                </a:lnTo>
                <a:lnTo>
                  <a:pt x="12028" y="0"/>
                </a:lnTo>
                <a:moveTo>
                  <a:pt x="12101" y="0"/>
                </a:moveTo>
                <a:lnTo>
                  <a:pt x="12137" y="0"/>
                </a:lnTo>
                <a:lnTo>
                  <a:pt x="12137" y="37"/>
                </a:lnTo>
                <a:lnTo>
                  <a:pt x="12101" y="37"/>
                </a:lnTo>
                <a:lnTo>
                  <a:pt x="12101" y="0"/>
                </a:lnTo>
                <a:moveTo>
                  <a:pt x="12173" y="0"/>
                </a:moveTo>
                <a:lnTo>
                  <a:pt x="12209" y="0"/>
                </a:lnTo>
                <a:lnTo>
                  <a:pt x="12209" y="37"/>
                </a:lnTo>
                <a:lnTo>
                  <a:pt x="12173" y="37"/>
                </a:lnTo>
                <a:lnTo>
                  <a:pt x="12173" y="0"/>
                </a:lnTo>
                <a:moveTo>
                  <a:pt x="12246" y="0"/>
                </a:moveTo>
                <a:lnTo>
                  <a:pt x="12282" y="0"/>
                </a:lnTo>
                <a:lnTo>
                  <a:pt x="12282" y="37"/>
                </a:lnTo>
                <a:lnTo>
                  <a:pt x="12246" y="37"/>
                </a:lnTo>
                <a:lnTo>
                  <a:pt x="12246" y="0"/>
                </a:lnTo>
                <a:moveTo>
                  <a:pt x="12318" y="0"/>
                </a:moveTo>
                <a:lnTo>
                  <a:pt x="12354" y="0"/>
                </a:lnTo>
                <a:lnTo>
                  <a:pt x="12354" y="37"/>
                </a:lnTo>
                <a:lnTo>
                  <a:pt x="12318" y="37"/>
                </a:lnTo>
                <a:lnTo>
                  <a:pt x="12318" y="0"/>
                </a:lnTo>
                <a:moveTo>
                  <a:pt x="12390" y="0"/>
                </a:moveTo>
                <a:lnTo>
                  <a:pt x="12427" y="0"/>
                </a:lnTo>
                <a:lnTo>
                  <a:pt x="12427" y="37"/>
                </a:lnTo>
                <a:lnTo>
                  <a:pt x="12390" y="37"/>
                </a:lnTo>
                <a:lnTo>
                  <a:pt x="12390" y="0"/>
                </a:lnTo>
                <a:moveTo>
                  <a:pt x="12463" y="0"/>
                </a:moveTo>
                <a:lnTo>
                  <a:pt x="12499" y="0"/>
                </a:lnTo>
                <a:lnTo>
                  <a:pt x="12499" y="37"/>
                </a:lnTo>
                <a:lnTo>
                  <a:pt x="12463" y="37"/>
                </a:lnTo>
                <a:lnTo>
                  <a:pt x="12463" y="0"/>
                </a:lnTo>
                <a:moveTo>
                  <a:pt x="12535" y="0"/>
                </a:moveTo>
                <a:lnTo>
                  <a:pt x="12572" y="0"/>
                </a:lnTo>
                <a:lnTo>
                  <a:pt x="12572" y="37"/>
                </a:lnTo>
                <a:lnTo>
                  <a:pt x="12535" y="37"/>
                </a:lnTo>
                <a:lnTo>
                  <a:pt x="12535" y="0"/>
                </a:lnTo>
                <a:moveTo>
                  <a:pt x="12608" y="0"/>
                </a:moveTo>
                <a:lnTo>
                  <a:pt x="12644" y="0"/>
                </a:lnTo>
                <a:lnTo>
                  <a:pt x="12644" y="37"/>
                </a:lnTo>
                <a:lnTo>
                  <a:pt x="12608" y="37"/>
                </a:lnTo>
                <a:lnTo>
                  <a:pt x="12608" y="0"/>
                </a:lnTo>
                <a:moveTo>
                  <a:pt x="12680" y="0"/>
                </a:moveTo>
                <a:lnTo>
                  <a:pt x="12716" y="0"/>
                </a:lnTo>
                <a:lnTo>
                  <a:pt x="12716" y="37"/>
                </a:lnTo>
                <a:lnTo>
                  <a:pt x="12680" y="37"/>
                </a:lnTo>
                <a:lnTo>
                  <a:pt x="12680" y="0"/>
                </a:lnTo>
                <a:moveTo>
                  <a:pt x="12753" y="0"/>
                </a:moveTo>
                <a:lnTo>
                  <a:pt x="12771" y="0"/>
                </a:lnTo>
                <a:lnTo>
                  <a:pt x="12771" y="37"/>
                </a:lnTo>
                <a:lnTo>
                  <a:pt x="12753" y="37"/>
                </a:lnTo>
                <a:lnTo>
                  <a:pt x="12753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8107560" y="3143880"/>
            <a:ext cx="13320" cy="3714120"/>
          </a:xfrm>
          <a:custGeom>
            <a:avLst/>
            <a:gdLst/>
            <a:ahLst/>
            <a:rect l="0" t="0" r="r" b="b"/>
            <a:pathLst>
              <a:path w="37" h="10317">
                <a:moveTo>
                  <a:pt x="37" y="0"/>
                </a:moveTo>
                <a:lnTo>
                  <a:pt x="37" y="36"/>
                </a:lnTo>
                <a:lnTo>
                  <a:pt x="0" y="36"/>
                </a:lnTo>
                <a:lnTo>
                  <a:pt x="0" y="0"/>
                </a:lnTo>
                <a:lnTo>
                  <a:pt x="37" y="0"/>
                </a:lnTo>
                <a:moveTo>
                  <a:pt x="37" y="73"/>
                </a:moveTo>
                <a:lnTo>
                  <a:pt x="37" y="109"/>
                </a:lnTo>
                <a:lnTo>
                  <a:pt x="0" y="109"/>
                </a:lnTo>
                <a:lnTo>
                  <a:pt x="0" y="73"/>
                </a:lnTo>
                <a:lnTo>
                  <a:pt x="37" y="73"/>
                </a:lnTo>
                <a:moveTo>
                  <a:pt x="37" y="145"/>
                </a:moveTo>
                <a:lnTo>
                  <a:pt x="37" y="181"/>
                </a:lnTo>
                <a:lnTo>
                  <a:pt x="0" y="181"/>
                </a:lnTo>
                <a:lnTo>
                  <a:pt x="0" y="145"/>
                </a:lnTo>
                <a:lnTo>
                  <a:pt x="37" y="145"/>
                </a:lnTo>
                <a:moveTo>
                  <a:pt x="37" y="217"/>
                </a:moveTo>
                <a:lnTo>
                  <a:pt x="37" y="254"/>
                </a:lnTo>
                <a:lnTo>
                  <a:pt x="0" y="254"/>
                </a:lnTo>
                <a:lnTo>
                  <a:pt x="0" y="217"/>
                </a:lnTo>
                <a:lnTo>
                  <a:pt x="37" y="217"/>
                </a:lnTo>
                <a:moveTo>
                  <a:pt x="37" y="290"/>
                </a:moveTo>
                <a:lnTo>
                  <a:pt x="37" y="326"/>
                </a:lnTo>
                <a:lnTo>
                  <a:pt x="0" y="326"/>
                </a:lnTo>
                <a:lnTo>
                  <a:pt x="0" y="290"/>
                </a:lnTo>
                <a:lnTo>
                  <a:pt x="37" y="290"/>
                </a:lnTo>
                <a:moveTo>
                  <a:pt x="37" y="362"/>
                </a:moveTo>
                <a:lnTo>
                  <a:pt x="37" y="399"/>
                </a:lnTo>
                <a:lnTo>
                  <a:pt x="0" y="399"/>
                </a:lnTo>
                <a:lnTo>
                  <a:pt x="0" y="362"/>
                </a:lnTo>
                <a:lnTo>
                  <a:pt x="37" y="362"/>
                </a:lnTo>
                <a:moveTo>
                  <a:pt x="37" y="435"/>
                </a:moveTo>
                <a:lnTo>
                  <a:pt x="37" y="471"/>
                </a:lnTo>
                <a:lnTo>
                  <a:pt x="0" y="471"/>
                </a:lnTo>
                <a:lnTo>
                  <a:pt x="0" y="435"/>
                </a:lnTo>
                <a:lnTo>
                  <a:pt x="37" y="435"/>
                </a:lnTo>
                <a:moveTo>
                  <a:pt x="37" y="507"/>
                </a:moveTo>
                <a:lnTo>
                  <a:pt x="37" y="543"/>
                </a:lnTo>
                <a:lnTo>
                  <a:pt x="0" y="543"/>
                </a:lnTo>
                <a:lnTo>
                  <a:pt x="0" y="507"/>
                </a:lnTo>
                <a:lnTo>
                  <a:pt x="37" y="507"/>
                </a:lnTo>
                <a:moveTo>
                  <a:pt x="37" y="580"/>
                </a:moveTo>
                <a:lnTo>
                  <a:pt x="37" y="616"/>
                </a:lnTo>
                <a:lnTo>
                  <a:pt x="0" y="616"/>
                </a:lnTo>
                <a:lnTo>
                  <a:pt x="0" y="580"/>
                </a:lnTo>
                <a:lnTo>
                  <a:pt x="37" y="580"/>
                </a:lnTo>
                <a:moveTo>
                  <a:pt x="37" y="652"/>
                </a:moveTo>
                <a:lnTo>
                  <a:pt x="37" y="688"/>
                </a:lnTo>
                <a:lnTo>
                  <a:pt x="0" y="688"/>
                </a:lnTo>
                <a:lnTo>
                  <a:pt x="0" y="652"/>
                </a:lnTo>
                <a:lnTo>
                  <a:pt x="37" y="652"/>
                </a:lnTo>
                <a:moveTo>
                  <a:pt x="37" y="725"/>
                </a:moveTo>
                <a:lnTo>
                  <a:pt x="37" y="761"/>
                </a:lnTo>
                <a:lnTo>
                  <a:pt x="0" y="761"/>
                </a:lnTo>
                <a:lnTo>
                  <a:pt x="0" y="725"/>
                </a:lnTo>
                <a:lnTo>
                  <a:pt x="37" y="725"/>
                </a:lnTo>
                <a:moveTo>
                  <a:pt x="37" y="797"/>
                </a:moveTo>
                <a:lnTo>
                  <a:pt x="37" y="833"/>
                </a:lnTo>
                <a:lnTo>
                  <a:pt x="0" y="833"/>
                </a:lnTo>
                <a:lnTo>
                  <a:pt x="0" y="797"/>
                </a:lnTo>
                <a:lnTo>
                  <a:pt x="37" y="797"/>
                </a:lnTo>
                <a:moveTo>
                  <a:pt x="37" y="870"/>
                </a:moveTo>
                <a:lnTo>
                  <a:pt x="37" y="906"/>
                </a:lnTo>
                <a:lnTo>
                  <a:pt x="0" y="906"/>
                </a:lnTo>
                <a:lnTo>
                  <a:pt x="0" y="870"/>
                </a:lnTo>
                <a:lnTo>
                  <a:pt x="37" y="870"/>
                </a:lnTo>
                <a:moveTo>
                  <a:pt x="37" y="942"/>
                </a:moveTo>
                <a:lnTo>
                  <a:pt x="37" y="978"/>
                </a:lnTo>
                <a:lnTo>
                  <a:pt x="0" y="978"/>
                </a:lnTo>
                <a:lnTo>
                  <a:pt x="0" y="942"/>
                </a:lnTo>
                <a:lnTo>
                  <a:pt x="37" y="942"/>
                </a:lnTo>
                <a:moveTo>
                  <a:pt x="37" y="1014"/>
                </a:moveTo>
                <a:lnTo>
                  <a:pt x="37" y="1051"/>
                </a:lnTo>
                <a:lnTo>
                  <a:pt x="0" y="1051"/>
                </a:lnTo>
                <a:lnTo>
                  <a:pt x="0" y="1014"/>
                </a:lnTo>
                <a:lnTo>
                  <a:pt x="37" y="1014"/>
                </a:lnTo>
                <a:moveTo>
                  <a:pt x="37" y="1087"/>
                </a:moveTo>
                <a:lnTo>
                  <a:pt x="37" y="1123"/>
                </a:lnTo>
                <a:lnTo>
                  <a:pt x="0" y="1123"/>
                </a:lnTo>
                <a:lnTo>
                  <a:pt x="0" y="1087"/>
                </a:lnTo>
                <a:lnTo>
                  <a:pt x="37" y="1087"/>
                </a:lnTo>
                <a:moveTo>
                  <a:pt x="37" y="1159"/>
                </a:moveTo>
                <a:lnTo>
                  <a:pt x="37" y="1196"/>
                </a:lnTo>
                <a:lnTo>
                  <a:pt x="0" y="1196"/>
                </a:lnTo>
                <a:lnTo>
                  <a:pt x="0" y="1159"/>
                </a:lnTo>
                <a:lnTo>
                  <a:pt x="37" y="1159"/>
                </a:lnTo>
                <a:moveTo>
                  <a:pt x="37" y="1232"/>
                </a:moveTo>
                <a:lnTo>
                  <a:pt x="37" y="1268"/>
                </a:lnTo>
                <a:lnTo>
                  <a:pt x="0" y="1268"/>
                </a:lnTo>
                <a:lnTo>
                  <a:pt x="0" y="1232"/>
                </a:lnTo>
                <a:lnTo>
                  <a:pt x="37" y="1232"/>
                </a:lnTo>
                <a:moveTo>
                  <a:pt x="37" y="1304"/>
                </a:moveTo>
                <a:lnTo>
                  <a:pt x="37" y="1340"/>
                </a:lnTo>
                <a:lnTo>
                  <a:pt x="0" y="1340"/>
                </a:lnTo>
                <a:lnTo>
                  <a:pt x="0" y="1304"/>
                </a:lnTo>
                <a:lnTo>
                  <a:pt x="37" y="1304"/>
                </a:lnTo>
                <a:moveTo>
                  <a:pt x="37" y="1377"/>
                </a:moveTo>
                <a:lnTo>
                  <a:pt x="37" y="1413"/>
                </a:lnTo>
                <a:lnTo>
                  <a:pt x="0" y="1413"/>
                </a:lnTo>
                <a:lnTo>
                  <a:pt x="0" y="1377"/>
                </a:lnTo>
                <a:lnTo>
                  <a:pt x="37" y="1377"/>
                </a:lnTo>
                <a:moveTo>
                  <a:pt x="37" y="1449"/>
                </a:moveTo>
                <a:lnTo>
                  <a:pt x="37" y="1485"/>
                </a:lnTo>
                <a:lnTo>
                  <a:pt x="0" y="1485"/>
                </a:lnTo>
                <a:lnTo>
                  <a:pt x="0" y="1449"/>
                </a:lnTo>
                <a:lnTo>
                  <a:pt x="37" y="1449"/>
                </a:lnTo>
                <a:moveTo>
                  <a:pt x="37" y="1522"/>
                </a:moveTo>
                <a:lnTo>
                  <a:pt x="37" y="1558"/>
                </a:lnTo>
                <a:lnTo>
                  <a:pt x="0" y="1558"/>
                </a:lnTo>
                <a:lnTo>
                  <a:pt x="0" y="1522"/>
                </a:lnTo>
                <a:lnTo>
                  <a:pt x="37" y="1522"/>
                </a:lnTo>
                <a:moveTo>
                  <a:pt x="37" y="1594"/>
                </a:moveTo>
                <a:lnTo>
                  <a:pt x="37" y="1630"/>
                </a:lnTo>
                <a:lnTo>
                  <a:pt x="0" y="1630"/>
                </a:lnTo>
                <a:lnTo>
                  <a:pt x="0" y="1594"/>
                </a:lnTo>
                <a:lnTo>
                  <a:pt x="37" y="1594"/>
                </a:lnTo>
                <a:moveTo>
                  <a:pt x="37" y="1666"/>
                </a:moveTo>
                <a:lnTo>
                  <a:pt x="37" y="1703"/>
                </a:lnTo>
                <a:lnTo>
                  <a:pt x="0" y="1703"/>
                </a:lnTo>
                <a:lnTo>
                  <a:pt x="0" y="1666"/>
                </a:lnTo>
                <a:lnTo>
                  <a:pt x="37" y="1666"/>
                </a:lnTo>
                <a:moveTo>
                  <a:pt x="37" y="1739"/>
                </a:moveTo>
                <a:lnTo>
                  <a:pt x="37" y="1775"/>
                </a:lnTo>
                <a:lnTo>
                  <a:pt x="0" y="1775"/>
                </a:lnTo>
                <a:lnTo>
                  <a:pt x="0" y="1739"/>
                </a:lnTo>
                <a:lnTo>
                  <a:pt x="37" y="1739"/>
                </a:lnTo>
                <a:moveTo>
                  <a:pt x="37" y="1811"/>
                </a:moveTo>
                <a:lnTo>
                  <a:pt x="37" y="1848"/>
                </a:lnTo>
                <a:lnTo>
                  <a:pt x="0" y="1848"/>
                </a:lnTo>
                <a:lnTo>
                  <a:pt x="0" y="1811"/>
                </a:lnTo>
                <a:lnTo>
                  <a:pt x="37" y="1811"/>
                </a:lnTo>
                <a:moveTo>
                  <a:pt x="37" y="1884"/>
                </a:moveTo>
                <a:lnTo>
                  <a:pt x="37" y="1920"/>
                </a:lnTo>
                <a:lnTo>
                  <a:pt x="0" y="1920"/>
                </a:lnTo>
                <a:lnTo>
                  <a:pt x="0" y="1884"/>
                </a:lnTo>
                <a:lnTo>
                  <a:pt x="37" y="1884"/>
                </a:lnTo>
                <a:moveTo>
                  <a:pt x="37" y="1956"/>
                </a:moveTo>
                <a:lnTo>
                  <a:pt x="37" y="1992"/>
                </a:lnTo>
                <a:lnTo>
                  <a:pt x="0" y="1992"/>
                </a:lnTo>
                <a:lnTo>
                  <a:pt x="0" y="1956"/>
                </a:lnTo>
                <a:lnTo>
                  <a:pt x="37" y="1956"/>
                </a:lnTo>
                <a:moveTo>
                  <a:pt x="37" y="2029"/>
                </a:moveTo>
                <a:lnTo>
                  <a:pt x="37" y="2065"/>
                </a:lnTo>
                <a:lnTo>
                  <a:pt x="0" y="2065"/>
                </a:lnTo>
                <a:lnTo>
                  <a:pt x="0" y="2029"/>
                </a:lnTo>
                <a:lnTo>
                  <a:pt x="37" y="2029"/>
                </a:lnTo>
                <a:moveTo>
                  <a:pt x="37" y="2101"/>
                </a:moveTo>
                <a:lnTo>
                  <a:pt x="37" y="2137"/>
                </a:lnTo>
                <a:lnTo>
                  <a:pt x="0" y="2137"/>
                </a:lnTo>
                <a:lnTo>
                  <a:pt x="0" y="2101"/>
                </a:lnTo>
                <a:lnTo>
                  <a:pt x="37" y="2101"/>
                </a:lnTo>
                <a:moveTo>
                  <a:pt x="37" y="2174"/>
                </a:moveTo>
                <a:lnTo>
                  <a:pt x="37" y="2210"/>
                </a:lnTo>
                <a:lnTo>
                  <a:pt x="0" y="2210"/>
                </a:lnTo>
                <a:lnTo>
                  <a:pt x="0" y="2174"/>
                </a:lnTo>
                <a:lnTo>
                  <a:pt x="37" y="2174"/>
                </a:lnTo>
                <a:moveTo>
                  <a:pt x="37" y="2246"/>
                </a:moveTo>
                <a:lnTo>
                  <a:pt x="37" y="2282"/>
                </a:lnTo>
                <a:lnTo>
                  <a:pt x="0" y="2282"/>
                </a:lnTo>
                <a:lnTo>
                  <a:pt x="0" y="2246"/>
                </a:lnTo>
                <a:lnTo>
                  <a:pt x="37" y="2246"/>
                </a:lnTo>
                <a:moveTo>
                  <a:pt x="37" y="2319"/>
                </a:moveTo>
                <a:lnTo>
                  <a:pt x="37" y="2355"/>
                </a:lnTo>
                <a:lnTo>
                  <a:pt x="0" y="2355"/>
                </a:lnTo>
                <a:lnTo>
                  <a:pt x="0" y="2319"/>
                </a:lnTo>
                <a:lnTo>
                  <a:pt x="37" y="2319"/>
                </a:lnTo>
                <a:moveTo>
                  <a:pt x="37" y="2391"/>
                </a:moveTo>
                <a:lnTo>
                  <a:pt x="37" y="2427"/>
                </a:lnTo>
                <a:lnTo>
                  <a:pt x="0" y="2427"/>
                </a:lnTo>
                <a:lnTo>
                  <a:pt x="0" y="2391"/>
                </a:lnTo>
                <a:lnTo>
                  <a:pt x="37" y="2391"/>
                </a:lnTo>
                <a:moveTo>
                  <a:pt x="37" y="2463"/>
                </a:moveTo>
                <a:lnTo>
                  <a:pt x="37" y="2500"/>
                </a:lnTo>
                <a:lnTo>
                  <a:pt x="0" y="2500"/>
                </a:lnTo>
                <a:lnTo>
                  <a:pt x="0" y="2463"/>
                </a:lnTo>
                <a:lnTo>
                  <a:pt x="37" y="2463"/>
                </a:lnTo>
                <a:moveTo>
                  <a:pt x="37" y="2536"/>
                </a:moveTo>
                <a:lnTo>
                  <a:pt x="37" y="2572"/>
                </a:lnTo>
                <a:lnTo>
                  <a:pt x="0" y="2572"/>
                </a:lnTo>
                <a:lnTo>
                  <a:pt x="0" y="2536"/>
                </a:lnTo>
                <a:lnTo>
                  <a:pt x="37" y="2536"/>
                </a:lnTo>
                <a:moveTo>
                  <a:pt x="37" y="2608"/>
                </a:moveTo>
                <a:lnTo>
                  <a:pt x="37" y="2645"/>
                </a:lnTo>
                <a:lnTo>
                  <a:pt x="0" y="2645"/>
                </a:lnTo>
                <a:lnTo>
                  <a:pt x="0" y="2608"/>
                </a:lnTo>
                <a:lnTo>
                  <a:pt x="37" y="2608"/>
                </a:lnTo>
                <a:moveTo>
                  <a:pt x="37" y="2681"/>
                </a:moveTo>
                <a:lnTo>
                  <a:pt x="37" y="2717"/>
                </a:lnTo>
                <a:lnTo>
                  <a:pt x="0" y="2717"/>
                </a:lnTo>
                <a:lnTo>
                  <a:pt x="0" y="2681"/>
                </a:lnTo>
                <a:lnTo>
                  <a:pt x="37" y="2681"/>
                </a:lnTo>
                <a:moveTo>
                  <a:pt x="37" y="2753"/>
                </a:moveTo>
                <a:lnTo>
                  <a:pt x="37" y="2789"/>
                </a:lnTo>
                <a:lnTo>
                  <a:pt x="0" y="2789"/>
                </a:lnTo>
                <a:lnTo>
                  <a:pt x="0" y="2753"/>
                </a:lnTo>
                <a:lnTo>
                  <a:pt x="37" y="2753"/>
                </a:lnTo>
                <a:moveTo>
                  <a:pt x="37" y="2826"/>
                </a:moveTo>
                <a:lnTo>
                  <a:pt x="37" y="2862"/>
                </a:lnTo>
                <a:lnTo>
                  <a:pt x="0" y="2862"/>
                </a:lnTo>
                <a:lnTo>
                  <a:pt x="0" y="2826"/>
                </a:lnTo>
                <a:lnTo>
                  <a:pt x="37" y="2826"/>
                </a:lnTo>
                <a:moveTo>
                  <a:pt x="37" y="2898"/>
                </a:moveTo>
                <a:lnTo>
                  <a:pt x="37" y="2934"/>
                </a:lnTo>
                <a:lnTo>
                  <a:pt x="0" y="2934"/>
                </a:lnTo>
                <a:lnTo>
                  <a:pt x="0" y="2898"/>
                </a:lnTo>
                <a:lnTo>
                  <a:pt x="37" y="2898"/>
                </a:lnTo>
                <a:moveTo>
                  <a:pt x="37" y="2971"/>
                </a:moveTo>
                <a:lnTo>
                  <a:pt x="37" y="3007"/>
                </a:lnTo>
                <a:lnTo>
                  <a:pt x="0" y="3007"/>
                </a:lnTo>
                <a:lnTo>
                  <a:pt x="0" y="2971"/>
                </a:lnTo>
                <a:lnTo>
                  <a:pt x="37" y="2971"/>
                </a:lnTo>
                <a:moveTo>
                  <a:pt x="37" y="3043"/>
                </a:moveTo>
                <a:lnTo>
                  <a:pt x="37" y="3079"/>
                </a:lnTo>
                <a:lnTo>
                  <a:pt x="0" y="3079"/>
                </a:lnTo>
                <a:lnTo>
                  <a:pt x="0" y="3043"/>
                </a:lnTo>
                <a:lnTo>
                  <a:pt x="37" y="3043"/>
                </a:lnTo>
                <a:moveTo>
                  <a:pt x="37" y="3115"/>
                </a:moveTo>
                <a:lnTo>
                  <a:pt x="37" y="3152"/>
                </a:lnTo>
                <a:lnTo>
                  <a:pt x="0" y="3152"/>
                </a:lnTo>
                <a:lnTo>
                  <a:pt x="0" y="3115"/>
                </a:lnTo>
                <a:lnTo>
                  <a:pt x="37" y="3115"/>
                </a:lnTo>
                <a:moveTo>
                  <a:pt x="37" y="3188"/>
                </a:moveTo>
                <a:lnTo>
                  <a:pt x="37" y="3224"/>
                </a:lnTo>
                <a:lnTo>
                  <a:pt x="0" y="3224"/>
                </a:lnTo>
                <a:lnTo>
                  <a:pt x="0" y="3188"/>
                </a:lnTo>
                <a:lnTo>
                  <a:pt x="37" y="3188"/>
                </a:lnTo>
                <a:moveTo>
                  <a:pt x="37" y="3260"/>
                </a:moveTo>
                <a:lnTo>
                  <a:pt x="37" y="3297"/>
                </a:lnTo>
                <a:lnTo>
                  <a:pt x="0" y="3297"/>
                </a:lnTo>
                <a:lnTo>
                  <a:pt x="0" y="3260"/>
                </a:lnTo>
                <a:lnTo>
                  <a:pt x="37" y="3260"/>
                </a:lnTo>
                <a:moveTo>
                  <a:pt x="37" y="3333"/>
                </a:moveTo>
                <a:lnTo>
                  <a:pt x="37" y="3369"/>
                </a:lnTo>
                <a:lnTo>
                  <a:pt x="0" y="3369"/>
                </a:lnTo>
                <a:lnTo>
                  <a:pt x="0" y="3333"/>
                </a:lnTo>
                <a:lnTo>
                  <a:pt x="37" y="3333"/>
                </a:lnTo>
                <a:moveTo>
                  <a:pt x="37" y="3405"/>
                </a:moveTo>
                <a:lnTo>
                  <a:pt x="37" y="3441"/>
                </a:lnTo>
                <a:lnTo>
                  <a:pt x="0" y="3441"/>
                </a:lnTo>
                <a:lnTo>
                  <a:pt x="0" y="3405"/>
                </a:lnTo>
                <a:lnTo>
                  <a:pt x="37" y="3405"/>
                </a:lnTo>
                <a:moveTo>
                  <a:pt x="37" y="3478"/>
                </a:moveTo>
                <a:lnTo>
                  <a:pt x="37" y="3514"/>
                </a:lnTo>
                <a:lnTo>
                  <a:pt x="0" y="3514"/>
                </a:lnTo>
                <a:lnTo>
                  <a:pt x="0" y="3478"/>
                </a:lnTo>
                <a:lnTo>
                  <a:pt x="37" y="3478"/>
                </a:lnTo>
                <a:moveTo>
                  <a:pt x="37" y="3550"/>
                </a:moveTo>
                <a:lnTo>
                  <a:pt x="37" y="3586"/>
                </a:lnTo>
                <a:lnTo>
                  <a:pt x="0" y="3586"/>
                </a:lnTo>
                <a:lnTo>
                  <a:pt x="0" y="3550"/>
                </a:lnTo>
                <a:lnTo>
                  <a:pt x="37" y="3550"/>
                </a:lnTo>
                <a:moveTo>
                  <a:pt x="37" y="3623"/>
                </a:moveTo>
                <a:lnTo>
                  <a:pt x="37" y="3659"/>
                </a:lnTo>
                <a:lnTo>
                  <a:pt x="0" y="3659"/>
                </a:lnTo>
                <a:lnTo>
                  <a:pt x="0" y="3623"/>
                </a:lnTo>
                <a:lnTo>
                  <a:pt x="37" y="3623"/>
                </a:lnTo>
                <a:moveTo>
                  <a:pt x="37" y="3695"/>
                </a:moveTo>
                <a:lnTo>
                  <a:pt x="37" y="3731"/>
                </a:lnTo>
                <a:lnTo>
                  <a:pt x="0" y="3731"/>
                </a:lnTo>
                <a:lnTo>
                  <a:pt x="0" y="3695"/>
                </a:lnTo>
                <a:lnTo>
                  <a:pt x="37" y="3695"/>
                </a:lnTo>
                <a:moveTo>
                  <a:pt x="37" y="3768"/>
                </a:moveTo>
                <a:lnTo>
                  <a:pt x="37" y="3804"/>
                </a:lnTo>
                <a:lnTo>
                  <a:pt x="0" y="3804"/>
                </a:lnTo>
                <a:lnTo>
                  <a:pt x="0" y="3768"/>
                </a:lnTo>
                <a:lnTo>
                  <a:pt x="37" y="3768"/>
                </a:lnTo>
                <a:moveTo>
                  <a:pt x="37" y="3840"/>
                </a:moveTo>
                <a:lnTo>
                  <a:pt x="37" y="3876"/>
                </a:lnTo>
                <a:lnTo>
                  <a:pt x="0" y="3876"/>
                </a:lnTo>
                <a:lnTo>
                  <a:pt x="0" y="3840"/>
                </a:lnTo>
                <a:lnTo>
                  <a:pt x="37" y="3840"/>
                </a:lnTo>
                <a:moveTo>
                  <a:pt x="37" y="3912"/>
                </a:moveTo>
                <a:lnTo>
                  <a:pt x="37" y="3949"/>
                </a:lnTo>
                <a:lnTo>
                  <a:pt x="0" y="3949"/>
                </a:lnTo>
                <a:lnTo>
                  <a:pt x="0" y="3912"/>
                </a:lnTo>
                <a:lnTo>
                  <a:pt x="37" y="3912"/>
                </a:lnTo>
                <a:moveTo>
                  <a:pt x="37" y="3985"/>
                </a:moveTo>
                <a:lnTo>
                  <a:pt x="37" y="4021"/>
                </a:lnTo>
                <a:lnTo>
                  <a:pt x="0" y="4021"/>
                </a:lnTo>
                <a:lnTo>
                  <a:pt x="0" y="3985"/>
                </a:lnTo>
                <a:lnTo>
                  <a:pt x="37" y="3985"/>
                </a:lnTo>
                <a:moveTo>
                  <a:pt x="37" y="4057"/>
                </a:moveTo>
                <a:lnTo>
                  <a:pt x="37" y="4094"/>
                </a:lnTo>
                <a:lnTo>
                  <a:pt x="0" y="4094"/>
                </a:lnTo>
                <a:lnTo>
                  <a:pt x="0" y="4057"/>
                </a:lnTo>
                <a:lnTo>
                  <a:pt x="37" y="4057"/>
                </a:lnTo>
                <a:moveTo>
                  <a:pt x="37" y="4130"/>
                </a:moveTo>
                <a:lnTo>
                  <a:pt x="37" y="4166"/>
                </a:lnTo>
                <a:lnTo>
                  <a:pt x="0" y="4166"/>
                </a:lnTo>
                <a:lnTo>
                  <a:pt x="0" y="4130"/>
                </a:lnTo>
                <a:lnTo>
                  <a:pt x="37" y="4130"/>
                </a:lnTo>
                <a:moveTo>
                  <a:pt x="37" y="4202"/>
                </a:moveTo>
                <a:lnTo>
                  <a:pt x="37" y="4238"/>
                </a:lnTo>
                <a:lnTo>
                  <a:pt x="0" y="4238"/>
                </a:lnTo>
                <a:lnTo>
                  <a:pt x="0" y="4202"/>
                </a:lnTo>
                <a:lnTo>
                  <a:pt x="37" y="4202"/>
                </a:lnTo>
                <a:moveTo>
                  <a:pt x="37" y="4275"/>
                </a:moveTo>
                <a:lnTo>
                  <a:pt x="37" y="4311"/>
                </a:lnTo>
                <a:lnTo>
                  <a:pt x="0" y="4311"/>
                </a:lnTo>
                <a:lnTo>
                  <a:pt x="0" y="4275"/>
                </a:lnTo>
                <a:lnTo>
                  <a:pt x="37" y="4275"/>
                </a:lnTo>
                <a:moveTo>
                  <a:pt x="37" y="4347"/>
                </a:moveTo>
                <a:lnTo>
                  <a:pt x="37" y="4383"/>
                </a:lnTo>
                <a:lnTo>
                  <a:pt x="0" y="4383"/>
                </a:lnTo>
                <a:lnTo>
                  <a:pt x="0" y="4347"/>
                </a:lnTo>
                <a:lnTo>
                  <a:pt x="37" y="4347"/>
                </a:lnTo>
                <a:moveTo>
                  <a:pt x="37" y="4420"/>
                </a:moveTo>
                <a:lnTo>
                  <a:pt x="37" y="4456"/>
                </a:lnTo>
                <a:lnTo>
                  <a:pt x="0" y="4456"/>
                </a:lnTo>
                <a:lnTo>
                  <a:pt x="0" y="4420"/>
                </a:lnTo>
                <a:lnTo>
                  <a:pt x="37" y="4420"/>
                </a:lnTo>
                <a:moveTo>
                  <a:pt x="37" y="4492"/>
                </a:moveTo>
                <a:lnTo>
                  <a:pt x="37" y="4528"/>
                </a:lnTo>
                <a:lnTo>
                  <a:pt x="0" y="4528"/>
                </a:lnTo>
                <a:lnTo>
                  <a:pt x="0" y="4492"/>
                </a:lnTo>
                <a:lnTo>
                  <a:pt x="37" y="4492"/>
                </a:lnTo>
                <a:moveTo>
                  <a:pt x="37" y="4564"/>
                </a:moveTo>
                <a:lnTo>
                  <a:pt x="37" y="4601"/>
                </a:lnTo>
                <a:lnTo>
                  <a:pt x="0" y="4601"/>
                </a:lnTo>
                <a:lnTo>
                  <a:pt x="0" y="4564"/>
                </a:lnTo>
                <a:lnTo>
                  <a:pt x="37" y="4564"/>
                </a:lnTo>
                <a:moveTo>
                  <a:pt x="37" y="4637"/>
                </a:moveTo>
                <a:lnTo>
                  <a:pt x="37" y="4673"/>
                </a:lnTo>
                <a:lnTo>
                  <a:pt x="0" y="4673"/>
                </a:lnTo>
                <a:lnTo>
                  <a:pt x="0" y="4637"/>
                </a:lnTo>
                <a:lnTo>
                  <a:pt x="37" y="4637"/>
                </a:lnTo>
                <a:moveTo>
                  <a:pt x="37" y="4709"/>
                </a:moveTo>
                <a:lnTo>
                  <a:pt x="37" y="4746"/>
                </a:lnTo>
                <a:lnTo>
                  <a:pt x="0" y="4746"/>
                </a:lnTo>
                <a:lnTo>
                  <a:pt x="0" y="4709"/>
                </a:lnTo>
                <a:lnTo>
                  <a:pt x="37" y="4709"/>
                </a:lnTo>
                <a:moveTo>
                  <a:pt x="37" y="4782"/>
                </a:moveTo>
                <a:lnTo>
                  <a:pt x="37" y="4818"/>
                </a:lnTo>
                <a:lnTo>
                  <a:pt x="0" y="4818"/>
                </a:lnTo>
                <a:lnTo>
                  <a:pt x="0" y="4782"/>
                </a:lnTo>
                <a:lnTo>
                  <a:pt x="37" y="4782"/>
                </a:lnTo>
                <a:moveTo>
                  <a:pt x="37" y="4854"/>
                </a:moveTo>
                <a:lnTo>
                  <a:pt x="37" y="4890"/>
                </a:lnTo>
                <a:lnTo>
                  <a:pt x="0" y="4890"/>
                </a:lnTo>
                <a:lnTo>
                  <a:pt x="0" y="4854"/>
                </a:lnTo>
                <a:lnTo>
                  <a:pt x="37" y="4854"/>
                </a:lnTo>
                <a:moveTo>
                  <a:pt x="37" y="4927"/>
                </a:moveTo>
                <a:lnTo>
                  <a:pt x="37" y="4963"/>
                </a:lnTo>
                <a:lnTo>
                  <a:pt x="0" y="4963"/>
                </a:lnTo>
                <a:lnTo>
                  <a:pt x="0" y="4927"/>
                </a:lnTo>
                <a:lnTo>
                  <a:pt x="37" y="4927"/>
                </a:lnTo>
                <a:moveTo>
                  <a:pt x="37" y="4999"/>
                </a:moveTo>
                <a:lnTo>
                  <a:pt x="37" y="5035"/>
                </a:lnTo>
                <a:lnTo>
                  <a:pt x="0" y="5035"/>
                </a:lnTo>
                <a:lnTo>
                  <a:pt x="0" y="4999"/>
                </a:lnTo>
                <a:lnTo>
                  <a:pt x="37" y="4999"/>
                </a:lnTo>
                <a:moveTo>
                  <a:pt x="37" y="5072"/>
                </a:moveTo>
                <a:lnTo>
                  <a:pt x="37" y="5108"/>
                </a:lnTo>
                <a:lnTo>
                  <a:pt x="0" y="5108"/>
                </a:lnTo>
                <a:lnTo>
                  <a:pt x="0" y="5072"/>
                </a:lnTo>
                <a:lnTo>
                  <a:pt x="37" y="5072"/>
                </a:lnTo>
                <a:moveTo>
                  <a:pt x="37" y="5144"/>
                </a:moveTo>
                <a:lnTo>
                  <a:pt x="37" y="5180"/>
                </a:lnTo>
                <a:lnTo>
                  <a:pt x="0" y="5180"/>
                </a:lnTo>
                <a:lnTo>
                  <a:pt x="0" y="5144"/>
                </a:lnTo>
                <a:lnTo>
                  <a:pt x="37" y="5144"/>
                </a:lnTo>
                <a:moveTo>
                  <a:pt x="37" y="5217"/>
                </a:moveTo>
                <a:lnTo>
                  <a:pt x="37" y="5253"/>
                </a:lnTo>
                <a:lnTo>
                  <a:pt x="0" y="5253"/>
                </a:lnTo>
                <a:lnTo>
                  <a:pt x="0" y="5217"/>
                </a:lnTo>
                <a:lnTo>
                  <a:pt x="37" y="5217"/>
                </a:lnTo>
                <a:moveTo>
                  <a:pt x="37" y="5289"/>
                </a:moveTo>
                <a:lnTo>
                  <a:pt x="37" y="5325"/>
                </a:lnTo>
                <a:lnTo>
                  <a:pt x="0" y="5325"/>
                </a:lnTo>
                <a:lnTo>
                  <a:pt x="0" y="5289"/>
                </a:lnTo>
                <a:lnTo>
                  <a:pt x="37" y="5289"/>
                </a:lnTo>
                <a:moveTo>
                  <a:pt x="37" y="5361"/>
                </a:moveTo>
                <a:lnTo>
                  <a:pt x="37" y="5398"/>
                </a:lnTo>
                <a:lnTo>
                  <a:pt x="0" y="5398"/>
                </a:lnTo>
                <a:lnTo>
                  <a:pt x="0" y="5361"/>
                </a:lnTo>
                <a:lnTo>
                  <a:pt x="37" y="5361"/>
                </a:lnTo>
                <a:moveTo>
                  <a:pt x="37" y="5434"/>
                </a:moveTo>
                <a:lnTo>
                  <a:pt x="37" y="5470"/>
                </a:lnTo>
                <a:lnTo>
                  <a:pt x="0" y="5470"/>
                </a:lnTo>
                <a:lnTo>
                  <a:pt x="0" y="5434"/>
                </a:lnTo>
                <a:lnTo>
                  <a:pt x="37" y="5434"/>
                </a:lnTo>
                <a:moveTo>
                  <a:pt x="37" y="5506"/>
                </a:moveTo>
                <a:lnTo>
                  <a:pt x="37" y="5543"/>
                </a:lnTo>
                <a:lnTo>
                  <a:pt x="0" y="5543"/>
                </a:lnTo>
                <a:lnTo>
                  <a:pt x="0" y="5506"/>
                </a:lnTo>
                <a:lnTo>
                  <a:pt x="37" y="5506"/>
                </a:lnTo>
                <a:moveTo>
                  <a:pt x="37" y="5579"/>
                </a:moveTo>
                <a:lnTo>
                  <a:pt x="37" y="5615"/>
                </a:lnTo>
                <a:lnTo>
                  <a:pt x="0" y="5615"/>
                </a:lnTo>
                <a:lnTo>
                  <a:pt x="0" y="5579"/>
                </a:lnTo>
                <a:lnTo>
                  <a:pt x="37" y="5579"/>
                </a:lnTo>
                <a:moveTo>
                  <a:pt x="37" y="5651"/>
                </a:moveTo>
                <a:lnTo>
                  <a:pt x="37" y="5687"/>
                </a:lnTo>
                <a:lnTo>
                  <a:pt x="0" y="5687"/>
                </a:lnTo>
                <a:lnTo>
                  <a:pt x="0" y="5651"/>
                </a:lnTo>
                <a:lnTo>
                  <a:pt x="37" y="5651"/>
                </a:lnTo>
                <a:moveTo>
                  <a:pt x="37" y="5724"/>
                </a:moveTo>
                <a:lnTo>
                  <a:pt x="37" y="5760"/>
                </a:lnTo>
                <a:lnTo>
                  <a:pt x="0" y="5760"/>
                </a:lnTo>
                <a:lnTo>
                  <a:pt x="0" y="5724"/>
                </a:lnTo>
                <a:lnTo>
                  <a:pt x="37" y="5724"/>
                </a:lnTo>
                <a:moveTo>
                  <a:pt x="37" y="5796"/>
                </a:moveTo>
                <a:lnTo>
                  <a:pt x="37" y="5832"/>
                </a:lnTo>
                <a:lnTo>
                  <a:pt x="0" y="5832"/>
                </a:lnTo>
                <a:lnTo>
                  <a:pt x="0" y="5796"/>
                </a:lnTo>
                <a:lnTo>
                  <a:pt x="37" y="5796"/>
                </a:lnTo>
                <a:moveTo>
                  <a:pt x="37" y="5869"/>
                </a:moveTo>
                <a:lnTo>
                  <a:pt x="37" y="5905"/>
                </a:lnTo>
                <a:lnTo>
                  <a:pt x="0" y="5905"/>
                </a:lnTo>
                <a:lnTo>
                  <a:pt x="0" y="5869"/>
                </a:lnTo>
                <a:lnTo>
                  <a:pt x="37" y="5869"/>
                </a:lnTo>
                <a:moveTo>
                  <a:pt x="37" y="5941"/>
                </a:moveTo>
                <a:lnTo>
                  <a:pt x="37" y="5977"/>
                </a:lnTo>
                <a:lnTo>
                  <a:pt x="0" y="5977"/>
                </a:lnTo>
                <a:lnTo>
                  <a:pt x="0" y="5941"/>
                </a:lnTo>
                <a:lnTo>
                  <a:pt x="37" y="5941"/>
                </a:lnTo>
                <a:moveTo>
                  <a:pt x="37" y="6013"/>
                </a:moveTo>
                <a:lnTo>
                  <a:pt x="37" y="6050"/>
                </a:lnTo>
                <a:lnTo>
                  <a:pt x="0" y="6050"/>
                </a:lnTo>
                <a:lnTo>
                  <a:pt x="0" y="6013"/>
                </a:lnTo>
                <a:lnTo>
                  <a:pt x="37" y="6013"/>
                </a:lnTo>
                <a:moveTo>
                  <a:pt x="37" y="6086"/>
                </a:moveTo>
                <a:lnTo>
                  <a:pt x="37" y="6122"/>
                </a:lnTo>
                <a:lnTo>
                  <a:pt x="0" y="6122"/>
                </a:lnTo>
                <a:lnTo>
                  <a:pt x="0" y="6086"/>
                </a:lnTo>
                <a:lnTo>
                  <a:pt x="37" y="6086"/>
                </a:lnTo>
                <a:moveTo>
                  <a:pt x="37" y="6158"/>
                </a:moveTo>
                <a:lnTo>
                  <a:pt x="37" y="6195"/>
                </a:lnTo>
                <a:lnTo>
                  <a:pt x="0" y="6195"/>
                </a:lnTo>
                <a:lnTo>
                  <a:pt x="0" y="6158"/>
                </a:lnTo>
                <a:lnTo>
                  <a:pt x="37" y="6158"/>
                </a:lnTo>
                <a:moveTo>
                  <a:pt x="37" y="6231"/>
                </a:moveTo>
                <a:lnTo>
                  <a:pt x="37" y="6267"/>
                </a:lnTo>
                <a:lnTo>
                  <a:pt x="0" y="6267"/>
                </a:lnTo>
                <a:lnTo>
                  <a:pt x="0" y="6231"/>
                </a:lnTo>
                <a:lnTo>
                  <a:pt x="37" y="6231"/>
                </a:lnTo>
                <a:moveTo>
                  <a:pt x="37" y="6303"/>
                </a:moveTo>
                <a:lnTo>
                  <a:pt x="37" y="6340"/>
                </a:lnTo>
                <a:lnTo>
                  <a:pt x="0" y="6340"/>
                </a:lnTo>
                <a:lnTo>
                  <a:pt x="0" y="6303"/>
                </a:lnTo>
                <a:lnTo>
                  <a:pt x="37" y="6303"/>
                </a:lnTo>
                <a:moveTo>
                  <a:pt x="37" y="6376"/>
                </a:moveTo>
                <a:lnTo>
                  <a:pt x="37" y="6412"/>
                </a:lnTo>
                <a:lnTo>
                  <a:pt x="0" y="6412"/>
                </a:lnTo>
                <a:lnTo>
                  <a:pt x="0" y="6376"/>
                </a:lnTo>
                <a:lnTo>
                  <a:pt x="37" y="6376"/>
                </a:lnTo>
                <a:moveTo>
                  <a:pt x="37" y="6448"/>
                </a:moveTo>
                <a:lnTo>
                  <a:pt x="37" y="6484"/>
                </a:lnTo>
                <a:lnTo>
                  <a:pt x="0" y="6484"/>
                </a:lnTo>
                <a:lnTo>
                  <a:pt x="0" y="6448"/>
                </a:lnTo>
                <a:lnTo>
                  <a:pt x="37" y="6448"/>
                </a:lnTo>
                <a:moveTo>
                  <a:pt x="37" y="6521"/>
                </a:moveTo>
                <a:lnTo>
                  <a:pt x="37" y="6557"/>
                </a:lnTo>
                <a:lnTo>
                  <a:pt x="0" y="6557"/>
                </a:lnTo>
                <a:lnTo>
                  <a:pt x="0" y="6521"/>
                </a:lnTo>
                <a:lnTo>
                  <a:pt x="37" y="6521"/>
                </a:lnTo>
                <a:moveTo>
                  <a:pt x="37" y="6593"/>
                </a:moveTo>
                <a:lnTo>
                  <a:pt x="37" y="6629"/>
                </a:lnTo>
                <a:lnTo>
                  <a:pt x="0" y="6629"/>
                </a:lnTo>
                <a:lnTo>
                  <a:pt x="0" y="6593"/>
                </a:lnTo>
                <a:lnTo>
                  <a:pt x="37" y="6593"/>
                </a:lnTo>
                <a:moveTo>
                  <a:pt x="37" y="6666"/>
                </a:moveTo>
                <a:lnTo>
                  <a:pt x="37" y="6702"/>
                </a:lnTo>
                <a:lnTo>
                  <a:pt x="0" y="6702"/>
                </a:lnTo>
                <a:lnTo>
                  <a:pt x="0" y="6666"/>
                </a:lnTo>
                <a:lnTo>
                  <a:pt x="37" y="6666"/>
                </a:lnTo>
                <a:moveTo>
                  <a:pt x="37" y="6738"/>
                </a:moveTo>
                <a:lnTo>
                  <a:pt x="37" y="6775"/>
                </a:lnTo>
                <a:lnTo>
                  <a:pt x="0" y="6775"/>
                </a:lnTo>
                <a:lnTo>
                  <a:pt x="0" y="6738"/>
                </a:lnTo>
                <a:lnTo>
                  <a:pt x="37" y="6738"/>
                </a:lnTo>
                <a:moveTo>
                  <a:pt x="37" y="6811"/>
                </a:moveTo>
                <a:lnTo>
                  <a:pt x="37" y="6848"/>
                </a:lnTo>
                <a:lnTo>
                  <a:pt x="0" y="6848"/>
                </a:lnTo>
                <a:lnTo>
                  <a:pt x="0" y="6811"/>
                </a:lnTo>
                <a:lnTo>
                  <a:pt x="37" y="6811"/>
                </a:lnTo>
                <a:moveTo>
                  <a:pt x="37" y="6884"/>
                </a:moveTo>
                <a:lnTo>
                  <a:pt x="37" y="6920"/>
                </a:lnTo>
                <a:lnTo>
                  <a:pt x="0" y="6920"/>
                </a:lnTo>
                <a:lnTo>
                  <a:pt x="0" y="6884"/>
                </a:lnTo>
                <a:lnTo>
                  <a:pt x="37" y="6884"/>
                </a:lnTo>
                <a:moveTo>
                  <a:pt x="37" y="6956"/>
                </a:moveTo>
                <a:lnTo>
                  <a:pt x="37" y="6993"/>
                </a:lnTo>
                <a:lnTo>
                  <a:pt x="0" y="6993"/>
                </a:lnTo>
                <a:lnTo>
                  <a:pt x="0" y="6956"/>
                </a:lnTo>
                <a:lnTo>
                  <a:pt x="37" y="6956"/>
                </a:lnTo>
                <a:moveTo>
                  <a:pt x="37" y="7029"/>
                </a:moveTo>
                <a:lnTo>
                  <a:pt x="37" y="7065"/>
                </a:lnTo>
                <a:lnTo>
                  <a:pt x="0" y="7065"/>
                </a:lnTo>
                <a:lnTo>
                  <a:pt x="0" y="7029"/>
                </a:lnTo>
                <a:lnTo>
                  <a:pt x="37" y="7029"/>
                </a:lnTo>
                <a:moveTo>
                  <a:pt x="37" y="7101"/>
                </a:moveTo>
                <a:lnTo>
                  <a:pt x="37" y="7137"/>
                </a:lnTo>
                <a:lnTo>
                  <a:pt x="0" y="7137"/>
                </a:lnTo>
                <a:lnTo>
                  <a:pt x="0" y="7101"/>
                </a:lnTo>
                <a:lnTo>
                  <a:pt x="37" y="7101"/>
                </a:lnTo>
                <a:moveTo>
                  <a:pt x="37" y="7174"/>
                </a:moveTo>
                <a:lnTo>
                  <a:pt x="37" y="7210"/>
                </a:lnTo>
                <a:lnTo>
                  <a:pt x="0" y="7210"/>
                </a:lnTo>
                <a:lnTo>
                  <a:pt x="0" y="7174"/>
                </a:lnTo>
                <a:lnTo>
                  <a:pt x="37" y="7174"/>
                </a:lnTo>
                <a:moveTo>
                  <a:pt x="37" y="7246"/>
                </a:moveTo>
                <a:lnTo>
                  <a:pt x="37" y="7282"/>
                </a:lnTo>
                <a:lnTo>
                  <a:pt x="0" y="7282"/>
                </a:lnTo>
                <a:lnTo>
                  <a:pt x="0" y="7246"/>
                </a:lnTo>
                <a:lnTo>
                  <a:pt x="37" y="7246"/>
                </a:lnTo>
                <a:moveTo>
                  <a:pt x="37" y="7319"/>
                </a:moveTo>
                <a:lnTo>
                  <a:pt x="37" y="7355"/>
                </a:lnTo>
                <a:lnTo>
                  <a:pt x="0" y="7355"/>
                </a:lnTo>
                <a:lnTo>
                  <a:pt x="0" y="7319"/>
                </a:lnTo>
                <a:lnTo>
                  <a:pt x="37" y="7319"/>
                </a:lnTo>
                <a:moveTo>
                  <a:pt x="37" y="7391"/>
                </a:moveTo>
                <a:lnTo>
                  <a:pt x="37" y="7427"/>
                </a:lnTo>
                <a:lnTo>
                  <a:pt x="0" y="7427"/>
                </a:lnTo>
                <a:lnTo>
                  <a:pt x="0" y="7391"/>
                </a:lnTo>
                <a:lnTo>
                  <a:pt x="37" y="7391"/>
                </a:lnTo>
                <a:moveTo>
                  <a:pt x="37" y="7463"/>
                </a:moveTo>
                <a:lnTo>
                  <a:pt x="37" y="7500"/>
                </a:lnTo>
                <a:lnTo>
                  <a:pt x="0" y="7500"/>
                </a:lnTo>
                <a:lnTo>
                  <a:pt x="0" y="7463"/>
                </a:lnTo>
                <a:lnTo>
                  <a:pt x="37" y="7463"/>
                </a:lnTo>
                <a:moveTo>
                  <a:pt x="37" y="7536"/>
                </a:moveTo>
                <a:lnTo>
                  <a:pt x="37" y="7572"/>
                </a:lnTo>
                <a:lnTo>
                  <a:pt x="0" y="7572"/>
                </a:lnTo>
                <a:lnTo>
                  <a:pt x="0" y="7536"/>
                </a:lnTo>
                <a:lnTo>
                  <a:pt x="37" y="7536"/>
                </a:lnTo>
                <a:moveTo>
                  <a:pt x="37" y="7608"/>
                </a:moveTo>
                <a:lnTo>
                  <a:pt x="37" y="7645"/>
                </a:lnTo>
                <a:lnTo>
                  <a:pt x="0" y="7645"/>
                </a:lnTo>
                <a:lnTo>
                  <a:pt x="0" y="7608"/>
                </a:lnTo>
                <a:lnTo>
                  <a:pt x="37" y="7608"/>
                </a:lnTo>
                <a:moveTo>
                  <a:pt x="37" y="7681"/>
                </a:moveTo>
                <a:lnTo>
                  <a:pt x="37" y="7717"/>
                </a:lnTo>
                <a:lnTo>
                  <a:pt x="0" y="7717"/>
                </a:lnTo>
                <a:lnTo>
                  <a:pt x="0" y="7681"/>
                </a:lnTo>
                <a:lnTo>
                  <a:pt x="37" y="7681"/>
                </a:lnTo>
                <a:moveTo>
                  <a:pt x="37" y="7753"/>
                </a:moveTo>
                <a:lnTo>
                  <a:pt x="37" y="7790"/>
                </a:lnTo>
                <a:lnTo>
                  <a:pt x="0" y="7790"/>
                </a:lnTo>
                <a:lnTo>
                  <a:pt x="0" y="7753"/>
                </a:lnTo>
                <a:lnTo>
                  <a:pt x="37" y="7753"/>
                </a:lnTo>
                <a:moveTo>
                  <a:pt x="37" y="7826"/>
                </a:moveTo>
                <a:lnTo>
                  <a:pt x="37" y="7862"/>
                </a:lnTo>
                <a:lnTo>
                  <a:pt x="0" y="7862"/>
                </a:lnTo>
                <a:lnTo>
                  <a:pt x="0" y="7826"/>
                </a:lnTo>
                <a:lnTo>
                  <a:pt x="37" y="7826"/>
                </a:lnTo>
                <a:moveTo>
                  <a:pt x="37" y="7898"/>
                </a:moveTo>
                <a:lnTo>
                  <a:pt x="37" y="7934"/>
                </a:lnTo>
                <a:lnTo>
                  <a:pt x="0" y="7934"/>
                </a:lnTo>
                <a:lnTo>
                  <a:pt x="0" y="7898"/>
                </a:lnTo>
                <a:lnTo>
                  <a:pt x="37" y="7898"/>
                </a:lnTo>
                <a:moveTo>
                  <a:pt x="37" y="7971"/>
                </a:moveTo>
                <a:lnTo>
                  <a:pt x="37" y="8007"/>
                </a:lnTo>
                <a:lnTo>
                  <a:pt x="0" y="8007"/>
                </a:lnTo>
                <a:lnTo>
                  <a:pt x="0" y="7971"/>
                </a:lnTo>
                <a:lnTo>
                  <a:pt x="37" y="7971"/>
                </a:lnTo>
                <a:moveTo>
                  <a:pt x="37" y="8043"/>
                </a:moveTo>
                <a:lnTo>
                  <a:pt x="37" y="8079"/>
                </a:lnTo>
                <a:lnTo>
                  <a:pt x="0" y="8079"/>
                </a:lnTo>
                <a:lnTo>
                  <a:pt x="0" y="8043"/>
                </a:lnTo>
                <a:lnTo>
                  <a:pt x="37" y="8043"/>
                </a:lnTo>
                <a:moveTo>
                  <a:pt x="37" y="8116"/>
                </a:moveTo>
                <a:lnTo>
                  <a:pt x="37" y="8152"/>
                </a:lnTo>
                <a:lnTo>
                  <a:pt x="0" y="8152"/>
                </a:lnTo>
                <a:lnTo>
                  <a:pt x="0" y="8116"/>
                </a:lnTo>
                <a:lnTo>
                  <a:pt x="37" y="8116"/>
                </a:lnTo>
                <a:moveTo>
                  <a:pt x="37" y="8188"/>
                </a:moveTo>
                <a:lnTo>
                  <a:pt x="37" y="8224"/>
                </a:lnTo>
                <a:lnTo>
                  <a:pt x="0" y="8224"/>
                </a:lnTo>
                <a:lnTo>
                  <a:pt x="0" y="8188"/>
                </a:lnTo>
                <a:lnTo>
                  <a:pt x="37" y="8188"/>
                </a:lnTo>
                <a:moveTo>
                  <a:pt x="37" y="8260"/>
                </a:moveTo>
                <a:lnTo>
                  <a:pt x="37" y="8297"/>
                </a:lnTo>
                <a:lnTo>
                  <a:pt x="0" y="8297"/>
                </a:lnTo>
                <a:lnTo>
                  <a:pt x="0" y="8260"/>
                </a:lnTo>
                <a:lnTo>
                  <a:pt x="37" y="8260"/>
                </a:lnTo>
                <a:moveTo>
                  <a:pt x="37" y="8333"/>
                </a:moveTo>
                <a:lnTo>
                  <a:pt x="37" y="8369"/>
                </a:lnTo>
                <a:lnTo>
                  <a:pt x="0" y="8369"/>
                </a:lnTo>
                <a:lnTo>
                  <a:pt x="0" y="8333"/>
                </a:lnTo>
                <a:lnTo>
                  <a:pt x="37" y="8333"/>
                </a:lnTo>
                <a:moveTo>
                  <a:pt x="37" y="8405"/>
                </a:moveTo>
                <a:lnTo>
                  <a:pt x="37" y="8442"/>
                </a:lnTo>
                <a:lnTo>
                  <a:pt x="0" y="8442"/>
                </a:lnTo>
                <a:lnTo>
                  <a:pt x="0" y="8405"/>
                </a:lnTo>
                <a:lnTo>
                  <a:pt x="37" y="8405"/>
                </a:lnTo>
                <a:moveTo>
                  <a:pt x="37" y="8478"/>
                </a:moveTo>
                <a:lnTo>
                  <a:pt x="37" y="8514"/>
                </a:lnTo>
                <a:lnTo>
                  <a:pt x="0" y="8514"/>
                </a:lnTo>
                <a:lnTo>
                  <a:pt x="0" y="8478"/>
                </a:lnTo>
                <a:lnTo>
                  <a:pt x="37" y="8478"/>
                </a:lnTo>
                <a:moveTo>
                  <a:pt x="37" y="8550"/>
                </a:moveTo>
                <a:lnTo>
                  <a:pt x="37" y="8586"/>
                </a:lnTo>
                <a:lnTo>
                  <a:pt x="0" y="8586"/>
                </a:lnTo>
                <a:lnTo>
                  <a:pt x="0" y="8550"/>
                </a:lnTo>
                <a:lnTo>
                  <a:pt x="37" y="8550"/>
                </a:lnTo>
                <a:moveTo>
                  <a:pt x="37" y="8623"/>
                </a:moveTo>
                <a:lnTo>
                  <a:pt x="37" y="8659"/>
                </a:lnTo>
                <a:lnTo>
                  <a:pt x="0" y="8659"/>
                </a:lnTo>
                <a:lnTo>
                  <a:pt x="0" y="8623"/>
                </a:lnTo>
                <a:lnTo>
                  <a:pt x="37" y="8623"/>
                </a:lnTo>
                <a:moveTo>
                  <a:pt x="37" y="8695"/>
                </a:moveTo>
                <a:lnTo>
                  <a:pt x="37" y="8731"/>
                </a:lnTo>
                <a:lnTo>
                  <a:pt x="0" y="8731"/>
                </a:lnTo>
                <a:lnTo>
                  <a:pt x="0" y="8695"/>
                </a:lnTo>
                <a:lnTo>
                  <a:pt x="37" y="8695"/>
                </a:lnTo>
                <a:moveTo>
                  <a:pt x="37" y="8768"/>
                </a:moveTo>
                <a:lnTo>
                  <a:pt x="37" y="8804"/>
                </a:lnTo>
                <a:lnTo>
                  <a:pt x="0" y="8804"/>
                </a:lnTo>
                <a:lnTo>
                  <a:pt x="0" y="8768"/>
                </a:lnTo>
                <a:lnTo>
                  <a:pt x="37" y="8768"/>
                </a:lnTo>
                <a:moveTo>
                  <a:pt x="37" y="8840"/>
                </a:moveTo>
                <a:lnTo>
                  <a:pt x="37" y="8876"/>
                </a:lnTo>
                <a:lnTo>
                  <a:pt x="0" y="8876"/>
                </a:lnTo>
                <a:lnTo>
                  <a:pt x="0" y="8840"/>
                </a:lnTo>
                <a:lnTo>
                  <a:pt x="37" y="8840"/>
                </a:lnTo>
                <a:moveTo>
                  <a:pt x="37" y="8912"/>
                </a:moveTo>
                <a:lnTo>
                  <a:pt x="37" y="8949"/>
                </a:lnTo>
                <a:lnTo>
                  <a:pt x="0" y="8949"/>
                </a:lnTo>
                <a:lnTo>
                  <a:pt x="0" y="8912"/>
                </a:lnTo>
                <a:lnTo>
                  <a:pt x="37" y="8912"/>
                </a:lnTo>
                <a:moveTo>
                  <a:pt x="37" y="8985"/>
                </a:moveTo>
                <a:lnTo>
                  <a:pt x="37" y="9021"/>
                </a:lnTo>
                <a:lnTo>
                  <a:pt x="0" y="9021"/>
                </a:lnTo>
                <a:lnTo>
                  <a:pt x="0" y="8985"/>
                </a:lnTo>
                <a:lnTo>
                  <a:pt x="37" y="8985"/>
                </a:lnTo>
                <a:moveTo>
                  <a:pt x="37" y="9057"/>
                </a:moveTo>
                <a:lnTo>
                  <a:pt x="37" y="9094"/>
                </a:lnTo>
                <a:lnTo>
                  <a:pt x="0" y="9094"/>
                </a:lnTo>
                <a:lnTo>
                  <a:pt x="0" y="9057"/>
                </a:lnTo>
                <a:lnTo>
                  <a:pt x="37" y="9057"/>
                </a:lnTo>
                <a:moveTo>
                  <a:pt x="37" y="9130"/>
                </a:moveTo>
                <a:lnTo>
                  <a:pt x="37" y="9166"/>
                </a:lnTo>
                <a:lnTo>
                  <a:pt x="0" y="9166"/>
                </a:lnTo>
                <a:lnTo>
                  <a:pt x="0" y="9130"/>
                </a:lnTo>
                <a:lnTo>
                  <a:pt x="37" y="9130"/>
                </a:lnTo>
                <a:moveTo>
                  <a:pt x="37" y="9202"/>
                </a:moveTo>
                <a:lnTo>
                  <a:pt x="37" y="9239"/>
                </a:lnTo>
                <a:lnTo>
                  <a:pt x="0" y="9239"/>
                </a:lnTo>
                <a:lnTo>
                  <a:pt x="0" y="9202"/>
                </a:lnTo>
                <a:lnTo>
                  <a:pt x="37" y="9202"/>
                </a:lnTo>
                <a:moveTo>
                  <a:pt x="37" y="9275"/>
                </a:moveTo>
                <a:lnTo>
                  <a:pt x="37" y="9311"/>
                </a:lnTo>
                <a:lnTo>
                  <a:pt x="0" y="9311"/>
                </a:lnTo>
                <a:lnTo>
                  <a:pt x="0" y="9275"/>
                </a:lnTo>
                <a:lnTo>
                  <a:pt x="37" y="9275"/>
                </a:lnTo>
                <a:moveTo>
                  <a:pt x="37" y="9347"/>
                </a:moveTo>
                <a:lnTo>
                  <a:pt x="37" y="9383"/>
                </a:lnTo>
                <a:lnTo>
                  <a:pt x="0" y="9383"/>
                </a:lnTo>
                <a:lnTo>
                  <a:pt x="0" y="9347"/>
                </a:lnTo>
                <a:lnTo>
                  <a:pt x="37" y="9347"/>
                </a:lnTo>
                <a:moveTo>
                  <a:pt x="37" y="9420"/>
                </a:moveTo>
                <a:lnTo>
                  <a:pt x="37" y="9456"/>
                </a:lnTo>
                <a:lnTo>
                  <a:pt x="0" y="9456"/>
                </a:lnTo>
                <a:lnTo>
                  <a:pt x="0" y="9420"/>
                </a:lnTo>
                <a:lnTo>
                  <a:pt x="37" y="9420"/>
                </a:lnTo>
                <a:moveTo>
                  <a:pt x="37" y="9492"/>
                </a:moveTo>
                <a:lnTo>
                  <a:pt x="37" y="9528"/>
                </a:lnTo>
                <a:lnTo>
                  <a:pt x="0" y="9528"/>
                </a:lnTo>
                <a:lnTo>
                  <a:pt x="0" y="9492"/>
                </a:lnTo>
                <a:lnTo>
                  <a:pt x="37" y="9492"/>
                </a:lnTo>
                <a:moveTo>
                  <a:pt x="37" y="9565"/>
                </a:moveTo>
                <a:lnTo>
                  <a:pt x="37" y="9601"/>
                </a:lnTo>
                <a:lnTo>
                  <a:pt x="0" y="9601"/>
                </a:lnTo>
                <a:lnTo>
                  <a:pt x="0" y="9565"/>
                </a:lnTo>
                <a:lnTo>
                  <a:pt x="37" y="9565"/>
                </a:lnTo>
                <a:moveTo>
                  <a:pt x="37" y="9637"/>
                </a:moveTo>
                <a:lnTo>
                  <a:pt x="37" y="9673"/>
                </a:lnTo>
                <a:lnTo>
                  <a:pt x="0" y="9673"/>
                </a:lnTo>
                <a:lnTo>
                  <a:pt x="0" y="9637"/>
                </a:lnTo>
                <a:lnTo>
                  <a:pt x="37" y="9637"/>
                </a:lnTo>
                <a:moveTo>
                  <a:pt x="37" y="9709"/>
                </a:moveTo>
                <a:lnTo>
                  <a:pt x="37" y="9746"/>
                </a:lnTo>
                <a:lnTo>
                  <a:pt x="0" y="9746"/>
                </a:lnTo>
                <a:lnTo>
                  <a:pt x="0" y="9709"/>
                </a:lnTo>
                <a:lnTo>
                  <a:pt x="37" y="9709"/>
                </a:lnTo>
                <a:moveTo>
                  <a:pt x="37" y="9782"/>
                </a:moveTo>
                <a:lnTo>
                  <a:pt x="37" y="9818"/>
                </a:lnTo>
                <a:lnTo>
                  <a:pt x="0" y="9818"/>
                </a:lnTo>
                <a:lnTo>
                  <a:pt x="0" y="9782"/>
                </a:lnTo>
                <a:lnTo>
                  <a:pt x="37" y="9782"/>
                </a:lnTo>
                <a:moveTo>
                  <a:pt x="37" y="9854"/>
                </a:moveTo>
                <a:lnTo>
                  <a:pt x="37" y="9891"/>
                </a:lnTo>
                <a:lnTo>
                  <a:pt x="0" y="9891"/>
                </a:lnTo>
                <a:lnTo>
                  <a:pt x="0" y="9854"/>
                </a:lnTo>
                <a:lnTo>
                  <a:pt x="37" y="9854"/>
                </a:lnTo>
                <a:moveTo>
                  <a:pt x="37" y="9927"/>
                </a:moveTo>
                <a:lnTo>
                  <a:pt x="37" y="9963"/>
                </a:lnTo>
                <a:lnTo>
                  <a:pt x="0" y="9963"/>
                </a:lnTo>
                <a:lnTo>
                  <a:pt x="0" y="9927"/>
                </a:lnTo>
                <a:lnTo>
                  <a:pt x="37" y="9927"/>
                </a:lnTo>
                <a:moveTo>
                  <a:pt x="37" y="9999"/>
                </a:moveTo>
                <a:lnTo>
                  <a:pt x="37" y="10035"/>
                </a:lnTo>
                <a:lnTo>
                  <a:pt x="0" y="10035"/>
                </a:lnTo>
                <a:lnTo>
                  <a:pt x="0" y="9999"/>
                </a:lnTo>
                <a:lnTo>
                  <a:pt x="37" y="9999"/>
                </a:lnTo>
                <a:moveTo>
                  <a:pt x="37" y="10072"/>
                </a:moveTo>
                <a:lnTo>
                  <a:pt x="37" y="10108"/>
                </a:lnTo>
                <a:lnTo>
                  <a:pt x="0" y="10108"/>
                </a:lnTo>
                <a:lnTo>
                  <a:pt x="0" y="10072"/>
                </a:lnTo>
                <a:lnTo>
                  <a:pt x="37" y="10072"/>
                </a:lnTo>
                <a:moveTo>
                  <a:pt x="37" y="10144"/>
                </a:moveTo>
                <a:lnTo>
                  <a:pt x="37" y="10180"/>
                </a:lnTo>
                <a:lnTo>
                  <a:pt x="0" y="10180"/>
                </a:lnTo>
                <a:lnTo>
                  <a:pt x="0" y="10144"/>
                </a:lnTo>
                <a:lnTo>
                  <a:pt x="37" y="10144"/>
                </a:lnTo>
                <a:moveTo>
                  <a:pt x="37" y="10217"/>
                </a:moveTo>
                <a:lnTo>
                  <a:pt x="37" y="10253"/>
                </a:lnTo>
                <a:lnTo>
                  <a:pt x="0" y="10253"/>
                </a:lnTo>
                <a:lnTo>
                  <a:pt x="0" y="10217"/>
                </a:lnTo>
                <a:lnTo>
                  <a:pt x="37" y="10217"/>
                </a:lnTo>
                <a:moveTo>
                  <a:pt x="37" y="10289"/>
                </a:moveTo>
                <a:lnTo>
                  <a:pt x="37" y="10317"/>
                </a:lnTo>
                <a:lnTo>
                  <a:pt x="0" y="10317"/>
                </a:lnTo>
                <a:lnTo>
                  <a:pt x="0" y="10289"/>
                </a:lnTo>
                <a:lnTo>
                  <a:pt x="37" y="10289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3510360" y="3143880"/>
            <a:ext cx="13320" cy="3714120"/>
          </a:xfrm>
          <a:custGeom>
            <a:avLst/>
            <a:gdLst/>
            <a:ahLst/>
            <a:rect l="0" t="0" r="r" b="b"/>
            <a:pathLst>
              <a:path w="37" h="10317">
                <a:moveTo>
                  <a:pt x="37" y="0"/>
                </a:moveTo>
                <a:lnTo>
                  <a:pt x="37" y="36"/>
                </a:lnTo>
                <a:lnTo>
                  <a:pt x="0" y="36"/>
                </a:lnTo>
                <a:lnTo>
                  <a:pt x="0" y="0"/>
                </a:lnTo>
                <a:lnTo>
                  <a:pt x="37" y="0"/>
                </a:lnTo>
                <a:moveTo>
                  <a:pt x="37" y="73"/>
                </a:moveTo>
                <a:lnTo>
                  <a:pt x="37" y="109"/>
                </a:lnTo>
                <a:lnTo>
                  <a:pt x="0" y="109"/>
                </a:lnTo>
                <a:lnTo>
                  <a:pt x="0" y="73"/>
                </a:lnTo>
                <a:lnTo>
                  <a:pt x="37" y="73"/>
                </a:lnTo>
                <a:moveTo>
                  <a:pt x="37" y="145"/>
                </a:moveTo>
                <a:lnTo>
                  <a:pt x="37" y="181"/>
                </a:lnTo>
                <a:lnTo>
                  <a:pt x="0" y="181"/>
                </a:lnTo>
                <a:lnTo>
                  <a:pt x="0" y="145"/>
                </a:lnTo>
                <a:lnTo>
                  <a:pt x="37" y="145"/>
                </a:lnTo>
                <a:moveTo>
                  <a:pt x="37" y="217"/>
                </a:moveTo>
                <a:lnTo>
                  <a:pt x="37" y="254"/>
                </a:lnTo>
                <a:lnTo>
                  <a:pt x="0" y="254"/>
                </a:lnTo>
                <a:lnTo>
                  <a:pt x="0" y="217"/>
                </a:lnTo>
                <a:lnTo>
                  <a:pt x="37" y="217"/>
                </a:lnTo>
                <a:moveTo>
                  <a:pt x="37" y="290"/>
                </a:moveTo>
                <a:lnTo>
                  <a:pt x="37" y="326"/>
                </a:lnTo>
                <a:lnTo>
                  <a:pt x="0" y="326"/>
                </a:lnTo>
                <a:lnTo>
                  <a:pt x="0" y="290"/>
                </a:lnTo>
                <a:lnTo>
                  <a:pt x="37" y="290"/>
                </a:lnTo>
                <a:moveTo>
                  <a:pt x="37" y="362"/>
                </a:moveTo>
                <a:lnTo>
                  <a:pt x="37" y="399"/>
                </a:lnTo>
                <a:lnTo>
                  <a:pt x="0" y="399"/>
                </a:lnTo>
                <a:lnTo>
                  <a:pt x="0" y="362"/>
                </a:lnTo>
                <a:lnTo>
                  <a:pt x="37" y="362"/>
                </a:lnTo>
                <a:moveTo>
                  <a:pt x="37" y="435"/>
                </a:moveTo>
                <a:lnTo>
                  <a:pt x="37" y="471"/>
                </a:lnTo>
                <a:lnTo>
                  <a:pt x="0" y="471"/>
                </a:lnTo>
                <a:lnTo>
                  <a:pt x="0" y="435"/>
                </a:lnTo>
                <a:lnTo>
                  <a:pt x="37" y="435"/>
                </a:lnTo>
                <a:moveTo>
                  <a:pt x="37" y="507"/>
                </a:moveTo>
                <a:lnTo>
                  <a:pt x="37" y="543"/>
                </a:lnTo>
                <a:lnTo>
                  <a:pt x="0" y="543"/>
                </a:lnTo>
                <a:lnTo>
                  <a:pt x="0" y="507"/>
                </a:lnTo>
                <a:lnTo>
                  <a:pt x="37" y="507"/>
                </a:lnTo>
                <a:moveTo>
                  <a:pt x="37" y="580"/>
                </a:moveTo>
                <a:lnTo>
                  <a:pt x="37" y="616"/>
                </a:lnTo>
                <a:lnTo>
                  <a:pt x="0" y="616"/>
                </a:lnTo>
                <a:lnTo>
                  <a:pt x="0" y="580"/>
                </a:lnTo>
                <a:lnTo>
                  <a:pt x="37" y="580"/>
                </a:lnTo>
                <a:moveTo>
                  <a:pt x="37" y="652"/>
                </a:moveTo>
                <a:lnTo>
                  <a:pt x="37" y="688"/>
                </a:lnTo>
                <a:lnTo>
                  <a:pt x="0" y="688"/>
                </a:lnTo>
                <a:lnTo>
                  <a:pt x="0" y="652"/>
                </a:lnTo>
                <a:lnTo>
                  <a:pt x="37" y="652"/>
                </a:lnTo>
                <a:moveTo>
                  <a:pt x="37" y="725"/>
                </a:moveTo>
                <a:lnTo>
                  <a:pt x="37" y="761"/>
                </a:lnTo>
                <a:lnTo>
                  <a:pt x="0" y="761"/>
                </a:lnTo>
                <a:lnTo>
                  <a:pt x="0" y="725"/>
                </a:lnTo>
                <a:lnTo>
                  <a:pt x="37" y="725"/>
                </a:lnTo>
                <a:moveTo>
                  <a:pt x="37" y="797"/>
                </a:moveTo>
                <a:lnTo>
                  <a:pt x="37" y="833"/>
                </a:lnTo>
                <a:lnTo>
                  <a:pt x="0" y="833"/>
                </a:lnTo>
                <a:lnTo>
                  <a:pt x="0" y="797"/>
                </a:lnTo>
                <a:lnTo>
                  <a:pt x="37" y="797"/>
                </a:lnTo>
                <a:moveTo>
                  <a:pt x="37" y="870"/>
                </a:moveTo>
                <a:lnTo>
                  <a:pt x="37" y="906"/>
                </a:lnTo>
                <a:lnTo>
                  <a:pt x="0" y="906"/>
                </a:lnTo>
                <a:lnTo>
                  <a:pt x="0" y="870"/>
                </a:lnTo>
                <a:lnTo>
                  <a:pt x="37" y="870"/>
                </a:lnTo>
                <a:moveTo>
                  <a:pt x="37" y="942"/>
                </a:moveTo>
                <a:lnTo>
                  <a:pt x="37" y="978"/>
                </a:lnTo>
                <a:lnTo>
                  <a:pt x="0" y="978"/>
                </a:lnTo>
                <a:lnTo>
                  <a:pt x="0" y="942"/>
                </a:lnTo>
                <a:lnTo>
                  <a:pt x="37" y="942"/>
                </a:lnTo>
                <a:moveTo>
                  <a:pt x="37" y="1014"/>
                </a:moveTo>
                <a:lnTo>
                  <a:pt x="37" y="1051"/>
                </a:lnTo>
                <a:lnTo>
                  <a:pt x="0" y="1051"/>
                </a:lnTo>
                <a:lnTo>
                  <a:pt x="0" y="1014"/>
                </a:lnTo>
                <a:lnTo>
                  <a:pt x="37" y="1014"/>
                </a:lnTo>
                <a:moveTo>
                  <a:pt x="37" y="1087"/>
                </a:moveTo>
                <a:lnTo>
                  <a:pt x="37" y="1123"/>
                </a:lnTo>
                <a:lnTo>
                  <a:pt x="0" y="1123"/>
                </a:lnTo>
                <a:lnTo>
                  <a:pt x="0" y="1087"/>
                </a:lnTo>
                <a:lnTo>
                  <a:pt x="37" y="1087"/>
                </a:lnTo>
                <a:moveTo>
                  <a:pt x="37" y="1159"/>
                </a:moveTo>
                <a:lnTo>
                  <a:pt x="37" y="1196"/>
                </a:lnTo>
                <a:lnTo>
                  <a:pt x="0" y="1196"/>
                </a:lnTo>
                <a:lnTo>
                  <a:pt x="0" y="1159"/>
                </a:lnTo>
                <a:lnTo>
                  <a:pt x="37" y="1159"/>
                </a:lnTo>
                <a:moveTo>
                  <a:pt x="37" y="1232"/>
                </a:moveTo>
                <a:lnTo>
                  <a:pt x="37" y="1268"/>
                </a:lnTo>
                <a:lnTo>
                  <a:pt x="0" y="1268"/>
                </a:lnTo>
                <a:lnTo>
                  <a:pt x="0" y="1232"/>
                </a:lnTo>
                <a:lnTo>
                  <a:pt x="37" y="1232"/>
                </a:lnTo>
                <a:moveTo>
                  <a:pt x="37" y="1304"/>
                </a:moveTo>
                <a:lnTo>
                  <a:pt x="37" y="1340"/>
                </a:lnTo>
                <a:lnTo>
                  <a:pt x="0" y="1340"/>
                </a:lnTo>
                <a:lnTo>
                  <a:pt x="0" y="1304"/>
                </a:lnTo>
                <a:lnTo>
                  <a:pt x="37" y="1304"/>
                </a:lnTo>
                <a:moveTo>
                  <a:pt x="37" y="1377"/>
                </a:moveTo>
                <a:lnTo>
                  <a:pt x="37" y="1413"/>
                </a:lnTo>
                <a:lnTo>
                  <a:pt x="0" y="1413"/>
                </a:lnTo>
                <a:lnTo>
                  <a:pt x="0" y="1377"/>
                </a:lnTo>
                <a:lnTo>
                  <a:pt x="37" y="1377"/>
                </a:lnTo>
                <a:moveTo>
                  <a:pt x="37" y="1449"/>
                </a:moveTo>
                <a:lnTo>
                  <a:pt x="37" y="1485"/>
                </a:lnTo>
                <a:lnTo>
                  <a:pt x="0" y="1485"/>
                </a:lnTo>
                <a:lnTo>
                  <a:pt x="0" y="1449"/>
                </a:lnTo>
                <a:lnTo>
                  <a:pt x="37" y="1449"/>
                </a:lnTo>
                <a:moveTo>
                  <a:pt x="37" y="1522"/>
                </a:moveTo>
                <a:lnTo>
                  <a:pt x="37" y="1558"/>
                </a:lnTo>
                <a:lnTo>
                  <a:pt x="0" y="1558"/>
                </a:lnTo>
                <a:lnTo>
                  <a:pt x="0" y="1522"/>
                </a:lnTo>
                <a:lnTo>
                  <a:pt x="37" y="1522"/>
                </a:lnTo>
                <a:moveTo>
                  <a:pt x="37" y="1594"/>
                </a:moveTo>
                <a:lnTo>
                  <a:pt x="37" y="1630"/>
                </a:lnTo>
                <a:lnTo>
                  <a:pt x="0" y="1630"/>
                </a:lnTo>
                <a:lnTo>
                  <a:pt x="0" y="1594"/>
                </a:lnTo>
                <a:lnTo>
                  <a:pt x="37" y="1594"/>
                </a:lnTo>
                <a:moveTo>
                  <a:pt x="37" y="1666"/>
                </a:moveTo>
                <a:lnTo>
                  <a:pt x="37" y="1703"/>
                </a:lnTo>
                <a:lnTo>
                  <a:pt x="0" y="1703"/>
                </a:lnTo>
                <a:lnTo>
                  <a:pt x="0" y="1666"/>
                </a:lnTo>
                <a:lnTo>
                  <a:pt x="37" y="1666"/>
                </a:lnTo>
                <a:moveTo>
                  <a:pt x="37" y="1739"/>
                </a:moveTo>
                <a:lnTo>
                  <a:pt x="37" y="1775"/>
                </a:lnTo>
                <a:lnTo>
                  <a:pt x="0" y="1775"/>
                </a:lnTo>
                <a:lnTo>
                  <a:pt x="0" y="1739"/>
                </a:lnTo>
                <a:lnTo>
                  <a:pt x="37" y="1739"/>
                </a:lnTo>
                <a:moveTo>
                  <a:pt x="37" y="1811"/>
                </a:moveTo>
                <a:lnTo>
                  <a:pt x="37" y="1848"/>
                </a:lnTo>
                <a:lnTo>
                  <a:pt x="0" y="1848"/>
                </a:lnTo>
                <a:lnTo>
                  <a:pt x="0" y="1811"/>
                </a:lnTo>
                <a:lnTo>
                  <a:pt x="37" y="1811"/>
                </a:lnTo>
                <a:moveTo>
                  <a:pt x="37" y="1884"/>
                </a:moveTo>
                <a:lnTo>
                  <a:pt x="37" y="1920"/>
                </a:lnTo>
                <a:lnTo>
                  <a:pt x="0" y="1920"/>
                </a:lnTo>
                <a:lnTo>
                  <a:pt x="0" y="1884"/>
                </a:lnTo>
                <a:lnTo>
                  <a:pt x="37" y="1884"/>
                </a:lnTo>
                <a:moveTo>
                  <a:pt x="37" y="1956"/>
                </a:moveTo>
                <a:lnTo>
                  <a:pt x="37" y="1992"/>
                </a:lnTo>
                <a:lnTo>
                  <a:pt x="0" y="1992"/>
                </a:lnTo>
                <a:lnTo>
                  <a:pt x="0" y="1956"/>
                </a:lnTo>
                <a:lnTo>
                  <a:pt x="37" y="1956"/>
                </a:lnTo>
                <a:moveTo>
                  <a:pt x="37" y="2029"/>
                </a:moveTo>
                <a:lnTo>
                  <a:pt x="37" y="2065"/>
                </a:lnTo>
                <a:lnTo>
                  <a:pt x="0" y="2065"/>
                </a:lnTo>
                <a:lnTo>
                  <a:pt x="0" y="2029"/>
                </a:lnTo>
                <a:lnTo>
                  <a:pt x="37" y="2029"/>
                </a:lnTo>
                <a:moveTo>
                  <a:pt x="37" y="2101"/>
                </a:moveTo>
                <a:lnTo>
                  <a:pt x="37" y="2137"/>
                </a:lnTo>
                <a:lnTo>
                  <a:pt x="0" y="2137"/>
                </a:lnTo>
                <a:lnTo>
                  <a:pt x="0" y="2101"/>
                </a:lnTo>
                <a:lnTo>
                  <a:pt x="37" y="2101"/>
                </a:lnTo>
                <a:moveTo>
                  <a:pt x="37" y="2174"/>
                </a:moveTo>
                <a:lnTo>
                  <a:pt x="37" y="2210"/>
                </a:lnTo>
                <a:lnTo>
                  <a:pt x="0" y="2210"/>
                </a:lnTo>
                <a:lnTo>
                  <a:pt x="0" y="2174"/>
                </a:lnTo>
                <a:lnTo>
                  <a:pt x="37" y="2174"/>
                </a:lnTo>
                <a:moveTo>
                  <a:pt x="37" y="2246"/>
                </a:moveTo>
                <a:lnTo>
                  <a:pt x="37" y="2282"/>
                </a:lnTo>
                <a:lnTo>
                  <a:pt x="0" y="2282"/>
                </a:lnTo>
                <a:lnTo>
                  <a:pt x="0" y="2246"/>
                </a:lnTo>
                <a:lnTo>
                  <a:pt x="37" y="2246"/>
                </a:lnTo>
                <a:moveTo>
                  <a:pt x="37" y="2319"/>
                </a:moveTo>
                <a:lnTo>
                  <a:pt x="37" y="2355"/>
                </a:lnTo>
                <a:lnTo>
                  <a:pt x="0" y="2355"/>
                </a:lnTo>
                <a:lnTo>
                  <a:pt x="0" y="2319"/>
                </a:lnTo>
                <a:lnTo>
                  <a:pt x="37" y="2319"/>
                </a:lnTo>
                <a:moveTo>
                  <a:pt x="37" y="2391"/>
                </a:moveTo>
                <a:lnTo>
                  <a:pt x="37" y="2427"/>
                </a:lnTo>
                <a:lnTo>
                  <a:pt x="0" y="2427"/>
                </a:lnTo>
                <a:lnTo>
                  <a:pt x="0" y="2391"/>
                </a:lnTo>
                <a:lnTo>
                  <a:pt x="37" y="2391"/>
                </a:lnTo>
                <a:moveTo>
                  <a:pt x="37" y="2463"/>
                </a:moveTo>
                <a:lnTo>
                  <a:pt x="37" y="2500"/>
                </a:lnTo>
                <a:lnTo>
                  <a:pt x="0" y="2500"/>
                </a:lnTo>
                <a:lnTo>
                  <a:pt x="0" y="2463"/>
                </a:lnTo>
                <a:lnTo>
                  <a:pt x="37" y="2463"/>
                </a:lnTo>
                <a:moveTo>
                  <a:pt x="37" y="2536"/>
                </a:moveTo>
                <a:lnTo>
                  <a:pt x="37" y="2572"/>
                </a:lnTo>
                <a:lnTo>
                  <a:pt x="0" y="2572"/>
                </a:lnTo>
                <a:lnTo>
                  <a:pt x="0" y="2536"/>
                </a:lnTo>
                <a:lnTo>
                  <a:pt x="37" y="2536"/>
                </a:lnTo>
                <a:moveTo>
                  <a:pt x="37" y="2608"/>
                </a:moveTo>
                <a:lnTo>
                  <a:pt x="37" y="2645"/>
                </a:lnTo>
                <a:lnTo>
                  <a:pt x="0" y="2645"/>
                </a:lnTo>
                <a:lnTo>
                  <a:pt x="0" y="2608"/>
                </a:lnTo>
                <a:lnTo>
                  <a:pt x="37" y="2608"/>
                </a:lnTo>
                <a:moveTo>
                  <a:pt x="37" y="2681"/>
                </a:moveTo>
                <a:lnTo>
                  <a:pt x="37" y="2717"/>
                </a:lnTo>
                <a:lnTo>
                  <a:pt x="0" y="2717"/>
                </a:lnTo>
                <a:lnTo>
                  <a:pt x="0" y="2681"/>
                </a:lnTo>
                <a:lnTo>
                  <a:pt x="37" y="2681"/>
                </a:lnTo>
                <a:moveTo>
                  <a:pt x="37" y="2753"/>
                </a:moveTo>
                <a:lnTo>
                  <a:pt x="37" y="2789"/>
                </a:lnTo>
                <a:lnTo>
                  <a:pt x="0" y="2789"/>
                </a:lnTo>
                <a:lnTo>
                  <a:pt x="0" y="2753"/>
                </a:lnTo>
                <a:lnTo>
                  <a:pt x="37" y="2753"/>
                </a:lnTo>
                <a:moveTo>
                  <a:pt x="37" y="2826"/>
                </a:moveTo>
                <a:lnTo>
                  <a:pt x="37" y="2862"/>
                </a:lnTo>
                <a:lnTo>
                  <a:pt x="0" y="2862"/>
                </a:lnTo>
                <a:lnTo>
                  <a:pt x="0" y="2826"/>
                </a:lnTo>
                <a:lnTo>
                  <a:pt x="37" y="2826"/>
                </a:lnTo>
                <a:moveTo>
                  <a:pt x="37" y="2898"/>
                </a:moveTo>
                <a:lnTo>
                  <a:pt x="37" y="2934"/>
                </a:lnTo>
                <a:lnTo>
                  <a:pt x="0" y="2934"/>
                </a:lnTo>
                <a:lnTo>
                  <a:pt x="0" y="2898"/>
                </a:lnTo>
                <a:lnTo>
                  <a:pt x="37" y="2898"/>
                </a:lnTo>
                <a:moveTo>
                  <a:pt x="37" y="2971"/>
                </a:moveTo>
                <a:lnTo>
                  <a:pt x="37" y="3007"/>
                </a:lnTo>
                <a:lnTo>
                  <a:pt x="0" y="3007"/>
                </a:lnTo>
                <a:lnTo>
                  <a:pt x="0" y="2971"/>
                </a:lnTo>
                <a:lnTo>
                  <a:pt x="37" y="2971"/>
                </a:lnTo>
                <a:moveTo>
                  <a:pt x="37" y="3043"/>
                </a:moveTo>
                <a:lnTo>
                  <a:pt x="37" y="3079"/>
                </a:lnTo>
                <a:lnTo>
                  <a:pt x="0" y="3079"/>
                </a:lnTo>
                <a:lnTo>
                  <a:pt x="0" y="3043"/>
                </a:lnTo>
                <a:lnTo>
                  <a:pt x="37" y="3043"/>
                </a:lnTo>
                <a:moveTo>
                  <a:pt x="37" y="3115"/>
                </a:moveTo>
                <a:lnTo>
                  <a:pt x="37" y="3152"/>
                </a:lnTo>
                <a:lnTo>
                  <a:pt x="0" y="3152"/>
                </a:lnTo>
                <a:lnTo>
                  <a:pt x="0" y="3115"/>
                </a:lnTo>
                <a:lnTo>
                  <a:pt x="37" y="3115"/>
                </a:lnTo>
                <a:moveTo>
                  <a:pt x="37" y="3188"/>
                </a:moveTo>
                <a:lnTo>
                  <a:pt x="37" y="3224"/>
                </a:lnTo>
                <a:lnTo>
                  <a:pt x="0" y="3224"/>
                </a:lnTo>
                <a:lnTo>
                  <a:pt x="0" y="3188"/>
                </a:lnTo>
                <a:lnTo>
                  <a:pt x="37" y="3188"/>
                </a:lnTo>
                <a:moveTo>
                  <a:pt x="37" y="3260"/>
                </a:moveTo>
                <a:lnTo>
                  <a:pt x="37" y="3297"/>
                </a:lnTo>
                <a:lnTo>
                  <a:pt x="0" y="3297"/>
                </a:lnTo>
                <a:lnTo>
                  <a:pt x="0" y="3260"/>
                </a:lnTo>
                <a:lnTo>
                  <a:pt x="37" y="3260"/>
                </a:lnTo>
                <a:moveTo>
                  <a:pt x="37" y="3333"/>
                </a:moveTo>
                <a:lnTo>
                  <a:pt x="37" y="3369"/>
                </a:lnTo>
                <a:lnTo>
                  <a:pt x="0" y="3369"/>
                </a:lnTo>
                <a:lnTo>
                  <a:pt x="0" y="3333"/>
                </a:lnTo>
                <a:lnTo>
                  <a:pt x="37" y="3333"/>
                </a:lnTo>
                <a:moveTo>
                  <a:pt x="37" y="3405"/>
                </a:moveTo>
                <a:lnTo>
                  <a:pt x="37" y="3441"/>
                </a:lnTo>
                <a:lnTo>
                  <a:pt x="0" y="3441"/>
                </a:lnTo>
                <a:lnTo>
                  <a:pt x="0" y="3405"/>
                </a:lnTo>
                <a:lnTo>
                  <a:pt x="37" y="3405"/>
                </a:lnTo>
                <a:moveTo>
                  <a:pt x="37" y="3478"/>
                </a:moveTo>
                <a:lnTo>
                  <a:pt x="37" y="3514"/>
                </a:lnTo>
                <a:lnTo>
                  <a:pt x="0" y="3514"/>
                </a:lnTo>
                <a:lnTo>
                  <a:pt x="0" y="3478"/>
                </a:lnTo>
                <a:lnTo>
                  <a:pt x="37" y="3478"/>
                </a:lnTo>
                <a:moveTo>
                  <a:pt x="37" y="3550"/>
                </a:moveTo>
                <a:lnTo>
                  <a:pt x="37" y="3586"/>
                </a:lnTo>
                <a:lnTo>
                  <a:pt x="0" y="3586"/>
                </a:lnTo>
                <a:lnTo>
                  <a:pt x="0" y="3550"/>
                </a:lnTo>
                <a:lnTo>
                  <a:pt x="37" y="3550"/>
                </a:lnTo>
                <a:moveTo>
                  <a:pt x="37" y="3623"/>
                </a:moveTo>
                <a:lnTo>
                  <a:pt x="37" y="3659"/>
                </a:lnTo>
                <a:lnTo>
                  <a:pt x="0" y="3659"/>
                </a:lnTo>
                <a:lnTo>
                  <a:pt x="0" y="3623"/>
                </a:lnTo>
                <a:lnTo>
                  <a:pt x="37" y="3623"/>
                </a:lnTo>
                <a:moveTo>
                  <a:pt x="37" y="3695"/>
                </a:moveTo>
                <a:lnTo>
                  <a:pt x="37" y="3731"/>
                </a:lnTo>
                <a:lnTo>
                  <a:pt x="0" y="3731"/>
                </a:lnTo>
                <a:lnTo>
                  <a:pt x="0" y="3695"/>
                </a:lnTo>
                <a:lnTo>
                  <a:pt x="37" y="3695"/>
                </a:lnTo>
                <a:moveTo>
                  <a:pt x="37" y="3768"/>
                </a:moveTo>
                <a:lnTo>
                  <a:pt x="37" y="3804"/>
                </a:lnTo>
                <a:lnTo>
                  <a:pt x="0" y="3804"/>
                </a:lnTo>
                <a:lnTo>
                  <a:pt x="0" y="3768"/>
                </a:lnTo>
                <a:lnTo>
                  <a:pt x="37" y="3768"/>
                </a:lnTo>
                <a:moveTo>
                  <a:pt x="37" y="3840"/>
                </a:moveTo>
                <a:lnTo>
                  <a:pt x="37" y="3876"/>
                </a:lnTo>
                <a:lnTo>
                  <a:pt x="0" y="3876"/>
                </a:lnTo>
                <a:lnTo>
                  <a:pt x="0" y="3840"/>
                </a:lnTo>
                <a:lnTo>
                  <a:pt x="37" y="3840"/>
                </a:lnTo>
                <a:moveTo>
                  <a:pt x="37" y="3912"/>
                </a:moveTo>
                <a:lnTo>
                  <a:pt x="37" y="3949"/>
                </a:lnTo>
                <a:lnTo>
                  <a:pt x="0" y="3949"/>
                </a:lnTo>
                <a:lnTo>
                  <a:pt x="0" y="3912"/>
                </a:lnTo>
                <a:lnTo>
                  <a:pt x="37" y="3912"/>
                </a:lnTo>
                <a:moveTo>
                  <a:pt x="37" y="3985"/>
                </a:moveTo>
                <a:lnTo>
                  <a:pt x="37" y="4021"/>
                </a:lnTo>
                <a:lnTo>
                  <a:pt x="0" y="4021"/>
                </a:lnTo>
                <a:lnTo>
                  <a:pt x="0" y="3985"/>
                </a:lnTo>
                <a:lnTo>
                  <a:pt x="37" y="3985"/>
                </a:lnTo>
                <a:moveTo>
                  <a:pt x="37" y="4057"/>
                </a:moveTo>
                <a:lnTo>
                  <a:pt x="37" y="4094"/>
                </a:lnTo>
                <a:lnTo>
                  <a:pt x="0" y="4094"/>
                </a:lnTo>
                <a:lnTo>
                  <a:pt x="0" y="4057"/>
                </a:lnTo>
                <a:lnTo>
                  <a:pt x="37" y="4057"/>
                </a:lnTo>
                <a:moveTo>
                  <a:pt x="37" y="4130"/>
                </a:moveTo>
                <a:lnTo>
                  <a:pt x="37" y="4166"/>
                </a:lnTo>
                <a:lnTo>
                  <a:pt x="0" y="4166"/>
                </a:lnTo>
                <a:lnTo>
                  <a:pt x="0" y="4130"/>
                </a:lnTo>
                <a:lnTo>
                  <a:pt x="37" y="4130"/>
                </a:lnTo>
                <a:moveTo>
                  <a:pt x="37" y="4202"/>
                </a:moveTo>
                <a:lnTo>
                  <a:pt x="37" y="4238"/>
                </a:lnTo>
                <a:lnTo>
                  <a:pt x="0" y="4238"/>
                </a:lnTo>
                <a:lnTo>
                  <a:pt x="0" y="4202"/>
                </a:lnTo>
                <a:lnTo>
                  <a:pt x="37" y="4202"/>
                </a:lnTo>
                <a:moveTo>
                  <a:pt x="37" y="4275"/>
                </a:moveTo>
                <a:lnTo>
                  <a:pt x="37" y="4311"/>
                </a:lnTo>
                <a:lnTo>
                  <a:pt x="0" y="4311"/>
                </a:lnTo>
                <a:lnTo>
                  <a:pt x="0" y="4275"/>
                </a:lnTo>
                <a:lnTo>
                  <a:pt x="37" y="4275"/>
                </a:lnTo>
                <a:moveTo>
                  <a:pt x="37" y="4347"/>
                </a:moveTo>
                <a:lnTo>
                  <a:pt x="37" y="4383"/>
                </a:lnTo>
                <a:lnTo>
                  <a:pt x="0" y="4383"/>
                </a:lnTo>
                <a:lnTo>
                  <a:pt x="0" y="4347"/>
                </a:lnTo>
                <a:lnTo>
                  <a:pt x="37" y="4347"/>
                </a:lnTo>
                <a:moveTo>
                  <a:pt x="37" y="4420"/>
                </a:moveTo>
                <a:lnTo>
                  <a:pt x="37" y="4456"/>
                </a:lnTo>
                <a:lnTo>
                  <a:pt x="0" y="4456"/>
                </a:lnTo>
                <a:lnTo>
                  <a:pt x="0" y="4420"/>
                </a:lnTo>
                <a:lnTo>
                  <a:pt x="37" y="4420"/>
                </a:lnTo>
                <a:moveTo>
                  <a:pt x="37" y="4492"/>
                </a:moveTo>
                <a:lnTo>
                  <a:pt x="37" y="4528"/>
                </a:lnTo>
                <a:lnTo>
                  <a:pt x="0" y="4528"/>
                </a:lnTo>
                <a:lnTo>
                  <a:pt x="0" y="4492"/>
                </a:lnTo>
                <a:lnTo>
                  <a:pt x="37" y="4492"/>
                </a:lnTo>
                <a:moveTo>
                  <a:pt x="37" y="4564"/>
                </a:moveTo>
                <a:lnTo>
                  <a:pt x="37" y="4601"/>
                </a:lnTo>
                <a:lnTo>
                  <a:pt x="0" y="4601"/>
                </a:lnTo>
                <a:lnTo>
                  <a:pt x="0" y="4564"/>
                </a:lnTo>
                <a:lnTo>
                  <a:pt x="37" y="4564"/>
                </a:lnTo>
                <a:moveTo>
                  <a:pt x="37" y="4637"/>
                </a:moveTo>
                <a:lnTo>
                  <a:pt x="37" y="4673"/>
                </a:lnTo>
                <a:lnTo>
                  <a:pt x="0" y="4673"/>
                </a:lnTo>
                <a:lnTo>
                  <a:pt x="0" y="4637"/>
                </a:lnTo>
                <a:lnTo>
                  <a:pt x="37" y="4637"/>
                </a:lnTo>
                <a:moveTo>
                  <a:pt x="37" y="4709"/>
                </a:moveTo>
                <a:lnTo>
                  <a:pt x="37" y="4746"/>
                </a:lnTo>
                <a:lnTo>
                  <a:pt x="0" y="4746"/>
                </a:lnTo>
                <a:lnTo>
                  <a:pt x="0" y="4709"/>
                </a:lnTo>
                <a:lnTo>
                  <a:pt x="37" y="4709"/>
                </a:lnTo>
                <a:moveTo>
                  <a:pt x="37" y="4782"/>
                </a:moveTo>
                <a:lnTo>
                  <a:pt x="37" y="4818"/>
                </a:lnTo>
                <a:lnTo>
                  <a:pt x="0" y="4818"/>
                </a:lnTo>
                <a:lnTo>
                  <a:pt x="0" y="4782"/>
                </a:lnTo>
                <a:lnTo>
                  <a:pt x="37" y="4782"/>
                </a:lnTo>
                <a:moveTo>
                  <a:pt x="37" y="4854"/>
                </a:moveTo>
                <a:lnTo>
                  <a:pt x="37" y="4890"/>
                </a:lnTo>
                <a:lnTo>
                  <a:pt x="0" y="4890"/>
                </a:lnTo>
                <a:lnTo>
                  <a:pt x="0" y="4854"/>
                </a:lnTo>
                <a:lnTo>
                  <a:pt x="37" y="4854"/>
                </a:lnTo>
                <a:moveTo>
                  <a:pt x="37" y="4927"/>
                </a:moveTo>
                <a:lnTo>
                  <a:pt x="37" y="4963"/>
                </a:lnTo>
                <a:lnTo>
                  <a:pt x="0" y="4963"/>
                </a:lnTo>
                <a:lnTo>
                  <a:pt x="0" y="4927"/>
                </a:lnTo>
                <a:lnTo>
                  <a:pt x="37" y="4927"/>
                </a:lnTo>
                <a:moveTo>
                  <a:pt x="37" y="4999"/>
                </a:moveTo>
                <a:lnTo>
                  <a:pt x="37" y="5035"/>
                </a:lnTo>
                <a:lnTo>
                  <a:pt x="0" y="5035"/>
                </a:lnTo>
                <a:lnTo>
                  <a:pt x="0" y="4999"/>
                </a:lnTo>
                <a:lnTo>
                  <a:pt x="37" y="4999"/>
                </a:lnTo>
                <a:moveTo>
                  <a:pt x="37" y="5072"/>
                </a:moveTo>
                <a:lnTo>
                  <a:pt x="37" y="5108"/>
                </a:lnTo>
                <a:lnTo>
                  <a:pt x="0" y="5108"/>
                </a:lnTo>
                <a:lnTo>
                  <a:pt x="0" y="5072"/>
                </a:lnTo>
                <a:lnTo>
                  <a:pt x="37" y="5072"/>
                </a:lnTo>
                <a:moveTo>
                  <a:pt x="37" y="5144"/>
                </a:moveTo>
                <a:lnTo>
                  <a:pt x="37" y="5180"/>
                </a:lnTo>
                <a:lnTo>
                  <a:pt x="0" y="5180"/>
                </a:lnTo>
                <a:lnTo>
                  <a:pt x="0" y="5144"/>
                </a:lnTo>
                <a:lnTo>
                  <a:pt x="37" y="5144"/>
                </a:lnTo>
                <a:moveTo>
                  <a:pt x="37" y="5217"/>
                </a:moveTo>
                <a:lnTo>
                  <a:pt x="37" y="5253"/>
                </a:lnTo>
                <a:lnTo>
                  <a:pt x="0" y="5253"/>
                </a:lnTo>
                <a:lnTo>
                  <a:pt x="0" y="5217"/>
                </a:lnTo>
                <a:lnTo>
                  <a:pt x="37" y="5217"/>
                </a:lnTo>
                <a:moveTo>
                  <a:pt x="37" y="5289"/>
                </a:moveTo>
                <a:lnTo>
                  <a:pt x="37" y="5325"/>
                </a:lnTo>
                <a:lnTo>
                  <a:pt x="0" y="5325"/>
                </a:lnTo>
                <a:lnTo>
                  <a:pt x="0" y="5289"/>
                </a:lnTo>
                <a:lnTo>
                  <a:pt x="37" y="5289"/>
                </a:lnTo>
                <a:moveTo>
                  <a:pt x="37" y="5361"/>
                </a:moveTo>
                <a:lnTo>
                  <a:pt x="37" y="5398"/>
                </a:lnTo>
                <a:lnTo>
                  <a:pt x="0" y="5398"/>
                </a:lnTo>
                <a:lnTo>
                  <a:pt x="0" y="5361"/>
                </a:lnTo>
                <a:lnTo>
                  <a:pt x="37" y="5361"/>
                </a:lnTo>
                <a:moveTo>
                  <a:pt x="37" y="5434"/>
                </a:moveTo>
                <a:lnTo>
                  <a:pt x="37" y="5470"/>
                </a:lnTo>
                <a:lnTo>
                  <a:pt x="0" y="5470"/>
                </a:lnTo>
                <a:lnTo>
                  <a:pt x="0" y="5434"/>
                </a:lnTo>
                <a:lnTo>
                  <a:pt x="37" y="5434"/>
                </a:lnTo>
                <a:moveTo>
                  <a:pt x="37" y="5506"/>
                </a:moveTo>
                <a:lnTo>
                  <a:pt x="37" y="5543"/>
                </a:lnTo>
                <a:lnTo>
                  <a:pt x="0" y="5543"/>
                </a:lnTo>
                <a:lnTo>
                  <a:pt x="0" y="5506"/>
                </a:lnTo>
                <a:lnTo>
                  <a:pt x="37" y="5506"/>
                </a:lnTo>
                <a:moveTo>
                  <a:pt x="37" y="5579"/>
                </a:moveTo>
                <a:lnTo>
                  <a:pt x="37" y="5615"/>
                </a:lnTo>
                <a:lnTo>
                  <a:pt x="0" y="5615"/>
                </a:lnTo>
                <a:lnTo>
                  <a:pt x="0" y="5579"/>
                </a:lnTo>
                <a:lnTo>
                  <a:pt x="37" y="5579"/>
                </a:lnTo>
                <a:moveTo>
                  <a:pt x="37" y="5651"/>
                </a:moveTo>
                <a:lnTo>
                  <a:pt x="37" y="5687"/>
                </a:lnTo>
                <a:lnTo>
                  <a:pt x="0" y="5687"/>
                </a:lnTo>
                <a:lnTo>
                  <a:pt x="0" y="5651"/>
                </a:lnTo>
                <a:lnTo>
                  <a:pt x="37" y="5651"/>
                </a:lnTo>
                <a:moveTo>
                  <a:pt x="37" y="5724"/>
                </a:moveTo>
                <a:lnTo>
                  <a:pt x="37" y="5760"/>
                </a:lnTo>
                <a:lnTo>
                  <a:pt x="0" y="5760"/>
                </a:lnTo>
                <a:lnTo>
                  <a:pt x="0" y="5724"/>
                </a:lnTo>
                <a:lnTo>
                  <a:pt x="37" y="5724"/>
                </a:lnTo>
                <a:moveTo>
                  <a:pt x="37" y="5796"/>
                </a:moveTo>
                <a:lnTo>
                  <a:pt x="37" y="5832"/>
                </a:lnTo>
                <a:lnTo>
                  <a:pt x="0" y="5832"/>
                </a:lnTo>
                <a:lnTo>
                  <a:pt x="0" y="5796"/>
                </a:lnTo>
                <a:lnTo>
                  <a:pt x="37" y="5796"/>
                </a:lnTo>
                <a:moveTo>
                  <a:pt x="37" y="5869"/>
                </a:moveTo>
                <a:lnTo>
                  <a:pt x="37" y="5905"/>
                </a:lnTo>
                <a:lnTo>
                  <a:pt x="0" y="5905"/>
                </a:lnTo>
                <a:lnTo>
                  <a:pt x="0" y="5869"/>
                </a:lnTo>
                <a:lnTo>
                  <a:pt x="37" y="5869"/>
                </a:lnTo>
                <a:moveTo>
                  <a:pt x="37" y="5941"/>
                </a:moveTo>
                <a:lnTo>
                  <a:pt x="37" y="5977"/>
                </a:lnTo>
                <a:lnTo>
                  <a:pt x="0" y="5977"/>
                </a:lnTo>
                <a:lnTo>
                  <a:pt x="0" y="5941"/>
                </a:lnTo>
                <a:lnTo>
                  <a:pt x="37" y="5941"/>
                </a:lnTo>
                <a:moveTo>
                  <a:pt x="37" y="6013"/>
                </a:moveTo>
                <a:lnTo>
                  <a:pt x="37" y="6050"/>
                </a:lnTo>
                <a:lnTo>
                  <a:pt x="0" y="6050"/>
                </a:lnTo>
                <a:lnTo>
                  <a:pt x="0" y="6013"/>
                </a:lnTo>
                <a:lnTo>
                  <a:pt x="37" y="6013"/>
                </a:lnTo>
                <a:moveTo>
                  <a:pt x="37" y="6086"/>
                </a:moveTo>
                <a:lnTo>
                  <a:pt x="37" y="6122"/>
                </a:lnTo>
                <a:lnTo>
                  <a:pt x="0" y="6122"/>
                </a:lnTo>
                <a:lnTo>
                  <a:pt x="0" y="6086"/>
                </a:lnTo>
                <a:lnTo>
                  <a:pt x="37" y="6086"/>
                </a:lnTo>
                <a:moveTo>
                  <a:pt x="37" y="6158"/>
                </a:moveTo>
                <a:lnTo>
                  <a:pt x="37" y="6195"/>
                </a:lnTo>
                <a:lnTo>
                  <a:pt x="0" y="6195"/>
                </a:lnTo>
                <a:lnTo>
                  <a:pt x="0" y="6158"/>
                </a:lnTo>
                <a:lnTo>
                  <a:pt x="37" y="6158"/>
                </a:lnTo>
                <a:moveTo>
                  <a:pt x="37" y="6231"/>
                </a:moveTo>
                <a:lnTo>
                  <a:pt x="37" y="6267"/>
                </a:lnTo>
                <a:lnTo>
                  <a:pt x="0" y="6267"/>
                </a:lnTo>
                <a:lnTo>
                  <a:pt x="0" y="6231"/>
                </a:lnTo>
                <a:lnTo>
                  <a:pt x="37" y="6231"/>
                </a:lnTo>
                <a:moveTo>
                  <a:pt x="37" y="6303"/>
                </a:moveTo>
                <a:lnTo>
                  <a:pt x="37" y="6340"/>
                </a:lnTo>
                <a:lnTo>
                  <a:pt x="0" y="6340"/>
                </a:lnTo>
                <a:lnTo>
                  <a:pt x="0" y="6303"/>
                </a:lnTo>
                <a:lnTo>
                  <a:pt x="37" y="6303"/>
                </a:lnTo>
                <a:moveTo>
                  <a:pt x="37" y="6376"/>
                </a:moveTo>
                <a:lnTo>
                  <a:pt x="37" y="6412"/>
                </a:lnTo>
                <a:lnTo>
                  <a:pt x="0" y="6412"/>
                </a:lnTo>
                <a:lnTo>
                  <a:pt x="0" y="6376"/>
                </a:lnTo>
                <a:lnTo>
                  <a:pt x="37" y="6376"/>
                </a:lnTo>
                <a:moveTo>
                  <a:pt x="37" y="6448"/>
                </a:moveTo>
                <a:lnTo>
                  <a:pt x="37" y="6484"/>
                </a:lnTo>
                <a:lnTo>
                  <a:pt x="0" y="6484"/>
                </a:lnTo>
                <a:lnTo>
                  <a:pt x="0" y="6448"/>
                </a:lnTo>
                <a:lnTo>
                  <a:pt x="37" y="6448"/>
                </a:lnTo>
                <a:moveTo>
                  <a:pt x="37" y="6521"/>
                </a:moveTo>
                <a:lnTo>
                  <a:pt x="37" y="6557"/>
                </a:lnTo>
                <a:lnTo>
                  <a:pt x="0" y="6557"/>
                </a:lnTo>
                <a:lnTo>
                  <a:pt x="0" y="6521"/>
                </a:lnTo>
                <a:lnTo>
                  <a:pt x="37" y="6521"/>
                </a:lnTo>
                <a:moveTo>
                  <a:pt x="37" y="6593"/>
                </a:moveTo>
                <a:lnTo>
                  <a:pt x="37" y="6629"/>
                </a:lnTo>
                <a:lnTo>
                  <a:pt x="0" y="6629"/>
                </a:lnTo>
                <a:lnTo>
                  <a:pt x="0" y="6593"/>
                </a:lnTo>
                <a:lnTo>
                  <a:pt x="37" y="6593"/>
                </a:lnTo>
                <a:moveTo>
                  <a:pt x="37" y="6666"/>
                </a:moveTo>
                <a:lnTo>
                  <a:pt x="37" y="6702"/>
                </a:lnTo>
                <a:lnTo>
                  <a:pt x="0" y="6702"/>
                </a:lnTo>
                <a:lnTo>
                  <a:pt x="0" y="6666"/>
                </a:lnTo>
                <a:lnTo>
                  <a:pt x="37" y="6666"/>
                </a:lnTo>
                <a:moveTo>
                  <a:pt x="37" y="6738"/>
                </a:moveTo>
                <a:lnTo>
                  <a:pt x="37" y="6775"/>
                </a:lnTo>
                <a:lnTo>
                  <a:pt x="0" y="6775"/>
                </a:lnTo>
                <a:lnTo>
                  <a:pt x="0" y="6738"/>
                </a:lnTo>
                <a:lnTo>
                  <a:pt x="37" y="6738"/>
                </a:lnTo>
                <a:moveTo>
                  <a:pt x="37" y="6811"/>
                </a:moveTo>
                <a:lnTo>
                  <a:pt x="37" y="6848"/>
                </a:lnTo>
                <a:lnTo>
                  <a:pt x="0" y="6848"/>
                </a:lnTo>
                <a:lnTo>
                  <a:pt x="0" y="6811"/>
                </a:lnTo>
                <a:lnTo>
                  <a:pt x="37" y="6811"/>
                </a:lnTo>
                <a:moveTo>
                  <a:pt x="37" y="6884"/>
                </a:moveTo>
                <a:lnTo>
                  <a:pt x="37" y="6920"/>
                </a:lnTo>
                <a:lnTo>
                  <a:pt x="0" y="6920"/>
                </a:lnTo>
                <a:lnTo>
                  <a:pt x="0" y="6884"/>
                </a:lnTo>
                <a:lnTo>
                  <a:pt x="37" y="6884"/>
                </a:lnTo>
                <a:moveTo>
                  <a:pt x="37" y="6956"/>
                </a:moveTo>
                <a:lnTo>
                  <a:pt x="37" y="6993"/>
                </a:lnTo>
                <a:lnTo>
                  <a:pt x="0" y="6993"/>
                </a:lnTo>
                <a:lnTo>
                  <a:pt x="0" y="6956"/>
                </a:lnTo>
                <a:lnTo>
                  <a:pt x="37" y="6956"/>
                </a:lnTo>
                <a:moveTo>
                  <a:pt x="37" y="7029"/>
                </a:moveTo>
                <a:lnTo>
                  <a:pt x="37" y="7065"/>
                </a:lnTo>
                <a:lnTo>
                  <a:pt x="0" y="7065"/>
                </a:lnTo>
                <a:lnTo>
                  <a:pt x="0" y="7029"/>
                </a:lnTo>
                <a:lnTo>
                  <a:pt x="37" y="7029"/>
                </a:lnTo>
                <a:moveTo>
                  <a:pt x="37" y="7101"/>
                </a:moveTo>
                <a:lnTo>
                  <a:pt x="37" y="7137"/>
                </a:lnTo>
                <a:lnTo>
                  <a:pt x="0" y="7137"/>
                </a:lnTo>
                <a:lnTo>
                  <a:pt x="0" y="7101"/>
                </a:lnTo>
                <a:lnTo>
                  <a:pt x="37" y="7101"/>
                </a:lnTo>
                <a:moveTo>
                  <a:pt x="37" y="7174"/>
                </a:moveTo>
                <a:lnTo>
                  <a:pt x="37" y="7210"/>
                </a:lnTo>
                <a:lnTo>
                  <a:pt x="0" y="7210"/>
                </a:lnTo>
                <a:lnTo>
                  <a:pt x="0" y="7174"/>
                </a:lnTo>
                <a:lnTo>
                  <a:pt x="37" y="7174"/>
                </a:lnTo>
                <a:moveTo>
                  <a:pt x="37" y="7246"/>
                </a:moveTo>
                <a:lnTo>
                  <a:pt x="37" y="7282"/>
                </a:lnTo>
                <a:lnTo>
                  <a:pt x="0" y="7282"/>
                </a:lnTo>
                <a:lnTo>
                  <a:pt x="0" y="7246"/>
                </a:lnTo>
                <a:lnTo>
                  <a:pt x="37" y="7246"/>
                </a:lnTo>
                <a:moveTo>
                  <a:pt x="37" y="7319"/>
                </a:moveTo>
                <a:lnTo>
                  <a:pt x="37" y="7355"/>
                </a:lnTo>
                <a:lnTo>
                  <a:pt x="0" y="7355"/>
                </a:lnTo>
                <a:lnTo>
                  <a:pt x="0" y="7319"/>
                </a:lnTo>
                <a:lnTo>
                  <a:pt x="37" y="7319"/>
                </a:lnTo>
                <a:moveTo>
                  <a:pt x="37" y="7391"/>
                </a:moveTo>
                <a:lnTo>
                  <a:pt x="37" y="7427"/>
                </a:lnTo>
                <a:lnTo>
                  <a:pt x="0" y="7427"/>
                </a:lnTo>
                <a:lnTo>
                  <a:pt x="0" y="7391"/>
                </a:lnTo>
                <a:lnTo>
                  <a:pt x="37" y="7391"/>
                </a:lnTo>
                <a:moveTo>
                  <a:pt x="37" y="7463"/>
                </a:moveTo>
                <a:lnTo>
                  <a:pt x="37" y="7500"/>
                </a:lnTo>
                <a:lnTo>
                  <a:pt x="0" y="7500"/>
                </a:lnTo>
                <a:lnTo>
                  <a:pt x="0" y="7463"/>
                </a:lnTo>
                <a:lnTo>
                  <a:pt x="37" y="7463"/>
                </a:lnTo>
                <a:moveTo>
                  <a:pt x="37" y="7536"/>
                </a:moveTo>
                <a:lnTo>
                  <a:pt x="37" y="7572"/>
                </a:lnTo>
                <a:lnTo>
                  <a:pt x="0" y="7572"/>
                </a:lnTo>
                <a:lnTo>
                  <a:pt x="0" y="7536"/>
                </a:lnTo>
                <a:lnTo>
                  <a:pt x="37" y="7536"/>
                </a:lnTo>
                <a:moveTo>
                  <a:pt x="37" y="7608"/>
                </a:moveTo>
                <a:lnTo>
                  <a:pt x="37" y="7645"/>
                </a:lnTo>
                <a:lnTo>
                  <a:pt x="0" y="7645"/>
                </a:lnTo>
                <a:lnTo>
                  <a:pt x="0" y="7608"/>
                </a:lnTo>
                <a:lnTo>
                  <a:pt x="37" y="7608"/>
                </a:lnTo>
                <a:moveTo>
                  <a:pt x="37" y="7681"/>
                </a:moveTo>
                <a:lnTo>
                  <a:pt x="37" y="7717"/>
                </a:lnTo>
                <a:lnTo>
                  <a:pt x="0" y="7717"/>
                </a:lnTo>
                <a:lnTo>
                  <a:pt x="0" y="7681"/>
                </a:lnTo>
                <a:lnTo>
                  <a:pt x="37" y="7681"/>
                </a:lnTo>
                <a:moveTo>
                  <a:pt x="37" y="7753"/>
                </a:moveTo>
                <a:lnTo>
                  <a:pt x="37" y="7790"/>
                </a:lnTo>
                <a:lnTo>
                  <a:pt x="0" y="7790"/>
                </a:lnTo>
                <a:lnTo>
                  <a:pt x="0" y="7753"/>
                </a:lnTo>
                <a:lnTo>
                  <a:pt x="37" y="7753"/>
                </a:lnTo>
                <a:moveTo>
                  <a:pt x="37" y="7826"/>
                </a:moveTo>
                <a:lnTo>
                  <a:pt x="37" y="7862"/>
                </a:lnTo>
                <a:lnTo>
                  <a:pt x="0" y="7862"/>
                </a:lnTo>
                <a:lnTo>
                  <a:pt x="0" y="7826"/>
                </a:lnTo>
                <a:lnTo>
                  <a:pt x="37" y="7826"/>
                </a:lnTo>
                <a:moveTo>
                  <a:pt x="37" y="7898"/>
                </a:moveTo>
                <a:lnTo>
                  <a:pt x="37" y="7934"/>
                </a:lnTo>
                <a:lnTo>
                  <a:pt x="0" y="7934"/>
                </a:lnTo>
                <a:lnTo>
                  <a:pt x="0" y="7898"/>
                </a:lnTo>
                <a:lnTo>
                  <a:pt x="37" y="7898"/>
                </a:lnTo>
                <a:moveTo>
                  <a:pt x="37" y="7971"/>
                </a:moveTo>
                <a:lnTo>
                  <a:pt x="37" y="8007"/>
                </a:lnTo>
                <a:lnTo>
                  <a:pt x="0" y="8007"/>
                </a:lnTo>
                <a:lnTo>
                  <a:pt x="0" y="7971"/>
                </a:lnTo>
                <a:lnTo>
                  <a:pt x="37" y="7971"/>
                </a:lnTo>
                <a:moveTo>
                  <a:pt x="37" y="8043"/>
                </a:moveTo>
                <a:lnTo>
                  <a:pt x="37" y="8079"/>
                </a:lnTo>
                <a:lnTo>
                  <a:pt x="0" y="8079"/>
                </a:lnTo>
                <a:lnTo>
                  <a:pt x="0" y="8043"/>
                </a:lnTo>
                <a:lnTo>
                  <a:pt x="37" y="8043"/>
                </a:lnTo>
                <a:moveTo>
                  <a:pt x="37" y="8116"/>
                </a:moveTo>
                <a:lnTo>
                  <a:pt x="37" y="8152"/>
                </a:lnTo>
                <a:lnTo>
                  <a:pt x="0" y="8152"/>
                </a:lnTo>
                <a:lnTo>
                  <a:pt x="0" y="8116"/>
                </a:lnTo>
                <a:lnTo>
                  <a:pt x="37" y="8116"/>
                </a:lnTo>
                <a:moveTo>
                  <a:pt x="37" y="8188"/>
                </a:moveTo>
                <a:lnTo>
                  <a:pt x="37" y="8224"/>
                </a:lnTo>
                <a:lnTo>
                  <a:pt x="0" y="8224"/>
                </a:lnTo>
                <a:lnTo>
                  <a:pt x="0" y="8188"/>
                </a:lnTo>
                <a:lnTo>
                  <a:pt x="37" y="8188"/>
                </a:lnTo>
                <a:moveTo>
                  <a:pt x="37" y="8260"/>
                </a:moveTo>
                <a:lnTo>
                  <a:pt x="37" y="8297"/>
                </a:lnTo>
                <a:lnTo>
                  <a:pt x="0" y="8297"/>
                </a:lnTo>
                <a:lnTo>
                  <a:pt x="0" y="8260"/>
                </a:lnTo>
                <a:lnTo>
                  <a:pt x="37" y="8260"/>
                </a:lnTo>
                <a:moveTo>
                  <a:pt x="37" y="8333"/>
                </a:moveTo>
                <a:lnTo>
                  <a:pt x="37" y="8369"/>
                </a:lnTo>
                <a:lnTo>
                  <a:pt x="0" y="8369"/>
                </a:lnTo>
                <a:lnTo>
                  <a:pt x="0" y="8333"/>
                </a:lnTo>
                <a:lnTo>
                  <a:pt x="37" y="8333"/>
                </a:lnTo>
                <a:moveTo>
                  <a:pt x="37" y="8405"/>
                </a:moveTo>
                <a:lnTo>
                  <a:pt x="37" y="8442"/>
                </a:lnTo>
                <a:lnTo>
                  <a:pt x="0" y="8442"/>
                </a:lnTo>
                <a:lnTo>
                  <a:pt x="0" y="8405"/>
                </a:lnTo>
                <a:lnTo>
                  <a:pt x="37" y="8405"/>
                </a:lnTo>
                <a:moveTo>
                  <a:pt x="37" y="8478"/>
                </a:moveTo>
                <a:lnTo>
                  <a:pt x="37" y="8514"/>
                </a:lnTo>
                <a:lnTo>
                  <a:pt x="0" y="8514"/>
                </a:lnTo>
                <a:lnTo>
                  <a:pt x="0" y="8478"/>
                </a:lnTo>
                <a:lnTo>
                  <a:pt x="37" y="8478"/>
                </a:lnTo>
                <a:moveTo>
                  <a:pt x="37" y="8550"/>
                </a:moveTo>
                <a:lnTo>
                  <a:pt x="37" y="8586"/>
                </a:lnTo>
                <a:lnTo>
                  <a:pt x="0" y="8586"/>
                </a:lnTo>
                <a:lnTo>
                  <a:pt x="0" y="8550"/>
                </a:lnTo>
                <a:lnTo>
                  <a:pt x="37" y="8550"/>
                </a:lnTo>
                <a:moveTo>
                  <a:pt x="37" y="8623"/>
                </a:moveTo>
                <a:lnTo>
                  <a:pt x="37" y="8659"/>
                </a:lnTo>
                <a:lnTo>
                  <a:pt x="0" y="8659"/>
                </a:lnTo>
                <a:lnTo>
                  <a:pt x="0" y="8623"/>
                </a:lnTo>
                <a:lnTo>
                  <a:pt x="37" y="8623"/>
                </a:lnTo>
                <a:moveTo>
                  <a:pt x="37" y="8695"/>
                </a:moveTo>
                <a:lnTo>
                  <a:pt x="37" y="8731"/>
                </a:lnTo>
                <a:lnTo>
                  <a:pt x="0" y="8731"/>
                </a:lnTo>
                <a:lnTo>
                  <a:pt x="0" y="8695"/>
                </a:lnTo>
                <a:lnTo>
                  <a:pt x="37" y="8695"/>
                </a:lnTo>
                <a:moveTo>
                  <a:pt x="37" y="8768"/>
                </a:moveTo>
                <a:lnTo>
                  <a:pt x="37" y="8804"/>
                </a:lnTo>
                <a:lnTo>
                  <a:pt x="0" y="8804"/>
                </a:lnTo>
                <a:lnTo>
                  <a:pt x="0" y="8768"/>
                </a:lnTo>
                <a:lnTo>
                  <a:pt x="37" y="8768"/>
                </a:lnTo>
                <a:moveTo>
                  <a:pt x="37" y="8840"/>
                </a:moveTo>
                <a:lnTo>
                  <a:pt x="37" y="8876"/>
                </a:lnTo>
                <a:lnTo>
                  <a:pt x="0" y="8876"/>
                </a:lnTo>
                <a:lnTo>
                  <a:pt x="0" y="8840"/>
                </a:lnTo>
                <a:lnTo>
                  <a:pt x="37" y="8840"/>
                </a:lnTo>
                <a:moveTo>
                  <a:pt x="37" y="8912"/>
                </a:moveTo>
                <a:lnTo>
                  <a:pt x="37" y="8949"/>
                </a:lnTo>
                <a:lnTo>
                  <a:pt x="0" y="8949"/>
                </a:lnTo>
                <a:lnTo>
                  <a:pt x="0" y="8912"/>
                </a:lnTo>
                <a:lnTo>
                  <a:pt x="37" y="8912"/>
                </a:lnTo>
                <a:moveTo>
                  <a:pt x="37" y="8985"/>
                </a:moveTo>
                <a:lnTo>
                  <a:pt x="37" y="9021"/>
                </a:lnTo>
                <a:lnTo>
                  <a:pt x="0" y="9021"/>
                </a:lnTo>
                <a:lnTo>
                  <a:pt x="0" y="8985"/>
                </a:lnTo>
                <a:lnTo>
                  <a:pt x="37" y="8985"/>
                </a:lnTo>
                <a:moveTo>
                  <a:pt x="37" y="9057"/>
                </a:moveTo>
                <a:lnTo>
                  <a:pt x="37" y="9094"/>
                </a:lnTo>
                <a:lnTo>
                  <a:pt x="0" y="9094"/>
                </a:lnTo>
                <a:lnTo>
                  <a:pt x="0" y="9057"/>
                </a:lnTo>
                <a:lnTo>
                  <a:pt x="37" y="9057"/>
                </a:lnTo>
                <a:moveTo>
                  <a:pt x="37" y="9130"/>
                </a:moveTo>
                <a:lnTo>
                  <a:pt x="37" y="9166"/>
                </a:lnTo>
                <a:lnTo>
                  <a:pt x="0" y="9166"/>
                </a:lnTo>
                <a:lnTo>
                  <a:pt x="0" y="9130"/>
                </a:lnTo>
                <a:lnTo>
                  <a:pt x="37" y="9130"/>
                </a:lnTo>
                <a:moveTo>
                  <a:pt x="37" y="9202"/>
                </a:moveTo>
                <a:lnTo>
                  <a:pt x="37" y="9239"/>
                </a:lnTo>
                <a:lnTo>
                  <a:pt x="0" y="9239"/>
                </a:lnTo>
                <a:lnTo>
                  <a:pt x="0" y="9202"/>
                </a:lnTo>
                <a:lnTo>
                  <a:pt x="37" y="9202"/>
                </a:lnTo>
                <a:moveTo>
                  <a:pt x="37" y="9275"/>
                </a:moveTo>
                <a:lnTo>
                  <a:pt x="37" y="9311"/>
                </a:lnTo>
                <a:lnTo>
                  <a:pt x="0" y="9311"/>
                </a:lnTo>
                <a:lnTo>
                  <a:pt x="0" y="9275"/>
                </a:lnTo>
                <a:lnTo>
                  <a:pt x="37" y="9275"/>
                </a:lnTo>
                <a:moveTo>
                  <a:pt x="37" y="9347"/>
                </a:moveTo>
                <a:lnTo>
                  <a:pt x="37" y="9383"/>
                </a:lnTo>
                <a:lnTo>
                  <a:pt x="0" y="9383"/>
                </a:lnTo>
                <a:lnTo>
                  <a:pt x="0" y="9347"/>
                </a:lnTo>
                <a:lnTo>
                  <a:pt x="37" y="9347"/>
                </a:lnTo>
                <a:moveTo>
                  <a:pt x="37" y="9420"/>
                </a:moveTo>
                <a:lnTo>
                  <a:pt x="37" y="9456"/>
                </a:lnTo>
                <a:lnTo>
                  <a:pt x="0" y="9456"/>
                </a:lnTo>
                <a:lnTo>
                  <a:pt x="0" y="9420"/>
                </a:lnTo>
                <a:lnTo>
                  <a:pt x="37" y="9420"/>
                </a:lnTo>
                <a:moveTo>
                  <a:pt x="37" y="9492"/>
                </a:moveTo>
                <a:lnTo>
                  <a:pt x="37" y="9528"/>
                </a:lnTo>
                <a:lnTo>
                  <a:pt x="0" y="9528"/>
                </a:lnTo>
                <a:lnTo>
                  <a:pt x="0" y="9492"/>
                </a:lnTo>
                <a:lnTo>
                  <a:pt x="37" y="9492"/>
                </a:lnTo>
                <a:moveTo>
                  <a:pt x="37" y="9565"/>
                </a:moveTo>
                <a:lnTo>
                  <a:pt x="37" y="9601"/>
                </a:lnTo>
                <a:lnTo>
                  <a:pt x="0" y="9601"/>
                </a:lnTo>
                <a:lnTo>
                  <a:pt x="0" y="9565"/>
                </a:lnTo>
                <a:lnTo>
                  <a:pt x="37" y="9565"/>
                </a:lnTo>
                <a:moveTo>
                  <a:pt x="37" y="9637"/>
                </a:moveTo>
                <a:lnTo>
                  <a:pt x="37" y="9673"/>
                </a:lnTo>
                <a:lnTo>
                  <a:pt x="0" y="9673"/>
                </a:lnTo>
                <a:lnTo>
                  <a:pt x="0" y="9637"/>
                </a:lnTo>
                <a:lnTo>
                  <a:pt x="37" y="9637"/>
                </a:lnTo>
                <a:moveTo>
                  <a:pt x="37" y="9709"/>
                </a:moveTo>
                <a:lnTo>
                  <a:pt x="37" y="9746"/>
                </a:lnTo>
                <a:lnTo>
                  <a:pt x="0" y="9746"/>
                </a:lnTo>
                <a:lnTo>
                  <a:pt x="0" y="9709"/>
                </a:lnTo>
                <a:lnTo>
                  <a:pt x="37" y="9709"/>
                </a:lnTo>
                <a:moveTo>
                  <a:pt x="37" y="9782"/>
                </a:moveTo>
                <a:lnTo>
                  <a:pt x="37" y="9818"/>
                </a:lnTo>
                <a:lnTo>
                  <a:pt x="0" y="9818"/>
                </a:lnTo>
                <a:lnTo>
                  <a:pt x="0" y="9782"/>
                </a:lnTo>
                <a:lnTo>
                  <a:pt x="37" y="9782"/>
                </a:lnTo>
                <a:moveTo>
                  <a:pt x="37" y="9854"/>
                </a:moveTo>
                <a:lnTo>
                  <a:pt x="37" y="9891"/>
                </a:lnTo>
                <a:lnTo>
                  <a:pt x="0" y="9891"/>
                </a:lnTo>
                <a:lnTo>
                  <a:pt x="0" y="9854"/>
                </a:lnTo>
                <a:lnTo>
                  <a:pt x="37" y="9854"/>
                </a:lnTo>
                <a:moveTo>
                  <a:pt x="37" y="9927"/>
                </a:moveTo>
                <a:lnTo>
                  <a:pt x="37" y="9963"/>
                </a:lnTo>
                <a:lnTo>
                  <a:pt x="0" y="9963"/>
                </a:lnTo>
                <a:lnTo>
                  <a:pt x="0" y="9927"/>
                </a:lnTo>
                <a:lnTo>
                  <a:pt x="37" y="9927"/>
                </a:lnTo>
                <a:moveTo>
                  <a:pt x="37" y="9999"/>
                </a:moveTo>
                <a:lnTo>
                  <a:pt x="37" y="10035"/>
                </a:lnTo>
                <a:lnTo>
                  <a:pt x="0" y="10035"/>
                </a:lnTo>
                <a:lnTo>
                  <a:pt x="0" y="9999"/>
                </a:lnTo>
                <a:lnTo>
                  <a:pt x="37" y="9999"/>
                </a:lnTo>
                <a:moveTo>
                  <a:pt x="37" y="10072"/>
                </a:moveTo>
                <a:lnTo>
                  <a:pt x="37" y="10108"/>
                </a:lnTo>
                <a:lnTo>
                  <a:pt x="0" y="10108"/>
                </a:lnTo>
                <a:lnTo>
                  <a:pt x="0" y="10072"/>
                </a:lnTo>
                <a:lnTo>
                  <a:pt x="37" y="10072"/>
                </a:lnTo>
                <a:moveTo>
                  <a:pt x="37" y="10144"/>
                </a:moveTo>
                <a:lnTo>
                  <a:pt x="37" y="10180"/>
                </a:lnTo>
                <a:lnTo>
                  <a:pt x="0" y="10180"/>
                </a:lnTo>
                <a:lnTo>
                  <a:pt x="0" y="10144"/>
                </a:lnTo>
                <a:lnTo>
                  <a:pt x="37" y="10144"/>
                </a:lnTo>
                <a:moveTo>
                  <a:pt x="37" y="10217"/>
                </a:moveTo>
                <a:lnTo>
                  <a:pt x="37" y="10253"/>
                </a:lnTo>
                <a:lnTo>
                  <a:pt x="0" y="10253"/>
                </a:lnTo>
                <a:lnTo>
                  <a:pt x="0" y="10217"/>
                </a:lnTo>
                <a:lnTo>
                  <a:pt x="37" y="10217"/>
                </a:lnTo>
                <a:moveTo>
                  <a:pt x="37" y="10289"/>
                </a:moveTo>
                <a:lnTo>
                  <a:pt x="37" y="10317"/>
                </a:lnTo>
                <a:lnTo>
                  <a:pt x="0" y="10317"/>
                </a:lnTo>
                <a:lnTo>
                  <a:pt x="0" y="10289"/>
                </a:lnTo>
                <a:lnTo>
                  <a:pt x="37" y="10289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3516840" y="6136920"/>
            <a:ext cx="4597560" cy="13320"/>
          </a:xfrm>
          <a:custGeom>
            <a:avLst/>
            <a:gdLst/>
            <a:ahLst/>
            <a:rect l="0" t="0" r="r" b="b"/>
            <a:pathLst>
              <a:path w="12771" h="37">
                <a:moveTo>
                  <a:pt x="0" y="0"/>
                </a:moveTo>
                <a:lnTo>
                  <a:pt x="54" y="0"/>
                </a:lnTo>
                <a:lnTo>
                  <a:pt x="54" y="37"/>
                </a:lnTo>
                <a:lnTo>
                  <a:pt x="0" y="37"/>
                </a:lnTo>
                <a:lnTo>
                  <a:pt x="0" y="0"/>
                </a:lnTo>
                <a:moveTo>
                  <a:pt x="109" y="0"/>
                </a:moveTo>
                <a:lnTo>
                  <a:pt x="163" y="0"/>
                </a:lnTo>
                <a:lnTo>
                  <a:pt x="163" y="37"/>
                </a:lnTo>
                <a:lnTo>
                  <a:pt x="109" y="37"/>
                </a:lnTo>
                <a:lnTo>
                  <a:pt x="109" y="0"/>
                </a:lnTo>
                <a:moveTo>
                  <a:pt x="218" y="0"/>
                </a:moveTo>
                <a:lnTo>
                  <a:pt x="272" y="0"/>
                </a:lnTo>
                <a:lnTo>
                  <a:pt x="272" y="37"/>
                </a:lnTo>
                <a:lnTo>
                  <a:pt x="218" y="37"/>
                </a:lnTo>
                <a:lnTo>
                  <a:pt x="218" y="0"/>
                </a:lnTo>
                <a:moveTo>
                  <a:pt x="326" y="0"/>
                </a:moveTo>
                <a:lnTo>
                  <a:pt x="381" y="0"/>
                </a:lnTo>
                <a:lnTo>
                  <a:pt x="381" y="37"/>
                </a:lnTo>
                <a:lnTo>
                  <a:pt x="326" y="37"/>
                </a:lnTo>
                <a:lnTo>
                  <a:pt x="326" y="0"/>
                </a:lnTo>
                <a:moveTo>
                  <a:pt x="435" y="0"/>
                </a:moveTo>
                <a:lnTo>
                  <a:pt x="489" y="0"/>
                </a:lnTo>
                <a:lnTo>
                  <a:pt x="489" y="37"/>
                </a:lnTo>
                <a:lnTo>
                  <a:pt x="435" y="37"/>
                </a:lnTo>
                <a:lnTo>
                  <a:pt x="435" y="0"/>
                </a:lnTo>
                <a:moveTo>
                  <a:pt x="544" y="0"/>
                </a:moveTo>
                <a:lnTo>
                  <a:pt x="598" y="0"/>
                </a:lnTo>
                <a:lnTo>
                  <a:pt x="598" y="37"/>
                </a:lnTo>
                <a:lnTo>
                  <a:pt x="544" y="37"/>
                </a:lnTo>
                <a:lnTo>
                  <a:pt x="544" y="0"/>
                </a:lnTo>
                <a:moveTo>
                  <a:pt x="652" y="0"/>
                </a:moveTo>
                <a:lnTo>
                  <a:pt x="707" y="0"/>
                </a:lnTo>
                <a:lnTo>
                  <a:pt x="707" y="37"/>
                </a:lnTo>
                <a:lnTo>
                  <a:pt x="652" y="37"/>
                </a:lnTo>
                <a:lnTo>
                  <a:pt x="652" y="0"/>
                </a:lnTo>
                <a:moveTo>
                  <a:pt x="761" y="0"/>
                </a:moveTo>
                <a:lnTo>
                  <a:pt x="815" y="0"/>
                </a:lnTo>
                <a:lnTo>
                  <a:pt x="815" y="37"/>
                </a:lnTo>
                <a:lnTo>
                  <a:pt x="761" y="37"/>
                </a:lnTo>
                <a:lnTo>
                  <a:pt x="761" y="0"/>
                </a:lnTo>
                <a:moveTo>
                  <a:pt x="870" y="0"/>
                </a:moveTo>
                <a:lnTo>
                  <a:pt x="924" y="0"/>
                </a:lnTo>
                <a:lnTo>
                  <a:pt x="924" y="37"/>
                </a:lnTo>
                <a:lnTo>
                  <a:pt x="870" y="37"/>
                </a:lnTo>
                <a:lnTo>
                  <a:pt x="870" y="0"/>
                </a:lnTo>
                <a:moveTo>
                  <a:pt x="978" y="0"/>
                </a:moveTo>
                <a:lnTo>
                  <a:pt x="1033" y="0"/>
                </a:lnTo>
                <a:lnTo>
                  <a:pt x="1033" y="37"/>
                </a:lnTo>
                <a:lnTo>
                  <a:pt x="978" y="37"/>
                </a:lnTo>
                <a:lnTo>
                  <a:pt x="978" y="0"/>
                </a:lnTo>
                <a:moveTo>
                  <a:pt x="1087" y="0"/>
                </a:moveTo>
                <a:lnTo>
                  <a:pt x="1141" y="0"/>
                </a:lnTo>
                <a:lnTo>
                  <a:pt x="1141" y="37"/>
                </a:lnTo>
                <a:lnTo>
                  <a:pt x="1087" y="37"/>
                </a:lnTo>
                <a:lnTo>
                  <a:pt x="1087" y="0"/>
                </a:lnTo>
                <a:moveTo>
                  <a:pt x="1196" y="0"/>
                </a:moveTo>
                <a:lnTo>
                  <a:pt x="1250" y="0"/>
                </a:lnTo>
                <a:lnTo>
                  <a:pt x="1250" y="37"/>
                </a:lnTo>
                <a:lnTo>
                  <a:pt x="1196" y="37"/>
                </a:lnTo>
                <a:lnTo>
                  <a:pt x="1196" y="0"/>
                </a:lnTo>
                <a:moveTo>
                  <a:pt x="1304" y="0"/>
                </a:moveTo>
                <a:lnTo>
                  <a:pt x="1359" y="0"/>
                </a:lnTo>
                <a:lnTo>
                  <a:pt x="1359" y="37"/>
                </a:lnTo>
                <a:lnTo>
                  <a:pt x="1304" y="37"/>
                </a:lnTo>
                <a:lnTo>
                  <a:pt x="1304" y="0"/>
                </a:lnTo>
                <a:moveTo>
                  <a:pt x="1413" y="0"/>
                </a:moveTo>
                <a:lnTo>
                  <a:pt x="1467" y="0"/>
                </a:lnTo>
                <a:lnTo>
                  <a:pt x="1467" y="37"/>
                </a:lnTo>
                <a:lnTo>
                  <a:pt x="1413" y="37"/>
                </a:lnTo>
                <a:lnTo>
                  <a:pt x="1413" y="0"/>
                </a:lnTo>
                <a:moveTo>
                  <a:pt x="1522" y="0"/>
                </a:moveTo>
                <a:lnTo>
                  <a:pt x="1576" y="0"/>
                </a:lnTo>
                <a:lnTo>
                  <a:pt x="1576" y="37"/>
                </a:lnTo>
                <a:lnTo>
                  <a:pt x="1522" y="37"/>
                </a:lnTo>
                <a:lnTo>
                  <a:pt x="1522" y="0"/>
                </a:lnTo>
                <a:moveTo>
                  <a:pt x="1630" y="0"/>
                </a:moveTo>
                <a:lnTo>
                  <a:pt x="1685" y="0"/>
                </a:lnTo>
                <a:lnTo>
                  <a:pt x="1685" y="37"/>
                </a:lnTo>
                <a:lnTo>
                  <a:pt x="1630" y="37"/>
                </a:lnTo>
                <a:lnTo>
                  <a:pt x="1630" y="0"/>
                </a:lnTo>
                <a:moveTo>
                  <a:pt x="1739" y="0"/>
                </a:moveTo>
                <a:lnTo>
                  <a:pt x="1793" y="0"/>
                </a:lnTo>
                <a:lnTo>
                  <a:pt x="1793" y="37"/>
                </a:lnTo>
                <a:lnTo>
                  <a:pt x="1739" y="37"/>
                </a:lnTo>
                <a:lnTo>
                  <a:pt x="1739" y="0"/>
                </a:lnTo>
                <a:moveTo>
                  <a:pt x="1848" y="0"/>
                </a:moveTo>
                <a:lnTo>
                  <a:pt x="1902" y="0"/>
                </a:lnTo>
                <a:lnTo>
                  <a:pt x="1902" y="37"/>
                </a:lnTo>
                <a:lnTo>
                  <a:pt x="1848" y="37"/>
                </a:lnTo>
                <a:lnTo>
                  <a:pt x="1848" y="0"/>
                </a:lnTo>
                <a:moveTo>
                  <a:pt x="1956" y="0"/>
                </a:moveTo>
                <a:lnTo>
                  <a:pt x="2011" y="0"/>
                </a:lnTo>
                <a:lnTo>
                  <a:pt x="2011" y="37"/>
                </a:lnTo>
                <a:lnTo>
                  <a:pt x="1956" y="37"/>
                </a:lnTo>
                <a:lnTo>
                  <a:pt x="1956" y="0"/>
                </a:lnTo>
                <a:moveTo>
                  <a:pt x="2065" y="0"/>
                </a:moveTo>
                <a:lnTo>
                  <a:pt x="2119" y="0"/>
                </a:lnTo>
                <a:lnTo>
                  <a:pt x="2119" y="37"/>
                </a:lnTo>
                <a:lnTo>
                  <a:pt x="2065" y="37"/>
                </a:lnTo>
                <a:lnTo>
                  <a:pt x="2065" y="0"/>
                </a:lnTo>
                <a:moveTo>
                  <a:pt x="2174" y="0"/>
                </a:moveTo>
                <a:lnTo>
                  <a:pt x="2228" y="0"/>
                </a:lnTo>
                <a:lnTo>
                  <a:pt x="2228" y="37"/>
                </a:lnTo>
                <a:lnTo>
                  <a:pt x="2174" y="37"/>
                </a:lnTo>
                <a:lnTo>
                  <a:pt x="2174" y="0"/>
                </a:lnTo>
                <a:moveTo>
                  <a:pt x="2282" y="0"/>
                </a:moveTo>
                <a:lnTo>
                  <a:pt x="2337" y="0"/>
                </a:lnTo>
                <a:lnTo>
                  <a:pt x="2337" y="37"/>
                </a:lnTo>
                <a:lnTo>
                  <a:pt x="2282" y="37"/>
                </a:lnTo>
                <a:lnTo>
                  <a:pt x="2282" y="0"/>
                </a:lnTo>
                <a:moveTo>
                  <a:pt x="2391" y="0"/>
                </a:moveTo>
                <a:lnTo>
                  <a:pt x="2445" y="0"/>
                </a:lnTo>
                <a:lnTo>
                  <a:pt x="2445" y="37"/>
                </a:lnTo>
                <a:lnTo>
                  <a:pt x="2391" y="37"/>
                </a:lnTo>
                <a:lnTo>
                  <a:pt x="2391" y="0"/>
                </a:lnTo>
                <a:moveTo>
                  <a:pt x="2500" y="0"/>
                </a:moveTo>
                <a:lnTo>
                  <a:pt x="2554" y="0"/>
                </a:lnTo>
                <a:lnTo>
                  <a:pt x="2554" y="37"/>
                </a:lnTo>
                <a:lnTo>
                  <a:pt x="2500" y="37"/>
                </a:lnTo>
                <a:lnTo>
                  <a:pt x="2500" y="0"/>
                </a:lnTo>
                <a:moveTo>
                  <a:pt x="2608" y="0"/>
                </a:moveTo>
                <a:lnTo>
                  <a:pt x="2663" y="0"/>
                </a:lnTo>
                <a:lnTo>
                  <a:pt x="2663" y="37"/>
                </a:lnTo>
                <a:lnTo>
                  <a:pt x="2608" y="37"/>
                </a:lnTo>
                <a:lnTo>
                  <a:pt x="2608" y="0"/>
                </a:lnTo>
                <a:moveTo>
                  <a:pt x="2717" y="0"/>
                </a:moveTo>
                <a:lnTo>
                  <a:pt x="2771" y="0"/>
                </a:lnTo>
                <a:lnTo>
                  <a:pt x="2771" y="37"/>
                </a:lnTo>
                <a:lnTo>
                  <a:pt x="2717" y="37"/>
                </a:lnTo>
                <a:lnTo>
                  <a:pt x="2717" y="0"/>
                </a:lnTo>
                <a:moveTo>
                  <a:pt x="2826" y="0"/>
                </a:moveTo>
                <a:lnTo>
                  <a:pt x="2880" y="0"/>
                </a:lnTo>
                <a:lnTo>
                  <a:pt x="2880" y="37"/>
                </a:lnTo>
                <a:lnTo>
                  <a:pt x="2826" y="37"/>
                </a:lnTo>
                <a:lnTo>
                  <a:pt x="2826" y="0"/>
                </a:lnTo>
                <a:moveTo>
                  <a:pt x="2934" y="0"/>
                </a:moveTo>
                <a:lnTo>
                  <a:pt x="2989" y="0"/>
                </a:lnTo>
                <a:lnTo>
                  <a:pt x="2989" y="37"/>
                </a:lnTo>
                <a:lnTo>
                  <a:pt x="2934" y="37"/>
                </a:lnTo>
                <a:lnTo>
                  <a:pt x="2934" y="0"/>
                </a:lnTo>
                <a:moveTo>
                  <a:pt x="3043" y="0"/>
                </a:moveTo>
                <a:lnTo>
                  <a:pt x="3097" y="0"/>
                </a:lnTo>
                <a:lnTo>
                  <a:pt x="3097" y="37"/>
                </a:lnTo>
                <a:lnTo>
                  <a:pt x="3043" y="37"/>
                </a:lnTo>
                <a:lnTo>
                  <a:pt x="3043" y="0"/>
                </a:lnTo>
                <a:moveTo>
                  <a:pt x="3152" y="0"/>
                </a:moveTo>
                <a:lnTo>
                  <a:pt x="3206" y="0"/>
                </a:lnTo>
                <a:lnTo>
                  <a:pt x="3206" y="37"/>
                </a:lnTo>
                <a:lnTo>
                  <a:pt x="3152" y="37"/>
                </a:lnTo>
                <a:lnTo>
                  <a:pt x="3152" y="0"/>
                </a:lnTo>
                <a:moveTo>
                  <a:pt x="3260" y="0"/>
                </a:moveTo>
                <a:lnTo>
                  <a:pt x="3315" y="0"/>
                </a:lnTo>
                <a:lnTo>
                  <a:pt x="3315" y="37"/>
                </a:lnTo>
                <a:lnTo>
                  <a:pt x="3260" y="37"/>
                </a:lnTo>
                <a:lnTo>
                  <a:pt x="3260" y="0"/>
                </a:lnTo>
                <a:moveTo>
                  <a:pt x="3369" y="0"/>
                </a:moveTo>
                <a:lnTo>
                  <a:pt x="3423" y="0"/>
                </a:lnTo>
                <a:lnTo>
                  <a:pt x="3423" y="37"/>
                </a:lnTo>
                <a:lnTo>
                  <a:pt x="3369" y="37"/>
                </a:lnTo>
                <a:lnTo>
                  <a:pt x="3369" y="0"/>
                </a:lnTo>
                <a:moveTo>
                  <a:pt x="3478" y="0"/>
                </a:moveTo>
                <a:lnTo>
                  <a:pt x="3532" y="0"/>
                </a:lnTo>
                <a:lnTo>
                  <a:pt x="3532" y="37"/>
                </a:lnTo>
                <a:lnTo>
                  <a:pt x="3478" y="37"/>
                </a:lnTo>
                <a:lnTo>
                  <a:pt x="3478" y="0"/>
                </a:lnTo>
                <a:moveTo>
                  <a:pt x="3587" y="0"/>
                </a:moveTo>
                <a:lnTo>
                  <a:pt x="3641" y="0"/>
                </a:lnTo>
                <a:lnTo>
                  <a:pt x="3641" y="37"/>
                </a:lnTo>
                <a:lnTo>
                  <a:pt x="3587" y="37"/>
                </a:lnTo>
                <a:lnTo>
                  <a:pt x="3587" y="0"/>
                </a:lnTo>
                <a:moveTo>
                  <a:pt x="3695" y="0"/>
                </a:moveTo>
                <a:lnTo>
                  <a:pt x="3750" y="0"/>
                </a:lnTo>
                <a:lnTo>
                  <a:pt x="3750" y="37"/>
                </a:lnTo>
                <a:lnTo>
                  <a:pt x="3695" y="37"/>
                </a:lnTo>
                <a:lnTo>
                  <a:pt x="3695" y="0"/>
                </a:lnTo>
                <a:moveTo>
                  <a:pt x="3804" y="0"/>
                </a:moveTo>
                <a:lnTo>
                  <a:pt x="3858" y="0"/>
                </a:lnTo>
                <a:lnTo>
                  <a:pt x="3858" y="37"/>
                </a:lnTo>
                <a:lnTo>
                  <a:pt x="3804" y="37"/>
                </a:lnTo>
                <a:lnTo>
                  <a:pt x="3804" y="0"/>
                </a:lnTo>
                <a:moveTo>
                  <a:pt x="3913" y="0"/>
                </a:moveTo>
                <a:lnTo>
                  <a:pt x="3967" y="0"/>
                </a:lnTo>
                <a:lnTo>
                  <a:pt x="3967" y="37"/>
                </a:lnTo>
                <a:lnTo>
                  <a:pt x="3913" y="37"/>
                </a:lnTo>
                <a:lnTo>
                  <a:pt x="3913" y="0"/>
                </a:lnTo>
                <a:moveTo>
                  <a:pt x="4021" y="0"/>
                </a:moveTo>
                <a:lnTo>
                  <a:pt x="4076" y="0"/>
                </a:lnTo>
                <a:lnTo>
                  <a:pt x="4076" y="37"/>
                </a:lnTo>
                <a:lnTo>
                  <a:pt x="4021" y="37"/>
                </a:lnTo>
                <a:lnTo>
                  <a:pt x="4021" y="0"/>
                </a:lnTo>
                <a:moveTo>
                  <a:pt x="4130" y="0"/>
                </a:moveTo>
                <a:lnTo>
                  <a:pt x="4184" y="0"/>
                </a:lnTo>
                <a:lnTo>
                  <a:pt x="4184" y="37"/>
                </a:lnTo>
                <a:lnTo>
                  <a:pt x="4130" y="37"/>
                </a:lnTo>
                <a:lnTo>
                  <a:pt x="4130" y="0"/>
                </a:lnTo>
                <a:moveTo>
                  <a:pt x="4239" y="0"/>
                </a:moveTo>
                <a:lnTo>
                  <a:pt x="4293" y="0"/>
                </a:lnTo>
                <a:lnTo>
                  <a:pt x="4293" y="37"/>
                </a:lnTo>
                <a:lnTo>
                  <a:pt x="4239" y="37"/>
                </a:lnTo>
                <a:lnTo>
                  <a:pt x="4239" y="0"/>
                </a:lnTo>
                <a:moveTo>
                  <a:pt x="4347" y="0"/>
                </a:moveTo>
                <a:lnTo>
                  <a:pt x="4402" y="0"/>
                </a:lnTo>
                <a:lnTo>
                  <a:pt x="4402" y="37"/>
                </a:lnTo>
                <a:lnTo>
                  <a:pt x="4347" y="37"/>
                </a:lnTo>
                <a:lnTo>
                  <a:pt x="4347" y="0"/>
                </a:lnTo>
                <a:moveTo>
                  <a:pt x="4456" y="0"/>
                </a:moveTo>
                <a:lnTo>
                  <a:pt x="4510" y="0"/>
                </a:lnTo>
                <a:lnTo>
                  <a:pt x="4510" y="37"/>
                </a:lnTo>
                <a:lnTo>
                  <a:pt x="4456" y="37"/>
                </a:lnTo>
                <a:lnTo>
                  <a:pt x="4456" y="0"/>
                </a:lnTo>
                <a:moveTo>
                  <a:pt x="4565" y="0"/>
                </a:moveTo>
                <a:lnTo>
                  <a:pt x="4619" y="0"/>
                </a:lnTo>
                <a:lnTo>
                  <a:pt x="4619" y="37"/>
                </a:lnTo>
                <a:lnTo>
                  <a:pt x="4565" y="37"/>
                </a:lnTo>
                <a:lnTo>
                  <a:pt x="4565" y="0"/>
                </a:lnTo>
                <a:moveTo>
                  <a:pt x="4673" y="0"/>
                </a:moveTo>
                <a:lnTo>
                  <a:pt x="4728" y="0"/>
                </a:lnTo>
                <a:lnTo>
                  <a:pt x="4728" y="37"/>
                </a:lnTo>
                <a:lnTo>
                  <a:pt x="4673" y="37"/>
                </a:lnTo>
                <a:lnTo>
                  <a:pt x="4673" y="0"/>
                </a:lnTo>
                <a:moveTo>
                  <a:pt x="4782" y="0"/>
                </a:moveTo>
                <a:lnTo>
                  <a:pt x="4836" y="0"/>
                </a:lnTo>
                <a:lnTo>
                  <a:pt x="4836" y="37"/>
                </a:lnTo>
                <a:lnTo>
                  <a:pt x="4782" y="37"/>
                </a:lnTo>
                <a:lnTo>
                  <a:pt x="4782" y="0"/>
                </a:lnTo>
                <a:moveTo>
                  <a:pt x="4891" y="0"/>
                </a:moveTo>
                <a:lnTo>
                  <a:pt x="4945" y="0"/>
                </a:lnTo>
                <a:lnTo>
                  <a:pt x="4945" y="37"/>
                </a:lnTo>
                <a:lnTo>
                  <a:pt x="4891" y="37"/>
                </a:lnTo>
                <a:lnTo>
                  <a:pt x="4891" y="0"/>
                </a:lnTo>
                <a:moveTo>
                  <a:pt x="4999" y="0"/>
                </a:moveTo>
                <a:lnTo>
                  <a:pt x="5054" y="0"/>
                </a:lnTo>
                <a:lnTo>
                  <a:pt x="5054" y="37"/>
                </a:lnTo>
                <a:lnTo>
                  <a:pt x="4999" y="37"/>
                </a:lnTo>
                <a:lnTo>
                  <a:pt x="4999" y="0"/>
                </a:lnTo>
                <a:moveTo>
                  <a:pt x="5108" y="0"/>
                </a:moveTo>
                <a:lnTo>
                  <a:pt x="5162" y="0"/>
                </a:lnTo>
                <a:lnTo>
                  <a:pt x="5162" y="37"/>
                </a:lnTo>
                <a:lnTo>
                  <a:pt x="5108" y="37"/>
                </a:lnTo>
                <a:lnTo>
                  <a:pt x="5108" y="0"/>
                </a:lnTo>
                <a:moveTo>
                  <a:pt x="5217" y="0"/>
                </a:moveTo>
                <a:lnTo>
                  <a:pt x="5271" y="0"/>
                </a:lnTo>
                <a:lnTo>
                  <a:pt x="5271" y="37"/>
                </a:lnTo>
                <a:lnTo>
                  <a:pt x="5217" y="37"/>
                </a:lnTo>
                <a:lnTo>
                  <a:pt x="5217" y="0"/>
                </a:lnTo>
                <a:moveTo>
                  <a:pt x="5325" y="0"/>
                </a:moveTo>
                <a:lnTo>
                  <a:pt x="5380" y="0"/>
                </a:lnTo>
                <a:lnTo>
                  <a:pt x="5380" y="37"/>
                </a:lnTo>
                <a:lnTo>
                  <a:pt x="5325" y="37"/>
                </a:lnTo>
                <a:lnTo>
                  <a:pt x="5325" y="0"/>
                </a:lnTo>
                <a:moveTo>
                  <a:pt x="5434" y="0"/>
                </a:moveTo>
                <a:lnTo>
                  <a:pt x="5488" y="0"/>
                </a:lnTo>
                <a:lnTo>
                  <a:pt x="5488" y="37"/>
                </a:lnTo>
                <a:lnTo>
                  <a:pt x="5434" y="37"/>
                </a:lnTo>
                <a:lnTo>
                  <a:pt x="5434" y="0"/>
                </a:lnTo>
                <a:moveTo>
                  <a:pt x="5543" y="0"/>
                </a:moveTo>
                <a:lnTo>
                  <a:pt x="5597" y="0"/>
                </a:lnTo>
                <a:lnTo>
                  <a:pt x="5597" y="37"/>
                </a:lnTo>
                <a:lnTo>
                  <a:pt x="5543" y="37"/>
                </a:lnTo>
                <a:lnTo>
                  <a:pt x="5543" y="0"/>
                </a:lnTo>
                <a:moveTo>
                  <a:pt x="5651" y="0"/>
                </a:moveTo>
                <a:lnTo>
                  <a:pt x="5706" y="0"/>
                </a:lnTo>
                <a:lnTo>
                  <a:pt x="5706" y="37"/>
                </a:lnTo>
                <a:lnTo>
                  <a:pt x="5651" y="37"/>
                </a:lnTo>
                <a:lnTo>
                  <a:pt x="5651" y="0"/>
                </a:lnTo>
                <a:moveTo>
                  <a:pt x="5760" y="0"/>
                </a:moveTo>
                <a:lnTo>
                  <a:pt x="5814" y="0"/>
                </a:lnTo>
                <a:lnTo>
                  <a:pt x="5814" y="37"/>
                </a:lnTo>
                <a:lnTo>
                  <a:pt x="5760" y="37"/>
                </a:lnTo>
                <a:lnTo>
                  <a:pt x="5760" y="0"/>
                </a:lnTo>
                <a:moveTo>
                  <a:pt x="5869" y="0"/>
                </a:moveTo>
                <a:lnTo>
                  <a:pt x="5923" y="0"/>
                </a:lnTo>
                <a:lnTo>
                  <a:pt x="5923" y="37"/>
                </a:lnTo>
                <a:lnTo>
                  <a:pt x="5869" y="37"/>
                </a:lnTo>
                <a:lnTo>
                  <a:pt x="5869" y="0"/>
                </a:lnTo>
                <a:moveTo>
                  <a:pt x="5977" y="0"/>
                </a:moveTo>
                <a:lnTo>
                  <a:pt x="6032" y="0"/>
                </a:lnTo>
                <a:lnTo>
                  <a:pt x="6032" y="37"/>
                </a:lnTo>
                <a:lnTo>
                  <a:pt x="5977" y="37"/>
                </a:lnTo>
                <a:lnTo>
                  <a:pt x="5977" y="0"/>
                </a:lnTo>
                <a:moveTo>
                  <a:pt x="6086" y="0"/>
                </a:moveTo>
                <a:lnTo>
                  <a:pt x="6140" y="0"/>
                </a:lnTo>
                <a:lnTo>
                  <a:pt x="6140" y="37"/>
                </a:lnTo>
                <a:lnTo>
                  <a:pt x="6086" y="37"/>
                </a:lnTo>
                <a:lnTo>
                  <a:pt x="6086" y="0"/>
                </a:lnTo>
                <a:moveTo>
                  <a:pt x="6195" y="0"/>
                </a:moveTo>
                <a:lnTo>
                  <a:pt x="6249" y="0"/>
                </a:lnTo>
                <a:lnTo>
                  <a:pt x="6249" y="37"/>
                </a:lnTo>
                <a:lnTo>
                  <a:pt x="6195" y="37"/>
                </a:lnTo>
                <a:lnTo>
                  <a:pt x="6195" y="0"/>
                </a:lnTo>
                <a:moveTo>
                  <a:pt x="6303" y="0"/>
                </a:moveTo>
                <a:lnTo>
                  <a:pt x="6358" y="0"/>
                </a:lnTo>
                <a:lnTo>
                  <a:pt x="6358" y="37"/>
                </a:lnTo>
                <a:lnTo>
                  <a:pt x="6303" y="37"/>
                </a:lnTo>
                <a:lnTo>
                  <a:pt x="6303" y="0"/>
                </a:lnTo>
                <a:moveTo>
                  <a:pt x="6412" y="0"/>
                </a:moveTo>
                <a:lnTo>
                  <a:pt x="6466" y="0"/>
                </a:lnTo>
                <a:lnTo>
                  <a:pt x="6466" y="37"/>
                </a:lnTo>
                <a:lnTo>
                  <a:pt x="6412" y="37"/>
                </a:lnTo>
                <a:lnTo>
                  <a:pt x="6412" y="0"/>
                </a:lnTo>
                <a:moveTo>
                  <a:pt x="6521" y="0"/>
                </a:moveTo>
                <a:lnTo>
                  <a:pt x="6575" y="0"/>
                </a:lnTo>
                <a:lnTo>
                  <a:pt x="6575" y="37"/>
                </a:lnTo>
                <a:lnTo>
                  <a:pt x="6521" y="37"/>
                </a:lnTo>
                <a:lnTo>
                  <a:pt x="6521" y="0"/>
                </a:lnTo>
                <a:moveTo>
                  <a:pt x="6629" y="0"/>
                </a:moveTo>
                <a:lnTo>
                  <a:pt x="6684" y="0"/>
                </a:lnTo>
                <a:lnTo>
                  <a:pt x="6684" y="37"/>
                </a:lnTo>
                <a:lnTo>
                  <a:pt x="6629" y="37"/>
                </a:lnTo>
                <a:lnTo>
                  <a:pt x="6629" y="0"/>
                </a:lnTo>
                <a:moveTo>
                  <a:pt x="6738" y="0"/>
                </a:moveTo>
                <a:lnTo>
                  <a:pt x="6793" y="0"/>
                </a:lnTo>
                <a:lnTo>
                  <a:pt x="6793" y="37"/>
                </a:lnTo>
                <a:lnTo>
                  <a:pt x="6738" y="37"/>
                </a:lnTo>
                <a:lnTo>
                  <a:pt x="6738" y="0"/>
                </a:lnTo>
                <a:moveTo>
                  <a:pt x="6847" y="0"/>
                </a:moveTo>
                <a:lnTo>
                  <a:pt x="6901" y="0"/>
                </a:lnTo>
                <a:lnTo>
                  <a:pt x="6901" y="37"/>
                </a:lnTo>
                <a:lnTo>
                  <a:pt x="6847" y="37"/>
                </a:lnTo>
                <a:lnTo>
                  <a:pt x="6847" y="0"/>
                </a:lnTo>
                <a:moveTo>
                  <a:pt x="6956" y="0"/>
                </a:moveTo>
                <a:lnTo>
                  <a:pt x="7010" y="0"/>
                </a:lnTo>
                <a:lnTo>
                  <a:pt x="7010" y="37"/>
                </a:lnTo>
                <a:lnTo>
                  <a:pt x="6956" y="37"/>
                </a:lnTo>
                <a:lnTo>
                  <a:pt x="6956" y="0"/>
                </a:lnTo>
                <a:moveTo>
                  <a:pt x="7064" y="0"/>
                </a:moveTo>
                <a:lnTo>
                  <a:pt x="7119" y="0"/>
                </a:lnTo>
                <a:lnTo>
                  <a:pt x="7119" y="37"/>
                </a:lnTo>
                <a:lnTo>
                  <a:pt x="7064" y="37"/>
                </a:lnTo>
                <a:lnTo>
                  <a:pt x="7064" y="0"/>
                </a:lnTo>
                <a:moveTo>
                  <a:pt x="7173" y="0"/>
                </a:moveTo>
                <a:lnTo>
                  <a:pt x="7227" y="0"/>
                </a:lnTo>
                <a:lnTo>
                  <a:pt x="7227" y="37"/>
                </a:lnTo>
                <a:lnTo>
                  <a:pt x="7173" y="37"/>
                </a:lnTo>
                <a:lnTo>
                  <a:pt x="7173" y="0"/>
                </a:lnTo>
                <a:moveTo>
                  <a:pt x="7282" y="0"/>
                </a:moveTo>
                <a:lnTo>
                  <a:pt x="7336" y="0"/>
                </a:lnTo>
                <a:lnTo>
                  <a:pt x="7336" y="37"/>
                </a:lnTo>
                <a:lnTo>
                  <a:pt x="7282" y="37"/>
                </a:lnTo>
                <a:lnTo>
                  <a:pt x="7282" y="0"/>
                </a:lnTo>
                <a:moveTo>
                  <a:pt x="7390" y="0"/>
                </a:moveTo>
                <a:lnTo>
                  <a:pt x="7445" y="0"/>
                </a:lnTo>
                <a:lnTo>
                  <a:pt x="7445" y="37"/>
                </a:lnTo>
                <a:lnTo>
                  <a:pt x="7390" y="37"/>
                </a:lnTo>
                <a:lnTo>
                  <a:pt x="7390" y="0"/>
                </a:lnTo>
                <a:moveTo>
                  <a:pt x="7499" y="0"/>
                </a:moveTo>
                <a:lnTo>
                  <a:pt x="7553" y="0"/>
                </a:lnTo>
                <a:lnTo>
                  <a:pt x="7553" y="37"/>
                </a:lnTo>
                <a:lnTo>
                  <a:pt x="7499" y="37"/>
                </a:lnTo>
                <a:lnTo>
                  <a:pt x="7499" y="0"/>
                </a:lnTo>
                <a:moveTo>
                  <a:pt x="7608" y="0"/>
                </a:moveTo>
                <a:lnTo>
                  <a:pt x="7662" y="0"/>
                </a:lnTo>
                <a:lnTo>
                  <a:pt x="7662" y="37"/>
                </a:lnTo>
                <a:lnTo>
                  <a:pt x="7608" y="37"/>
                </a:lnTo>
                <a:lnTo>
                  <a:pt x="7608" y="0"/>
                </a:lnTo>
                <a:moveTo>
                  <a:pt x="7716" y="0"/>
                </a:moveTo>
                <a:lnTo>
                  <a:pt x="7771" y="0"/>
                </a:lnTo>
                <a:lnTo>
                  <a:pt x="7771" y="37"/>
                </a:lnTo>
                <a:lnTo>
                  <a:pt x="7716" y="37"/>
                </a:lnTo>
                <a:lnTo>
                  <a:pt x="7716" y="0"/>
                </a:lnTo>
                <a:moveTo>
                  <a:pt x="7825" y="0"/>
                </a:moveTo>
                <a:lnTo>
                  <a:pt x="7879" y="0"/>
                </a:lnTo>
                <a:lnTo>
                  <a:pt x="7879" y="37"/>
                </a:lnTo>
                <a:lnTo>
                  <a:pt x="7825" y="37"/>
                </a:lnTo>
                <a:lnTo>
                  <a:pt x="7825" y="0"/>
                </a:lnTo>
                <a:moveTo>
                  <a:pt x="7934" y="0"/>
                </a:moveTo>
                <a:lnTo>
                  <a:pt x="7988" y="0"/>
                </a:lnTo>
                <a:lnTo>
                  <a:pt x="7988" y="37"/>
                </a:lnTo>
                <a:lnTo>
                  <a:pt x="7934" y="37"/>
                </a:lnTo>
                <a:lnTo>
                  <a:pt x="7934" y="0"/>
                </a:lnTo>
                <a:moveTo>
                  <a:pt x="8042" y="0"/>
                </a:moveTo>
                <a:lnTo>
                  <a:pt x="8097" y="0"/>
                </a:lnTo>
                <a:lnTo>
                  <a:pt x="8097" y="37"/>
                </a:lnTo>
                <a:lnTo>
                  <a:pt x="8042" y="37"/>
                </a:lnTo>
                <a:lnTo>
                  <a:pt x="8042" y="0"/>
                </a:lnTo>
                <a:moveTo>
                  <a:pt x="8151" y="0"/>
                </a:moveTo>
                <a:lnTo>
                  <a:pt x="8205" y="0"/>
                </a:lnTo>
                <a:lnTo>
                  <a:pt x="8205" y="37"/>
                </a:lnTo>
                <a:lnTo>
                  <a:pt x="8151" y="37"/>
                </a:lnTo>
                <a:lnTo>
                  <a:pt x="8151" y="0"/>
                </a:lnTo>
                <a:moveTo>
                  <a:pt x="8260" y="0"/>
                </a:moveTo>
                <a:lnTo>
                  <a:pt x="8314" y="0"/>
                </a:lnTo>
                <a:lnTo>
                  <a:pt x="8314" y="37"/>
                </a:lnTo>
                <a:lnTo>
                  <a:pt x="8260" y="37"/>
                </a:lnTo>
                <a:lnTo>
                  <a:pt x="8260" y="0"/>
                </a:lnTo>
                <a:moveTo>
                  <a:pt x="8368" y="0"/>
                </a:moveTo>
                <a:lnTo>
                  <a:pt x="8423" y="0"/>
                </a:lnTo>
                <a:lnTo>
                  <a:pt x="8423" y="37"/>
                </a:lnTo>
                <a:lnTo>
                  <a:pt x="8368" y="37"/>
                </a:lnTo>
                <a:lnTo>
                  <a:pt x="8368" y="0"/>
                </a:lnTo>
                <a:moveTo>
                  <a:pt x="8477" y="0"/>
                </a:moveTo>
                <a:lnTo>
                  <a:pt x="8531" y="0"/>
                </a:lnTo>
                <a:lnTo>
                  <a:pt x="8531" y="37"/>
                </a:lnTo>
                <a:lnTo>
                  <a:pt x="8477" y="37"/>
                </a:lnTo>
                <a:lnTo>
                  <a:pt x="8477" y="0"/>
                </a:lnTo>
                <a:moveTo>
                  <a:pt x="8586" y="0"/>
                </a:moveTo>
                <a:lnTo>
                  <a:pt x="8640" y="0"/>
                </a:lnTo>
                <a:lnTo>
                  <a:pt x="8640" y="37"/>
                </a:lnTo>
                <a:lnTo>
                  <a:pt x="8586" y="37"/>
                </a:lnTo>
                <a:lnTo>
                  <a:pt x="8586" y="0"/>
                </a:lnTo>
                <a:moveTo>
                  <a:pt x="8694" y="0"/>
                </a:moveTo>
                <a:lnTo>
                  <a:pt x="8749" y="0"/>
                </a:lnTo>
                <a:lnTo>
                  <a:pt x="8749" y="37"/>
                </a:lnTo>
                <a:lnTo>
                  <a:pt x="8694" y="37"/>
                </a:lnTo>
                <a:lnTo>
                  <a:pt x="8694" y="0"/>
                </a:lnTo>
                <a:moveTo>
                  <a:pt x="8803" y="0"/>
                </a:moveTo>
                <a:lnTo>
                  <a:pt x="8857" y="0"/>
                </a:lnTo>
                <a:lnTo>
                  <a:pt x="8857" y="37"/>
                </a:lnTo>
                <a:lnTo>
                  <a:pt x="8803" y="37"/>
                </a:lnTo>
                <a:lnTo>
                  <a:pt x="8803" y="0"/>
                </a:lnTo>
                <a:moveTo>
                  <a:pt x="8912" y="0"/>
                </a:moveTo>
                <a:lnTo>
                  <a:pt x="8966" y="0"/>
                </a:lnTo>
                <a:lnTo>
                  <a:pt x="8966" y="37"/>
                </a:lnTo>
                <a:lnTo>
                  <a:pt x="8912" y="37"/>
                </a:lnTo>
                <a:lnTo>
                  <a:pt x="8912" y="0"/>
                </a:lnTo>
                <a:moveTo>
                  <a:pt x="9020" y="0"/>
                </a:moveTo>
                <a:lnTo>
                  <a:pt x="9075" y="0"/>
                </a:lnTo>
                <a:lnTo>
                  <a:pt x="9075" y="37"/>
                </a:lnTo>
                <a:lnTo>
                  <a:pt x="9020" y="37"/>
                </a:lnTo>
                <a:lnTo>
                  <a:pt x="9020" y="0"/>
                </a:lnTo>
                <a:moveTo>
                  <a:pt x="9129" y="0"/>
                </a:moveTo>
                <a:lnTo>
                  <a:pt x="9183" y="0"/>
                </a:lnTo>
                <a:lnTo>
                  <a:pt x="9183" y="37"/>
                </a:lnTo>
                <a:lnTo>
                  <a:pt x="9129" y="37"/>
                </a:lnTo>
                <a:lnTo>
                  <a:pt x="9129" y="0"/>
                </a:lnTo>
                <a:moveTo>
                  <a:pt x="9238" y="0"/>
                </a:moveTo>
                <a:lnTo>
                  <a:pt x="9292" y="0"/>
                </a:lnTo>
                <a:lnTo>
                  <a:pt x="9292" y="37"/>
                </a:lnTo>
                <a:lnTo>
                  <a:pt x="9238" y="37"/>
                </a:lnTo>
                <a:lnTo>
                  <a:pt x="9238" y="0"/>
                </a:lnTo>
                <a:moveTo>
                  <a:pt x="9346" y="0"/>
                </a:moveTo>
                <a:lnTo>
                  <a:pt x="9402" y="0"/>
                </a:lnTo>
                <a:lnTo>
                  <a:pt x="9402" y="37"/>
                </a:lnTo>
                <a:lnTo>
                  <a:pt x="9346" y="37"/>
                </a:lnTo>
                <a:lnTo>
                  <a:pt x="9346" y="0"/>
                </a:lnTo>
                <a:moveTo>
                  <a:pt x="9456" y="0"/>
                </a:moveTo>
                <a:lnTo>
                  <a:pt x="9510" y="0"/>
                </a:lnTo>
                <a:lnTo>
                  <a:pt x="9510" y="37"/>
                </a:lnTo>
                <a:lnTo>
                  <a:pt x="9456" y="37"/>
                </a:lnTo>
                <a:lnTo>
                  <a:pt x="9456" y="0"/>
                </a:lnTo>
                <a:moveTo>
                  <a:pt x="9565" y="0"/>
                </a:moveTo>
                <a:lnTo>
                  <a:pt x="9619" y="0"/>
                </a:lnTo>
                <a:lnTo>
                  <a:pt x="9619" y="37"/>
                </a:lnTo>
                <a:lnTo>
                  <a:pt x="9565" y="37"/>
                </a:lnTo>
                <a:lnTo>
                  <a:pt x="9565" y="0"/>
                </a:lnTo>
                <a:moveTo>
                  <a:pt x="9673" y="0"/>
                </a:moveTo>
                <a:lnTo>
                  <a:pt x="9728" y="0"/>
                </a:lnTo>
                <a:lnTo>
                  <a:pt x="9728" y="37"/>
                </a:lnTo>
                <a:lnTo>
                  <a:pt x="9673" y="37"/>
                </a:lnTo>
                <a:lnTo>
                  <a:pt x="9673" y="0"/>
                </a:lnTo>
                <a:moveTo>
                  <a:pt x="9782" y="0"/>
                </a:moveTo>
                <a:lnTo>
                  <a:pt x="9836" y="0"/>
                </a:lnTo>
                <a:lnTo>
                  <a:pt x="9836" y="37"/>
                </a:lnTo>
                <a:lnTo>
                  <a:pt x="9782" y="37"/>
                </a:lnTo>
                <a:lnTo>
                  <a:pt x="9782" y="0"/>
                </a:lnTo>
                <a:moveTo>
                  <a:pt x="9891" y="0"/>
                </a:moveTo>
                <a:lnTo>
                  <a:pt x="9945" y="0"/>
                </a:lnTo>
                <a:lnTo>
                  <a:pt x="9945" y="37"/>
                </a:lnTo>
                <a:lnTo>
                  <a:pt x="9891" y="37"/>
                </a:lnTo>
                <a:lnTo>
                  <a:pt x="9891" y="0"/>
                </a:lnTo>
                <a:moveTo>
                  <a:pt x="10000" y="0"/>
                </a:moveTo>
                <a:lnTo>
                  <a:pt x="10054" y="0"/>
                </a:lnTo>
                <a:lnTo>
                  <a:pt x="10054" y="37"/>
                </a:lnTo>
                <a:lnTo>
                  <a:pt x="10000" y="37"/>
                </a:lnTo>
                <a:lnTo>
                  <a:pt x="10000" y="0"/>
                </a:lnTo>
                <a:moveTo>
                  <a:pt x="10108" y="0"/>
                </a:moveTo>
                <a:lnTo>
                  <a:pt x="10163" y="0"/>
                </a:lnTo>
                <a:lnTo>
                  <a:pt x="10163" y="37"/>
                </a:lnTo>
                <a:lnTo>
                  <a:pt x="10108" y="37"/>
                </a:lnTo>
                <a:lnTo>
                  <a:pt x="10108" y="0"/>
                </a:lnTo>
                <a:moveTo>
                  <a:pt x="10217" y="0"/>
                </a:moveTo>
                <a:lnTo>
                  <a:pt x="10271" y="0"/>
                </a:lnTo>
                <a:lnTo>
                  <a:pt x="10271" y="37"/>
                </a:lnTo>
                <a:lnTo>
                  <a:pt x="10217" y="37"/>
                </a:lnTo>
                <a:lnTo>
                  <a:pt x="10217" y="0"/>
                </a:lnTo>
                <a:moveTo>
                  <a:pt x="10326" y="0"/>
                </a:moveTo>
                <a:lnTo>
                  <a:pt x="10380" y="0"/>
                </a:lnTo>
                <a:lnTo>
                  <a:pt x="10380" y="37"/>
                </a:lnTo>
                <a:lnTo>
                  <a:pt x="10326" y="37"/>
                </a:lnTo>
                <a:lnTo>
                  <a:pt x="10326" y="0"/>
                </a:lnTo>
                <a:moveTo>
                  <a:pt x="10434" y="0"/>
                </a:moveTo>
                <a:lnTo>
                  <a:pt x="10489" y="0"/>
                </a:lnTo>
                <a:lnTo>
                  <a:pt x="10489" y="37"/>
                </a:lnTo>
                <a:lnTo>
                  <a:pt x="10434" y="37"/>
                </a:lnTo>
                <a:lnTo>
                  <a:pt x="10434" y="0"/>
                </a:lnTo>
                <a:moveTo>
                  <a:pt x="10543" y="0"/>
                </a:moveTo>
                <a:lnTo>
                  <a:pt x="10597" y="0"/>
                </a:lnTo>
                <a:lnTo>
                  <a:pt x="10597" y="37"/>
                </a:lnTo>
                <a:lnTo>
                  <a:pt x="10543" y="37"/>
                </a:lnTo>
                <a:lnTo>
                  <a:pt x="10543" y="0"/>
                </a:lnTo>
                <a:moveTo>
                  <a:pt x="10652" y="0"/>
                </a:moveTo>
                <a:lnTo>
                  <a:pt x="10706" y="0"/>
                </a:lnTo>
                <a:lnTo>
                  <a:pt x="10706" y="37"/>
                </a:lnTo>
                <a:lnTo>
                  <a:pt x="10652" y="37"/>
                </a:lnTo>
                <a:lnTo>
                  <a:pt x="10652" y="0"/>
                </a:lnTo>
                <a:moveTo>
                  <a:pt x="10760" y="0"/>
                </a:moveTo>
                <a:lnTo>
                  <a:pt x="10815" y="0"/>
                </a:lnTo>
                <a:lnTo>
                  <a:pt x="10815" y="37"/>
                </a:lnTo>
                <a:lnTo>
                  <a:pt x="10760" y="37"/>
                </a:lnTo>
                <a:lnTo>
                  <a:pt x="10760" y="0"/>
                </a:lnTo>
                <a:moveTo>
                  <a:pt x="10869" y="0"/>
                </a:moveTo>
                <a:lnTo>
                  <a:pt x="10923" y="0"/>
                </a:lnTo>
                <a:lnTo>
                  <a:pt x="10923" y="37"/>
                </a:lnTo>
                <a:lnTo>
                  <a:pt x="10869" y="37"/>
                </a:lnTo>
                <a:lnTo>
                  <a:pt x="10869" y="0"/>
                </a:lnTo>
                <a:moveTo>
                  <a:pt x="10978" y="0"/>
                </a:moveTo>
                <a:lnTo>
                  <a:pt x="11032" y="0"/>
                </a:lnTo>
                <a:lnTo>
                  <a:pt x="11032" y="37"/>
                </a:lnTo>
                <a:lnTo>
                  <a:pt x="10978" y="37"/>
                </a:lnTo>
                <a:lnTo>
                  <a:pt x="10978" y="0"/>
                </a:lnTo>
                <a:moveTo>
                  <a:pt x="11086" y="0"/>
                </a:moveTo>
                <a:lnTo>
                  <a:pt x="11141" y="0"/>
                </a:lnTo>
                <a:lnTo>
                  <a:pt x="11141" y="37"/>
                </a:lnTo>
                <a:lnTo>
                  <a:pt x="11086" y="37"/>
                </a:lnTo>
                <a:lnTo>
                  <a:pt x="11086" y="0"/>
                </a:lnTo>
                <a:moveTo>
                  <a:pt x="11195" y="0"/>
                </a:moveTo>
                <a:lnTo>
                  <a:pt x="11249" y="0"/>
                </a:lnTo>
                <a:lnTo>
                  <a:pt x="11249" y="37"/>
                </a:lnTo>
                <a:lnTo>
                  <a:pt x="11195" y="37"/>
                </a:lnTo>
                <a:lnTo>
                  <a:pt x="11195" y="0"/>
                </a:lnTo>
                <a:moveTo>
                  <a:pt x="11304" y="0"/>
                </a:moveTo>
                <a:lnTo>
                  <a:pt x="11358" y="0"/>
                </a:lnTo>
                <a:lnTo>
                  <a:pt x="11358" y="37"/>
                </a:lnTo>
                <a:lnTo>
                  <a:pt x="11304" y="37"/>
                </a:lnTo>
                <a:lnTo>
                  <a:pt x="11304" y="0"/>
                </a:lnTo>
                <a:moveTo>
                  <a:pt x="11412" y="0"/>
                </a:moveTo>
                <a:lnTo>
                  <a:pt x="11467" y="0"/>
                </a:lnTo>
                <a:lnTo>
                  <a:pt x="11467" y="37"/>
                </a:lnTo>
                <a:lnTo>
                  <a:pt x="11412" y="37"/>
                </a:lnTo>
                <a:lnTo>
                  <a:pt x="11412" y="0"/>
                </a:lnTo>
                <a:moveTo>
                  <a:pt x="11521" y="0"/>
                </a:moveTo>
                <a:lnTo>
                  <a:pt x="11575" y="0"/>
                </a:lnTo>
                <a:lnTo>
                  <a:pt x="11575" y="37"/>
                </a:lnTo>
                <a:lnTo>
                  <a:pt x="11521" y="37"/>
                </a:lnTo>
                <a:lnTo>
                  <a:pt x="11521" y="0"/>
                </a:lnTo>
                <a:moveTo>
                  <a:pt x="11630" y="0"/>
                </a:moveTo>
                <a:lnTo>
                  <a:pt x="11684" y="0"/>
                </a:lnTo>
                <a:lnTo>
                  <a:pt x="11684" y="37"/>
                </a:lnTo>
                <a:lnTo>
                  <a:pt x="11630" y="37"/>
                </a:lnTo>
                <a:lnTo>
                  <a:pt x="11630" y="0"/>
                </a:lnTo>
                <a:moveTo>
                  <a:pt x="11738" y="0"/>
                </a:moveTo>
                <a:lnTo>
                  <a:pt x="11793" y="0"/>
                </a:lnTo>
                <a:lnTo>
                  <a:pt x="11793" y="37"/>
                </a:lnTo>
                <a:lnTo>
                  <a:pt x="11738" y="37"/>
                </a:lnTo>
                <a:lnTo>
                  <a:pt x="11738" y="0"/>
                </a:lnTo>
                <a:moveTo>
                  <a:pt x="11847" y="0"/>
                </a:moveTo>
                <a:lnTo>
                  <a:pt x="11901" y="0"/>
                </a:lnTo>
                <a:lnTo>
                  <a:pt x="11901" y="37"/>
                </a:lnTo>
                <a:lnTo>
                  <a:pt x="11847" y="37"/>
                </a:lnTo>
                <a:lnTo>
                  <a:pt x="11847" y="0"/>
                </a:lnTo>
                <a:moveTo>
                  <a:pt x="11956" y="0"/>
                </a:moveTo>
                <a:lnTo>
                  <a:pt x="12010" y="0"/>
                </a:lnTo>
                <a:lnTo>
                  <a:pt x="12010" y="37"/>
                </a:lnTo>
                <a:lnTo>
                  <a:pt x="11956" y="37"/>
                </a:lnTo>
                <a:lnTo>
                  <a:pt x="11956" y="0"/>
                </a:lnTo>
                <a:moveTo>
                  <a:pt x="12064" y="0"/>
                </a:moveTo>
                <a:lnTo>
                  <a:pt x="12119" y="0"/>
                </a:lnTo>
                <a:lnTo>
                  <a:pt x="12119" y="37"/>
                </a:lnTo>
                <a:lnTo>
                  <a:pt x="12064" y="37"/>
                </a:lnTo>
                <a:lnTo>
                  <a:pt x="12064" y="0"/>
                </a:lnTo>
                <a:moveTo>
                  <a:pt x="12173" y="0"/>
                </a:moveTo>
                <a:lnTo>
                  <a:pt x="12227" y="0"/>
                </a:lnTo>
                <a:lnTo>
                  <a:pt x="12227" y="37"/>
                </a:lnTo>
                <a:lnTo>
                  <a:pt x="12173" y="37"/>
                </a:lnTo>
                <a:lnTo>
                  <a:pt x="12173" y="0"/>
                </a:lnTo>
                <a:moveTo>
                  <a:pt x="12282" y="0"/>
                </a:moveTo>
                <a:lnTo>
                  <a:pt x="12336" y="0"/>
                </a:lnTo>
                <a:lnTo>
                  <a:pt x="12336" y="37"/>
                </a:lnTo>
                <a:lnTo>
                  <a:pt x="12282" y="37"/>
                </a:lnTo>
                <a:lnTo>
                  <a:pt x="12282" y="0"/>
                </a:lnTo>
                <a:moveTo>
                  <a:pt x="12390" y="0"/>
                </a:moveTo>
                <a:lnTo>
                  <a:pt x="12445" y="0"/>
                </a:lnTo>
                <a:lnTo>
                  <a:pt x="12445" y="37"/>
                </a:lnTo>
                <a:lnTo>
                  <a:pt x="12390" y="37"/>
                </a:lnTo>
                <a:lnTo>
                  <a:pt x="12390" y="0"/>
                </a:lnTo>
                <a:moveTo>
                  <a:pt x="12499" y="0"/>
                </a:moveTo>
                <a:lnTo>
                  <a:pt x="12553" y="0"/>
                </a:lnTo>
                <a:lnTo>
                  <a:pt x="12553" y="37"/>
                </a:lnTo>
                <a:lnTo>
                  <a:pt x="12499" y="37"/>
                </a:lnTo>
                <a:lnTo>
                  <a:pt x="12499" y="0"/>
                </a:lnTo>
                <a:moveTo>
                  <a:pt x="12608" y="0"/>
                </a:moveTo>
                <a:lnTo>
                  <a:pt x="12662" y="0"/>
                </a:lnTo>
                <a:lnTo>
                  <a:pt x="12662" y="37"/>
                </a:lnTo>
                <a:lnTo>
                  <a:pt x="12608" y="37"/>
                </a:lnTo>
                <a:lnTo>
                  <a:pt x="12608" y="0"/>
                </a:lnTo>
                <a:moveTo>
                  <a:pt x="12716" y="0"/>
                </a:moveTo>
                <a:lnTo>
                  <a:pt x="12771" y="0"/>
                </a:lnTo>
                <a:lnTo>
                  <a:pt x="12771" y="37"/>
                </a:lnTo>
                <a:lnTo>
                  <a:pt x="12716" y="37"/>
                </a:lnTo>
                <a:lnTo>
                  <a:pt x="12716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3516840" y="3143880"/>
            <a:ext cx="326520" cy="130680"/>
          </a:xfrm>
          <a:custGeom>
            <a:avLst/>
            <a:gdLst/>
            <a:ahLst/>
            <a:rect l="0" t="0" r="r" b="b"/>
            <a:pathLst>
              <a:path w="907" h="363">
                <a:moveTo>
                  <a:pt x="0" y="0"/>
                </a:moveTo>
                <a:lnTo>
                  <a:pt x="907" y="0"/>
                </a:lnTo>
                <a:lnTo>
                  <a:pt x="907" y="237"/>
                </a:lnTo>
                <a:lnTo>
                  <a:pt x="755" y="363"/>
                </a:lnTo>
                <a:lnTo>
                  <a:pt x="0" y="36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3516840" y="3143880"/>
            <a:ext cx="326520" cy="130680"/>
          </a:xfrm>
          <a:custGeom>
            <a:avLst/>
            <a:gdLst/>
            <a:ahLst/>
            <a:rect l="0" t="0" r="r" b="b"/>
            <a:pathLst>
              <a:path w="907" h="363">
                <a:moveTo>
                  <a:pt x="0" y="0"/>
                </a:moveTo>
                <a:lnTo>
                  <a:pt x="907" y="0"/>
                </a:lnTo>
                <a:lnTo>
                  <a:pt x="907" y="237"/>
                </a:lnTo>
                <a:lnTo>
                  <a:pt x="755" y="363"/>
                </a:lnTo>
                <a:lnTo>
                  <a:pt x="0" y="363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9370DB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5056200" y="6758640"/>
            <a:ext cx="3794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decision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616560" y="3158280"/>
            <a:ext cx="1267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alt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805720" y="3163320"/>
            <a:ext cx="34416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[pause]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5486400" y="6162840"/>
            <a:ext cx="6548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000000"/>
                </a:solidFill>
                <a:effectLst/>
                <a:uFillTx/>
                <a:latin typeface="TrebuchetMS"/>
                <a:ea typeface="TrebuchetMS"/>
              </a:rPr>
              <a:t>[auto-resolve]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955960" y="2309400"/>
            <a:ext cx="1571760" cy="0"/>
          </a:xfrm>
          <a:prstGeom prst="line">
            <a:avLst/>
          </a:prstGeom>
          <a:ln w="97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4476240" y="2279520"/>
            <a:ext cx="65520" cy="62640"/>
          </a:xfrm>
          <a:custGeom>
            <a:avLst/>
            <a:gdLst/>
            <a:ahLst/>
            <a:rect l="0" t="0" r="r" b="b"/>
            <a:pathLst>
              <a:path w="182" h="174">
                <a:moveTo>
                  <a:pt x="0" y="0"/>
                </a:moveTo>
                <a:lnTo>
                  <a:pt x="182" y="83"/>
                </a:lnTo>
                <a:lnTo>
                  <a:pt x="0" y="17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2832120" y="2230920"/>
            <a:ext cx="156960" cy="156960"/>
          </a:xfrm>
          <a:custGeom>
            <a:avLst/>
            <a:gdLst/>
            <a:ahLst/>
            <a:rect l="0" t="0" r="r" b="b"/>
            <a:pathLst>
              <a:path w="436" h="436">
                <a:moveTo>
                  <a:pt x="436" y="219"/>
                </a:moveTo>
                <a:cubicBezTo>
                  <a:pt x="436" y="233"/>
                  <a:pt x="435" y="247"/>
                  <a:pt x="432" y="261"/>
                </a:cubicBezTo>
                <a:cubicBezTo>
                  <a:pt x="429" y="275"/>
                  <a:pt x="425" y="289"/>
                  <a:pt x="419" y="302"/>
                </a:cubicBezTo>
                <a:cubicBezTo>
                  <a:pt x="414" y="315"/>
                  <a:pt x="407" y="328"/>
                  <a:pt x="399" y="339"/>
                </a:cubicBezTo>
                <a:cubicBezTo>
                  <a:pt x="391" y="351"/>
                  <a:pt x="382" y="362"/>
                  <a:pt x="372" y="372"/>
                </a:cubicBezTo>
                <a:cubicBezTo>
                  <a:pt x="362" y="382"/>
                  <a:pt x="351" y="391"/>
                  <a:pt x="339" y="399"/>
                </a:cubicBezTo>
                <a:cubicBezTo>
                  <a:pt x="328" y="407"/>
                  <a:pt x="315" y="414"/>
                  <a:pt x="302" y="419"/>
                </a:cubicBezTo>
                <a:cubicBezTo>
                  <a:pt x="289" y="425"/>
                  <a:pt x="275" y="429"/>
                  <a:pt x="261" y="432"/>
                </a:cubicBezTo>
                <a:cubicBezTo>
                  <a:pt x="247" y="435"/>
                  <a:pt x="233" y="436"/>
                  <a:pt x="219" y="436"/>
                </a:cubicBezTo>
                <a:cubicBezTo>
                  <a:pt x="204" y="436"/>
                  <a:pt x="190" y="435"/>
                  <a:pt x="176" y="432"/>
                </a:cubicBezTo>
                <a:cubicBezTo>
                  <a:pt x="161" y="429"/>
                  <a:pt x="148" y="425"/>
                  <a:pt x="134" y="419"/>
                </a:cubicBezTo>
                <a:cubicBezTo>
                  <a:pt x="121" y="414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4" y="362"/>
                  <a:pt x="45" y="351"/>
                  <a:pt x="37" y="339"/>
                </a:cubicBezTo>
                <a:cubicBezTo>
                  <a:pt x="29" y="328"/>
                  <a:pt x="22" y="315"/>
                  <a:pt x="17" y="302"/>
                </a:cubicBezTo>
                <a:cubicBezTo>
                  <a:pt x="11" y="289"/>
                  <a:pt x="7" y="275"/>
                  <a:pt x="4" y="261"/>
                </a:cubicBezTo>
                <a:cubicBezTo>
                  <a:pt x="2" y="247"/>
                  <a:pt x="0" y="233"/>
                  <a:pt x="0" y="219"/>
                </a:cubicBezTo>
                <a:cubicBezTo>
                  <a:pt x="0" y="204"/>
                  <a:pt x="2" y="190"/>
                  <a:pt x="4" y="176"/>
                </a:cubicBezTo>
                <a:cubicBezTo>
                  <a:pt x="7" y="162"/>
                  <a:pt x="11" y="149"/>
                  <a:pt x="17" y="136"/>
                </a:cubicBezTo>
                <a:cubicBezTo>
                  <a:pt x="22" y="122"/>
                  <a:pt x="29" y="110"/>
                  <a:pt x="37" y="98"/>
                </a:cubicBezTo>
                <a:cubicBezTo>
                  <a:pt x="45" y="85"/>
                  <a:pt x="54" y="74"/>
                  <a:pt x="64" y="64"/>
                </a:cubicBezTo>
                <a:cubicBezTo>
                  <a:pt x="74" y="54"/>
                  <a:pt x="85" y="45"/>
                  <a:pt x="97" y="37"/>
                </a:cubicBezTo>
                <a:cubicBezTo>
                  <a:pt x="109" y="29"/>
                  <a:pt x="121" y="22"/>
                  <a:pt x="134" y="17"/>
                </a:cubicBezTo>
                <a:cubicBezTo>
                  <a:pt x="148" y="11"/>
                  <a:pt x="161" y="7"/>
                  <a:pt x="176" y="5"/>
                </a:cubicBezTo>
                <a:cubicBezTo>
                  <a:pt x="190" y="2"/>
                  <a:pt x="204" y="0"/>
                  <a:pt x="219" y="0"/>
                </a:cubicBezTo>
                <a:cubicBezTo>
                  <a:pt x="233" y="0"/>
                  <a:pt x="247" y="2"/>
                  <a:pt x="261" y="5"/>
                </a:cubicBezTo>
                <a:cubicBezTo>
                  <a:pt x="275" y="7"/>
                  <a:pt x="289" y="11"/>
                  <a:pt x="302" y="17"/>
                </a:cubicBezTo>
                <a:cubicBezTo>
                  <a:pt x="315" y="22"/>
                  <a:pt x="328" y="29"/>
                  <a:pt x="339" y="37"/>
                </a:cubicBezTo>
                <a:cubicBezTo>
                  <a:pt x="351" y="45"/>
                  <a:pt x="362" y="54"/>
                  <a:pt x="372" y="64"/>
                </a:cubicBezTo>
                <a:cubicBezTo>
                  <a:pt x="382" y="74"/>
                  <a:pt x="391" y="85"/>
                  <a:pt x="399" y="98"/>
                </a:cubicBezTo>
                <a:cubicBezTo>
                  <a:pt x="407" y="110"/>
                  <a:pt x="414" y="122"/>
                  <a:pt x="419" y="136"/>
                </a:cubicBezTo>
                <a:cubicBezTo>
                  <a:pt x="425" y="149"/>
                  <a:pt x="429" y="162"/>
                  <a:pt x="432" y="176"/>
                </a:cubicBezTo>
                <a:cubicBezTo>
                  <a:pt x="435" y="190"/>
                  <a:pt x="436" y="204"/>
                  <a:pt x="436" y="219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3060360" y="2153880"/>
            <a:ext cx="132300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classify(turns, caller_phone)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2888640" y="227520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4560120" y="2585880"/>
            <a:ext cx="293760" cy="151920"/>
          </a:xfrm>
          <a:custGeom>
            <a:avLst/>
            <a:gdLst/>
            <a:ahLst/>
            <a:rect l="0" t="0" r="r" b="b"/>
            <a:pathLst>
              <a:path fill="none" w="816" h="422">
                <a:moveTo>
                  <a:pt x="0" y="29"/>
                </a:moveTo>
                <a:cubicBezTo>
                  <a:pt x="1088" y="-152"/>
                  <a:pt x="1088" y="573"/>
                  <a:pt x="0" y="392"/>
                </a:cubicBezTo>
              </a:path>
            </a:pathLst>
          </a:custGeom>
          <a:ln w="9720">
            <a:solidFill>
              <a:srgbClr val="333333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4546800" y="2702880"/>
            <a:ext cx="69840" cy="61920"/>
          </a:xfrm>
          <a:custGeom>
            <a:avLst/>
            <a:gdLst/>
            <a:ahLst/>
            <a:rect l="0" t="0" r="r" b="b"/>
            <a:pathLst>
              <a:path w="194" h="172">
                <a:moveTo>
                  <a:pt x="166" y="172"/>
                </a:moveTo>
                <a:lnTo>
                  <a:pt x="0" y="61"/>
                </a:lnTo>
                <a:lnTo>
                  <a:pt x="194" y="0"/>
                </a:lnTo>
                <a:lnTo>
                  <a:pt x="166" y="172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4475520" y="2517840"/>
            <a:ext cx="156600" cy="156960"/>
          </a:xfrm>
          <a:custGeom>
            <a:avLst/>
            <a:gdLst/>
            <a:ahLst/>
            <a:rect l="0" t="0" r="r" b="b"/>
            <a:pathLst>
              <a:path w="435" h="436">
                <a:moveTo>
                  <a:pt x="435" y="219"/>
                </a:moveTo>
                <a:cubicBezTo>
                  <a:pt x="435" y="233"/>
                  <a:pt x="434" y="247"/>
                  <a:pt x="431" y="261"/>
                </a:cubicBezTo>
                <a:cubicBezTo>
                  <a:pt x="429" y="275"/>
                  <a:pt x="424" y="289"/>
                  <a:pt x="419" y="302"/>
                </a:cubicBezTo>
                <a:cubicBezTo>
                  <a:pt x="413" y="315"/>
                  <a:pt x="407" y="328"/>
                  <a:pt x="399" y="339"/>
                </a:cubicBezTo>
                <a:cubicBezTo>
                  <a:pt x="391" y="351"/>
                  <a:pt x="382" y="362"/>
                  <a:pt x="372" y="372"/>
                </a:cubicBezTo>
                <a:cubicBezTo>
                  <a:pt x="361" y="382"/>
                  <a:pt x="350" y="391"/>
                  <a:pt x="338" y="399"/>
                </a:cubicBezTo>
                <a:cubicBezTo>
                  <a:pt x="326" y="407"/>
                  <a:pt x="313" y="414"/>
                  <a:pt x="300" y="419"/>
                </a:cubicBezTo>
                <a:cubicBezTo>
                  <a:pt x="287" y="425"/>
                  <a:pt x="274" y="429"/>
                  <a:pt x="260" y="432"/>
                </a:cubicBezTo>
                <a:cubicBezTo>
                  <a:pt x="246" y="435"/>
                  <a:pt x="231" y="436"/>
                  <a:pt x="217" y="436"/>
                </a:cubicBezTo>
                <a:cubicBezTo>
                  <a:pt x="203" y="436"/>
                  <a:pt x="189" y="435"/>
                  <a:pt x="175" y="432"/>
                </a:cubicBezTo>
                <a:cubicBezTo>
                  <a:pt x="161" y="429"/>
                  <a:pt x="147" y="425"/>
                  <a:pt x="134" y="419"/>
                </a:cubicBezTo>
                <a:cubicBezTo>
                  <a:pt x="121" y="414"/>
                  <a:pt x="108" y="407"/>
                  <a:pt x="96" y="399"/>
                </a:cubicBezTo>
                <a:cubicBezTo>
                  <a:pt x="84" y="391"/>
                  <a:pt x="74" y="382"/>
                  <a:pt x="63" y="372"/>
                </a:cubicBezTo>
                <a:cubicBezTo>
                  <a:pt x="53" y="362"/>
                  <a:pt x="44" y="351"/>
                  <a:pt x="36" y="339"/>
                </a:cubicBezTo>
                <a:cubicBezTo>
                  <a:pt x="28" y="328"/>
                  <a:pt x="22" y="315"/>
                  <a:pt x="16" y="302"/>
                </a:cubicBezTo>
                <a:cubicBezTo>
                  <a:pt x="11" y="289"/>
                  <a:pt x="7" y="275"/>
                  <a:pt x="4" y="261"/>
                </a:cubicBezTo>
                <a:cubicBezTo>
                  <a:pt x="1" y="247"/>
                  <a:pt x="0" y="233"/>
                  <a:pt x="0" y="219"/>
                </a:cubicBezTo>
                <a:cubicBezTo>
                  <a:pt x="0" y="204"/>
                  <a:pt x="1" y="190"/>
                  <a:pt x="4" y="176"/>
                </a:cubicBezTo>
                <a:cubicBezTo>
                  <a:pt x="7" y="161"/>
                  <a:pt x="11" y="148"/>
                  <a:pt x="16" y="134"/>
                </a:cubicBezTo>
                <a:cubicBezTo>
                  <a:pt x="22" y="121"/>
                  <a:pt x="28" y="109"/>
                  <a:pt x="36" y="97"/>
                </a:cubicBezTo>
                <a:cubicBezTo>
                  <a:pt x="44" y="85"/>
                  <a:pt x="53" y="74"/>
                  <a:pt x="63" y="64"/>
                </a:cubicBezTo>
                <a:cubicBezTo>
                  <a:pt x="74" y="54"/>
                  <a:pt x="84" y="45"/>
                  <a:pt x="96" y="37"/>
                </a:cubicBezTo>
                <a:cubicBezTo>
                  <a:pt x="108" y="29"/>
                  <a:pt x="121" y="22"/>
                  <a:pt x="134" y="17"/>
                </a:cubicBezTo>
                <a:cubicBezTo>
                  <a:pt x="147" y="11"/>
                  <a:pt x="161" y="7"/>
                  <a:pt x="175" y="4"/>
                </a:cubicBezTo>
                <a:cubicBezTo>
                  <a:pt x="189" y="2"/>
                  <a:pt x="203" y="0"/>
                  <a:pt x="217" y="0"/>
                </a:cubicBezTo>
                <a:cubicBezTo>
                  <a:pt x="231" y="0"/>
                  <a:pt x="246" y="2"/>
                  <a:pt x="260" y="4"/>
                </a:cubicBezTo>
                <a:cubicBezTo>
                  <a:pt x="274" y="7"/>
                  <a:pt x="287" y="11"/>
                  <a:pt x="300" y="17"/>
                </a:cubicBezTo>
                <a:cubicBezTo>
                  <a:pt x="313" y="22"/>
                  <a:pt x="326" y="29"/>
                  <a:pt x="338" y="37"/>
                </a:cubicBezTo>
                <a:cubicBezTo>
                  <a:pt x="350" y="45"/>
                  <a:pt x="361" y="54"/>
                  <a:pt x="372" y="64"/>
                </a:cubicBezTo>
                <a:cubicBezTo>
                  <a:pt x="382" y="74"/>
                  <a:pt x="391" y="85"/>
                  <a:pt x="399" y="97"/>
                </a:cubicBezTo>
                <a:cubicBezTo>
                  <a:pt x="407" y="109"/>
                  <a:pt x="413" y="121"/>
                  <a:pt x="419" y="134"/>
                </a:cubicBezTo>
                <a:cubicBezTo>
                  <a:pt x="424" y="148"/>
                  <a:pt x="429" y="161"/>
                  <a:pt x="431" y="176"/>
                </a:cubicBezTo>
                <a:cubicBezTo>
                  <a:pt x="434" y="190"/>
                  <a:pt x="435" y="204"/>
                  <a:pt x="435" y="219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4020120" y="2440800"/>
            <a:ext cx="10742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extract / classify / risk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4532040" y="256212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4599360" y="3078720"/>
            <a:ext cx="2047320" cy="0"/>
          </a:xfrm>
          <a:prstGeom prst="line">
            <a:avLst/>
          </a:prstGeom>
          <a:ln w="97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6595200" y="3049200"/>
            <a:ext cx="65520" cy="62640"/>
          </a:xfrm>
          <a:custGeom>
            <a:avLst/>
            <a:gdLst/>
            <a:ahLst/>
            <a:rect l="0" t="0" r="r" b="b"/>
            <a:pathLst>
              <a:path w="182" h="174">
                <a:moveTo>
                  <a:pt x="0" y="0"/>
                </a:moveTo>
                <a:lnTo>
                  <a:pt x="182" y="83"/>
                </a:lnTo>
                <a:lnTo>
                  <a:pt x="0" y="17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475520" y="3000600"/>
            <a:ext cx="156600" cy="156600"/>
          </a:xfrm>
          <a:custGeom>
            <a:avLst/>
            <a:gdLst/>
            <a:ahLst/>
            <a:rect l="0" t="0" r="r" b="b"/>
            <a:pathLst>
              <a:path w="435" h="435">
                <a:moveTo>
                  <a:pt x="435" y="218"/>
                </a:moveTo>
                <a:cubicBezTo>
                  <a:pt x="435" y="232"/>
                  <a:pt x="434" y="246"/>
                  <a:pt x="431" y="260"/>
                </a:cubicBezTo>
                <a:cubicBezTo>
                  <a:pt x="429" y="274"/>
                  <a:pt x="424" y="288"/>
                  <a:pt x="419" y="301"/>
                </a:cubicBezTo>
                <a:cubicBezTo>
                  <a:pt x="413" y="314"/>
                  <a:pt x="407" y="327"/>
                  <a:pt x="399" y="339"/>
                </a:cubicBezTo>
                <a:cubicBezTo>
                  <a:pt x="391" y="351"/>
                  <a:pt x="382" y="362"/>
                  <a:pt x="372" y="372"/>
                </a:cubicBezTo>
                <a:cubicBezTo>
                  <a:pt x="361" y="382"/>
                  <a:pt x="350" y="391"/>
                  <a:pt x="338" y="399"/>
                </a:cubicBezTo>
                <a:cubicBezTo>
                  <a:pt x="326" y="407"/>
                  <a:pt x="313" y="413"/>
                  <a:pt x="300" y="419"/>
                </a:cubicBezTo>
                <a:cubicBezTo>
                  <a:pt x="287" y="424"/>
                  <a:pt x="274" y="428"/>
                  <a:pt x="260" y="431"/>
                </a:cubicBezTo>
                <a:cubicBezTo>
                  <a:pt x="246" y="434"/>
                  <a:pt x="231" y="435"/>
                  <a:pt x="217" y="435"/>
                </a:cubicBezTo>
                <a:cubicBezTo>
                  <a:pt x="203" y="435"/>
                  <a:pt x="189" y="434"/>
                  <a:pt x="175" y="431"/>
                </a:cubicBezTo>
                <a:cubicBezTo>
                  <a:pt x="161" y="428"/>
                  <a:pt x="147" y="424"/>
                  <a:pt x="134" y="419"/>
                </a:cubicBezTo>
                <a:cubicBezTo>
                  <a:pt x="121" y="413"/>
                  <a:pt x="108" y="407"/>
                  <a:pt x="96" y="399"/>
                </a:cubicBezTo>
                <a:cubicBezTo>
                  <a:pt x="84" y="391"/>
                  <a:pt x="74" y="382"/>
                  <a:pt x="63" y="372"/>
                </a:cubicBezTo>
                <a:cubicBezTo>
                  <a:pt x="53" y="362"/>
                  <a:pt x="44" y="351"/>
                  <a:pt x="36" y="339"/>
                </a:cubicBezTo>
                <a:cubicBezTo>
                  <a:pt x="28" y="327"/>
                  <a:pt x="22" y="314"/>
                  <a:pt x="16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4"/>
                  <a:pt x="1" y="190"/>
                  <a:pt x="4" y="176"/>
                </a:cubicBezTo>
                <a:cubicBezTo>
                  <a:pt x="7" y="162"/>
                  <a:pt x="11" y="148"/>
                  <a:pt x="16" y="135"/>
                </a:cubicBezTo>
                <a:cubicBezTo>
                  <a:pt x="22" y="121"/>
                  <a:pt x="28" y="108"/>
                  <a:pt x="36" y="96"/>
                </a:cubicBezTo>
                <a:cubicBezTo>
                  <a:pt x="44" y="84"/>
                  <a:pt x="53" y="73"/>
                  <a:pt x="63" y="63"/>
                </a:cubicBezTo>
                <a:cubicBezTo>
                  <a:pt x="74" y="53"/>
                  <a:pt x="84" y="44"/>
                  <a:pt x="96" y="36"/>
                </a:cubicBezTo>
                <a:cubicBezTo>
                  <a:pt x="108" y="28"/>
                  <a:pt x="121" y="22"/>
                  <a:pt x="134" y="16"/>
                </a:cubicBezTo>
                <a:cubicBezTo>
                  <a:pt x="147" y="11"/>
                  <a:pt x="161" y="7"/>
                  <a:pt x="175" y="4"/>
                </a:cubicBezTo>
                <a:cubicBezTo>
                  <a:pt x="189" y="1"/>
                  <a:pt x="203" y="0"/>
                  <a:pt x="217" y="0"/>
                </a:cubicBezTo>
                <a:cubicBezTo>
                  <a:pt x="231" y="0"/>
                  <a:pt x="246" y="1"/>
                  <a:pt x="260" y="4"/>
                </a:cubicBezTo>
                <a:cubicBezTo>
                  <a:pt x="274" y="7"/>
                  <a:pt x="287" y="11"/>
                  <a:pt x="300" y="16"/>
                </a:cubicBezTo>
                <a:cubicBezTo>
                  <a:pt x="313" y="22"/>
                  <a:pt x="326" y="28"/>
                  <a:pt x="338" y="36"/>
                </a:cubicBezTo>
                <a:cubicBezTo>
                  <a:pt x="350" y="44"/>
                  <a:pt x="361" y="53"/>
                  <a:pt x="372" y="63"/>
                </a:cubicBezTo>
                <a:cubicBezTo>
                  <a:pt x="382" y="73"/>
                  <a:pt x="391" y="84"/>
                  <a:pt x="399" y="96"/>
                </a:cubicBezTo>
                <a:cubicBezTo>
                  <a:pt x="407" y="108"/>
                  <a:pt x="413" y="121"/>
                  <a:pt x="419" y="135"/>
                </a:cubicBezTo>
                <a:cubicBezTo>
                  <a:pt x="424" y="148"/>
                  <a:pt x="429" y="162"/>
                  <a:pt x="431" y="176"/>
                </a:cubicBezTo>
                <a:cubicBezTo>
                  <a:pt x="434" y="190"/>
                  <a:pt x="435" y="204"/>
                  <a:pt x="435" y="218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4680360" y="2923560"/>
            <a:ext cx="183528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should_pause(sub, risk, conf, fallback)?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532040" y="304452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4579920" y="3654000"/>
            <a:ext cx="2125800" cy="10440"/>
          </a:xfrm>
          <a:custGeom>
            <a:avLst/>
            <a:gdLst/>
            <a:ahLst/>
            <a:rect l="0" t="0" r="r" b="b"/>
            <a:pathLst>
              <a:path w="5905" h="29">
                <a:moveTo>
                  <a:pt x="5905" y="29"/>
                </a:moveTo>
                <a:lnTo>
                  <a:pt x="5851" y="29"/>
                </a:lnTo>
                <a:lnTo>
                  <a:pt x="5851" y="0"/>
                </a:lnTo>
                <a:lnTo>
                  <a:pt x="5905" y="0"/>
                </a:lnTo>
                <a:lnTo>
                  <a:pt x="5905" y="29"/>
                </a:lnTo>
                <a:moveTo>
                  <a:pt x="5797" y="29"/>
                </a:moveTo>
                <a:lnTo>
                  <a:pt x="5742" y="29"/>
                </a:lnTo>
                <a:lnTo>
                  <a:pt x="5742" y="0"/>
                </a:lnTo>
                <a:lnTo>
                  <a:pt x="5797" y="0"/>
                </a:lnTo>
                <a:lnTo>
                  <a:pt x="5797" y="29"/>
                </a:lnTo>
                <a:moveTo>
                  <a:pt x="5688" y="29"/>
                </a:moveTo>
                <a:lnTo>
                  <a:pt x="5634" y="29"/>
                </a:lnTo>
                <a:lnTo>
                  <a:pt x="5634" y="0"/>
                </a:lnTo>
                <a:lnTo>
                  <a:pt x="5688" y="0"/>
                </a:lnTo>
                <a:lnTo>
                  <a:pt x="5688" y="29"/>
                </a:lnTo>
                <a:moveTo>
                  <a:pt x="5579" y="29"/>
                </a:moveTo>
                <a:lnTo>
                  <a:pt x="5525" y="29"/>
                </a:lnTo>
                <a:lnTo>
                  <a:pt x="5525" y="0"/>
                </a:lnTo>
                <a:lnTo>
                  <a:pt x="5579" y="0"/>
                </a:lnTo>
                <a:lnTo>
                  <a:pt x="5579" y="29"/>
                </a:lnTo>
                <a:moveTo>
                  <a:pt x="5471" y="29"/>
                </a:moveTo>
                <a:lnTo>
                  <a:pt x="5416" y="29"/>
                </a:lnTo>
                <a:lnTo>
                  <a:pt x="5416" y="0"/>
                </a:lnTo>
                <a:lnTo>
                  <a:pt x="5471" y="0"/>
                </a:lnTo>
                <a:lnTo>
                  <a:pt x="5471" y="29"/>
                </a:lnTo>
                <a:moveTo>
                  <a:pt x="5362" y="29"/>
                </a:moveTo>
                <a:lnTo>
                  <a:pt x="5308" y="29"/>
                </a:lnTo>
                <a:lnTo>
                  <a:pt x="5308" y="0"/>
                </a:lnTo>
                <a:lnTo>
                  <a:pt x="5362" y="0"/>
                </a:lnTo>
                <a:lnTo>
                  <a:pt x="5362" y="29"/>
                </a:lnTo>
                <a:moveTo>
                  <a:pt x="5253" y="29"/>
                </a:moveTo>
                <a:lnTo>
                  <a:pt x="5199" y="29"/>
                </a:lnTo>
                <a:lnTo>
                  <a:pt x="5199" y="0"/>
                </a:lnTo>
                <a:lnTo>
                  <a:pt x="5253" y="0"/>
                </a:lnTo>
                <a:lnTo>
                  <a:pt x="5253" y="29"/>
                </a:lnTo>
                <a:moveTo>
                  <a:pt x="5145" y="29"/>
                </a:moveTo>
                <a:lnTo>
                  <a:pt x="5090" y="29"/>
                </a:lnTo>
                <a:lnTo>
                  <a:pt x="5090" y="0"/>
                </a:lnTo>
                <a:lnTo>
                  <a:pt x="5145" y="0"/>
                </a:lnTo>
                <a:lnTo>
                  <a:pt x="5145" y="29"/>
                </a:lnTo>
                <a:moveTo>
                  <a:pt x="5036" y="29"/>
                </a:moveTo>
                <a:lnTo>
                  <a:pt x="4982" y="29"/>
                </a:lnTo>
                <a:lnTo>
                  <a:pt x="4982" y="0"/>
                </a:lnTo>
                <a:lnTo>
                  <a:pt x="5036" y="0"/>
                </a:lnTo>
                <a:lnTo>
                  <a:pt x="5036" y="29"/>
                </a:lnTo>
                <a:moveTo>
                  <a:pt x="4927" y="29"/>
                </a:moveTo>
                <a:lnTo>
                  <a:pt x="4873" y="29"/>
                </a:lnTo>
                <a:lnTo>
                  <a:pt x="4873" y="0"/>
                </a:lnTo>
                <a:lnTo>
                  <a:pt x="4927" y="0"/>
                </a:lnTo>
                <a:lnTo>
                  <a:pt x="4927" y="29"/>
                </a:lnTo>
                <a:moveTo>
                  <a:pt x="4819" y="29"/>
                </a:moveTo>
                <a:lnTo>
                  <a:pt x="4764" y="29"/>
                </a:lnTo>
                <a:lnTo>
                  <a:pt x="4764" y="0"/>
                </a:lnTo>
                <a:lnTo>
                  <a:pt x="4819" y="0"/>
                </a:lnTo>
                <a:lnTo>
                  <a:pt x="4819" y="29"/>
                </a:lnTo>
                <a:moveTo>
                  <a:pt x="4710" y="29"/>
                </a:moveTo>
                <a:lnTo>
                  <a:pt x="4656" y="29"/>
                </a:lnTo>
                <a:lnTo>
                  <a:pt x="4656" y="0"/>
                </a:lnTo>
                <a:lnTo>
                  <a:pt x="4710" y="0"/>
                </a:lnTo>
                <a:lnTo>
                  <a:pt x="4710" y="29"/>
                </a:lnTo>
                <a:moveTo>
                  <a:pt x="4601" y="29"/>
                </a:moveTo>
                <a:lnTo>
                  <a:pt x="4547" y="29"/>
                </a:lnTo>
                <a:lnTo>
                  <a:pt x="4547" y="0"/>
                </a:lnTo>
                <a:lnTo>
                  <a:pt x="4601" y="0"/>
                </a:lnTo>
                <a:lnTo>
                  <a:pt x="4601" y="29"/>
                </a:lnTo>
                <a:moveTo>
                  <a:pt x="4493" y="29"/>
                </a:moveTo>
                <a:lnTo>
                  <a:pt x="4438" y="29"/>
                </a:lnTo>
                <a:lnTo>
                  <a:pt x="4438" y="0"/>
                </a:lnTo>
                <a:lnTo>
                  <a:pt x="4493" y="0"/>
                </a:lnTo>
                <a:lnTo>
                  <a:pt x="4493" y="29"/>
                </a:lnTo>
                <a:moveTo>
                  <a:pt x="4384" y="29"/>
                </a:moveTo>
                <a:lnTo>
                  <a:pt x="4330" y="29"/>
                </a:lnTo>
                <a:lnTo>
                  <a:pt x="4330" y="0"/>
                </a:lnTo>
                <a:lnTo>
                  <a:pt x="4384" y="0"/>
                </a:lnTo>
                <a:lnTo>
                  <a:pt x="4384" y="29"/>
                </a:lnTo>
                <a:moveTo>
                  <a:pt x="4275" y="29"/>
                </a:moveTo>
                <a:lnTo>
                  <a:pt x="4221" y="29"/>
                </a:lnTo>
                <a:lnTo>
                  <a:pt x="4221" y="0"/>
                </a:lnTo>
                <a:lnTo>
                  <a:pt x="4275" y="0"/>
                </a:lnTo>
                <a:lnTo>
                  <a:pt x="4275" y="29"/>
                </a:lnTo>
                <a:moveTo>
                  <a:pt x="4167" y="29"/>
                </a:moveTo>
                <a:lnTo>
                  <a:pt x="4112" y="29"/>
                </a:lnTo>
                <a:lnTo>
                  <a:pt x="4112" y="0"/>
                </a:lnTo>
                <a:lnTo>
                  <a:pt x="4167" y="0"/>
                </a:lnTo>
                <a:lnTo>
                  <a:pt x="4167" y="29"/>
                </a:lnTo>
                <a:moveTo>
                  <a:pt x="4058" y="29"/>
                </a:moveTo>
                <a:lnTo>
                  <a:pt x="4004" y="29"/>
                </a:lnTo>
                <a:lnTo>
                  <a:pt x="4004" y="0"/>
                </a:lnTo>
                <a:lnTo>
                  <a:pt x="4058" y="0"/>
                </a:lnTo>
                <a:lnTo>
                  <a:pt x="4058" y="29"/>
                </a:lnTo>
                <a:moveTo>
                  <a:pt x="3949" y="29"/>
                </a:moveTo>
                <a:lnTo>
                  <a:pt x="3895" y="29"/>
                </a:lnTo>
                <a:lnTo>
                  <a:pt x="3895" y="0"/>
                </a:lnTo>
                <a:lnTo>
                  <a:pt x="3949" y="0"/>
                </a:lnTo>
                <a:lnTo>
                  <a:pt x="3949" y="29"/>
                </a:lnTo>
                <a:moveTo>
                  <a:pt x="3841" y="29"/>
                </a:moveTo>
                <a:lnTo>
                  <a:pt x="3786" y="29"/>
                </a:lnTo>
                <a:lnTo>
                  <a:pt x="3786" y="0"/>
                </a:lnTo>
                <a:lnTo>
                  <a:pt x="3841" y="0"/>
                </a:lnTo>
                <a:lnTo>
                  <a:pt x="3841" y="29"/>
                </a:lnTo>
                <a:moveTo>
                  <a:pt x="3732" y="29"/>
                </a:moveTo>
                <a:lnTo>
                  <a:pt x="3677" y="29"/>
                </a:lnTo>
                <a:lnTo>
                  <a:pt x="3677" y="0"/>
                </a:lnTo>
                <a:lnTo>
                  <a:pt x="3732" y="0"/>
                </a:lnTo>
                <a:lnTo>
                  <a:pt x="3732" y="29"/>
                </a:lnTo>
                <a:moveTo>
                  <a:pt x="3623" y="29"/>
                </a:moveTo>
                <a:lnTo>
                  <a:pt x="3569" y="29"/>
                </a:lnTo>
                <a:lnTo>
                  <a:pt x="3569" y="0"/>
                </a:lnTo>
                <a:lnTo>
                  <a:pt x="3623" y="0"/>
                </a:lnTo>
                <a:lnTo>
                  <a:pt x="3623" y="29"/>
                </a:lnTo>
                <a:moveTo>
                  <a:pt x="3514" y="29"/>
                </a:moveTo>
                <a:lnTo>
                  <a:pt x="3460" y="29"/>
                </a:lnTo>
                <a:lnTo>
                  <a:pt x="3460" y="0"/>
                </a:lnTo>
                <a:lnTo>
                  <a:pt x="3514" y="0"/>
                </a:lnTo>
                <a:lnTo>
                  <a:pt x="3514" y="29"/>
                </a:lnTo>
                <a:moveTo>
                  <a:pt x="3406" y="29"/>
                </a:moveTo>
                <a:lnTo>
                  <a:pt x="3351" y="29"/>
                </a:lnTo>
                <a:lnTo>
                  <a:pt x="3351" y="0"/>
                </a:lnTo>
                <a:lnTo>
                  <a:pt x="3406" y="0"/>
                </a:lnTo>
                <a:lnTo>
                  <a:pt x="3406" y="29"/>
                </a:lnTo>
                <a:moveTo>
                  <a:pt x="3297" y="29"/>
                </a:moveTo>
                <a:lnTo>
                  <a:pt x="3243" y="29"/>
                </a:lnTo>
                <a:lnTo>
                  <a:pt x="3243" y="0"/>
                </a:lnTo>
                <a:lnTo>
                  <a:pt x="3297" y="0"/>
                </a:lnTo>
                <a:lnTo>
                  <a:pt x="3297" y="29"/>
                </a:lnTo>
                <a:moveTo>
                  <a:pt x="3188" y="29"/>
                </a:moveTo>
                <a:lnTo>
                  <a:pt x="3134" y="29"/>
                </a:lnTo>
                <a:lnTo>
                  <a:pt x="3134" y="0"/>
                </a:lnTo>
                <a:lnTo>
                  <a:pt x="3188" y="0"/>
                </a:lnTo>
                <a:lnTo>
                  <a:pt x="3188" y="29"/>
                </a:lnTo>
                <a:moveTo>
                  <a:pt x="3080" y="29"/>
                </a:moveTo>
                <a:lnTo>
                  <a:pt x="3025" y="29"/>
                </a:lnTo>
                <a:lnTo>
                  <a:pt x="3025" y="0"/>
                </a:lnTo>
                <a:lnTo>
                  <a:pt x="3080" y="0"/>
                </a:lnTo>
                <a:lnTo>
                  <a:pt x="3080" y="29"/>
                </a:lnTo>
                <a:moveTo>
                  <a:pt x="2971" y="29"/>
                </a:moveTo>
                <a:lnTo>
                  <a:pt x="2917" y="29"/>
                </a:lnTo>
                <a:lnTo>
                  <a:pt x="2917" y="0"/>
                </a:lnTo>
                <a:lnTo>
                  <a:pt x="2971" y="0"/>
                </a:lnTo>
                <a:lnTo>
                  <a:pt x="2971" y="29"/>
                </a:lnTo>
                <a:moveTo>
                  <a:pt x="2862" y="29"/>
                </a:moveTo>
                <a:lnTo>
                  <a:pt x="2808" y="29"/>
                </a:lnTo>
                <a:lnTo>
                  <a:pt x="2808" y="0"/>
                </a:lnTo>
                <a:lnTo>
                  <a:pt x="2862" y="0"/>
                </a:lnTo>
                <a:lnTo>
                  <a:pt x="2862" y="29"/>
                </a:lnTo>
                <a:moveTo>
                  <a:pt x="2754" y="29"/>
                </a:moveTo>
                <a:lnTo>
                  <a:pt x="2699" y="29"/>
                </a:lnTo>
                <a:lnTo>
                  <a:pt x="2699" y="0"/>
                </a:lnTo>
                <a:lnTo>
                  <a:pt x="2754" y="0"/>
                </a:lnTo>
                <a:lnTo>
                  <a:pt x="2754" y="29"/>
                </a:lnTo>
                <a:moveTo>
                  <a:pt x="2645" y="29"/>
                </a:moveTo>
                <a:lnTo>
                  <a:pt x="2591" y="29"/>
                </a:lnTo>
                <a:lnTo>
                  <a:pt x="2591" y="0"/>
                </a:lnTo>
                <a:lnTo>
                  <a:pt x="2645" y="0"/>
                </a:lnTo>
                <a:lnTo>
                  <a:pt x="2645" y="29"/>
                </a:lnTo>
                <a:moveTo>
                  <a:pt x="2536" y="29"/>
                </a:moveTo>
                <a:lnTo>
                  <a:pt x="2482" y="29"/>
                </a:lnTo>
                <a:lnTo>
                  <a:pt x="2482" y="0"/>
                </a:lnTo>
                <a:lnTo>
                  <a:pt x="2536" y="0"/>
                </a:lnTo>
                <a:lnTo>
                  <a:pt x="2536" y="29"/>
                </a:lnTo>
                <a:moveTo>
                  <a:pt x="2428" y="29"/>
                </a:moveTo>
                <a:lnTo>
                  <a:pt x="2373" y="29"/>
                </a:lnTo>
                <a:lnTo>
                  <a:pt x="2373" y="0"/>
                </a:lnTo>
                <a:lnTo>
                  <a:pt x="2428" y="0"/>
                </a:lnTo>
                <a:lnTo>
                  <a:pt x="2428" y="29"/>
                </a:lnTo>
                <a:moveTo>
                  <a:pt x="2319" y="29"/>
                </a:moveTo>
                <a:lnTo>
                  <a:pt x="2265" y="29"/>
                </a:lnTo>
                <a:lnTo>
                  <a:pt x="2265" y="0"/>
                </a:lnTo>
                <a:lnTo>
                  <a:pt x="2319" y="0"/>
                </a:lnTo>
                <a:lnTo>
                  <a:pt x="2319" y="29"/>
                </a:lnTo>
                <a:moveTo>
                  <a:pt x="2210" y="29"/>
                </a:moveTo>
                <a:lnTo>
                  <a:pt x="2156" y="29"/>
                </a:lnTo>
                <a:lnTo>
                  <a:pt x="2156" y="0"/>
                </a:lnTo>
                <a:lnTo>
                  <a:pt x="2210" y="0"/>
                </a:lnTo>
                <a:lnTo>
                  <a:pt x="2210" y="29"/>
                </a:lnTo>
                <a:moveTo>
                  <a:pt x="2102" y="29"/>
                </a:moveTo>
                <a:lnTo>
                  <a:pt x="2047" y="29"/>
                </a:lnTo>
                <a:lnTo>
                  <a:pt x="2047" y="0"/>
                </a:lnTo>
                <a:lnTo>
                  <a:pt x="2102" y="0"/>
                </a:lnTo>
                <a:lnTo>
                  <a:pt x="2102" y="29"/>
                </a:lnTo>
                <a:moveTo>
                  <a:pt x="1992" y="29"/>
                </a:moveTo>
                <a:lnTo>
                  <a:pt x="1938" y="29"/>
                </a:lnTo>
                <a:lnTo>
                  <a:pt x="1938" y="0"/>
                </a:lnTo>
                <a:lnTo>
                  <a:pt x="1992" y="0"/>
                </a:lnTo>
                <a:lnTo>
                  <a:pt x="1992" y="29"/>
                </a:lnTo>
                <a:moveTo>
                  <a:pt x="1883" y="29"/>
                </a:moveTo>
                <a:lnTo>
                  <a:pt x="1829" y="29"/>
                </a:lnTo>
                <a:lnTo>
                  <a:pt x="1829" y="0"/>
                </a:lnTo>
                <a:lnTo>
                  <a:pt x="1883" y="0"/>
                </a:lnTo>
                <a:lnTo>
                  <a:pt x="1883" y="29"/>
                </a:lnTo>
                <a:moveTo>
                  <a:pt x="1775" y="29"/>
                </a:moveTo>
                <a:lnTo>
                  <a:pt x="1720" y="29"/>
                </a:lnTo>
                <a:lnTo>
                  <a:pt x="1720" y="0"/>
                </a:lnTo>
                <a:lnTo>
                  <a:pt x="1775" y="0"/>
                </a:lnTo>
                <a:lnTo>
                  <a:pt x="1775" y="29"/>
                </a:lnTo>
                <a:moveTo>
                  <a:pt x="1666" y="29"/>
                </a:moveTo>
                <a:lnTo>
                  <a:pt x="1612" y="29"/>
                </a:lnTo>
                <a:lnTo>
                  <a:pt x="1612" y="0"/>
                </a:lnTo>
                <a:lnTo>
                  <a:pt x="1666" y="0"/>
                </a:lnTo>
                <a:lnTo>
                  <a:pt x="1666" y="29"/>
                </a:lnTo>
                <a:moveTo>
                  <a:pt x="1557" y="29"/>
                </a:moveTo>
                <a:lnTo>
                  <a:pt x="1503" y="29"/>
                </a:lnTo>
                <a:lnTo>
                  <a:pt x="1503" y="0"/>
                </a:lnTo>
                <a:lnTo>
                  <a:pt x="1557" y="0"/>
                </a:lnTo>
                <a:lnTo>
                  <a:pt x="1557" y="29"/>
                </a:lnTo>
                <a:moveTo>
                  <a:pt x="1449" y="29"/>
                </a:moveTo>
                <a:lnTo>
                  <a:pt x="1394" y="29"/>
                </a:lnTo>
                <a:lnTo>
                  <a:pt x="1394" y="0"/>
                </a:lnTo>
                <a:lnTo>
                  <a:pt x="1449" y="0"/>
                </a:lnTo>
                <a:lnTo>
                  <a:pt x="1449" y="29"/>
                </a:lnTo>
                <a:moveTo>
                  <a:pt x="1340" y="29"/>
                </a:moveTo>
                <a:lnTo>
                  <a:pt x="1286" y="29"/>
                </a:lnTo>
                <a:lnTo>
                  <a:pt x="1286" y="0"/>
                </a:lnTo>
                <a:lnTo>
                  <a:pt x="1340" y="0"/>
                </a:lnTo>
                <a:lnTo>
                  <a:pt x="1340" y="29"/>
                </a:lnTo>
                <a:moveTo>
                  <a:pt x="1231" y="29"/>
                </a:moveTo>
                <a:lnTo>
                  <a:pt x="1177" y="29"/>
                </a:lnTo>
                <a:lnTo>
                  <a:pt x="1177" y="0"/>
                </a:lnTo>
                <a:lnTo>
                  <a:pt x="1231" y="0"/>
                </a:lnTo>
                <a:lnTo>
                  <a:pt x="1231" y="29"/>
                </a:lnTo>
                <a:moveTo>
                  <a:pt x="1123" y="29"/>
                </a:moveTo>
                <a:lnTo>
                  <a:pt x="1068" y="29"/>
                </a:lnTo>
                <a:lnTo>
                  <a:pt x="1068" y="0"/>
                </a:lnTo>
                <a:lnTo>
                  <a:pt x="1123" y="0"/>
                </a:lnTo>
                <a:lnTo>
                  <a:pt x="1123" y="29"/>
                </a:lnTo>
                <a:moveTo>
                  <a:pt x="1014" y="29"/>
                </a:moveTo>
                <a:lnTo>
                  <a:pt x="960" y="29"/>
                </a:lnTo>
                <a:lnTo>
                  <a:pt x="960" y="0"/>
                </a:lnTo>
                <a:lnTo>
                  <a:pt x="1014" y="0"/>
                </a:lnTo>
                <a:lnTo>
                  <a:pt x="1014" y="29"/>
                </a:lnTo>
                <a:moveTo>
                  <a:pt x="905" y="29"/>
                </a:moveTo>
                <a:lnTo>
                  <a:pt x="851" y="29"/>
                </a:lnTo>
                <a:lnTo>
                  <a:pt x="851" y="0"/>
                </a:lnTo>
                <a:lnTo>
                  <a:pt x="905" y="0"/>
                </a:lnTo>
                <a:lnTo>
                  <a:pt x="905" y="29"/>
                </a:lnTo>
                <a:moveTo>
                  <a:pt x="797" y="29"/>
                </a:moveTo>
                <a:lnTo>
                  <a:pt x="742" y="29"/>
                </a:lnTo>
                <a:lnTo>
                  <a:pt x="742" y="0"/>
                </a:lnTo>
                <a:lnTo>
                  <a:pt x="797" y="0"/>
                </a:lnTo>
                <a:lnTo>
                  <a:pt x="797" y="29"/>
                </a:lnTo>
                <a:moveTo>
                  <a:pt x="688" y="29"/>
                </a:moveTo>
                <a:lnTo>
                  <a:pt x="634" y="29"/>
                </a:lnTo>
                <a:lnTo>
                  <a:pt x="634" y="0"/>
                </a:lnTo>
                <a:lnTo>
                  <a:pt x="688" y="0"/>
                </a:lnTo>
                <a:lnTo>
                  <a:pt x="688" y="29"/>
                </a:lnTo>
                <a:moveTo>
                  <a:pt x="579" y="29"/>
                </a:moveTo>
                <a:lnTo>
                  <a:pt x="525" y="29"/>
                </a:lnTo>
                <a:lnTo>
                  <a:pt x="525" y="0"/>
                </a:lnTo>
                <a:lnTo>
                  <a:pt x="579" y="0"/>
                </a:lnTo>
                <a:lnTo>
                  <a:pt x="579" y="29"/>
                </a:lnTo>
                <a:moveTo>
                  <a:pt x="470" y="29"/>
                </a:moveTo>
                <a:lnTo>
                  <a:pt x="416" y="29"/>
                </a:lnTo>
                <a:lnTo>
                  <a:pt x="416" y="0"/>
                </a:lnTo>
                <a:lnTo>
                  <a:pt x="470" y="0"/>
                </a:lnTo>
                <a:lnTo>
                  <a:pt x="470" y="29"/>
                </a:lnTo>
                <a:moveTo>
                  <a:pt x="362" y="29"/>
                </a:moveTo>
                <a:lnTo>
                  <a:pt x="307" y="29"/>
                </a:lnTo>
                <a:lnTo>
                  <a:pt x="307" y="0"/>
                </a:lnTo>
                <a:lnTo>
                  <a:pt x="362" y="0"/>
                </a:lnTo>
                <a:lnTo>
                  <a:pt x="362" y="29"/>
                </a:lnTo>
                <a:moveTo>
                  <a:pt x="253" y="29"/>
                </a:moveTo>
                <a:lnTo>
                  <a:pt x="199" y="29"/>
                </a:lnTo>
                <a:lnTo>
                  <a:pt x="199" y="0"/>
                </a:lnTo>
                <a:lnTo>
                  <a:pt x="253" y="0"/>
                </a:lnTo>
                <a:lnTo>
                  <a:pt x="253" y="29"/>
                </a:lnTo>
                <a:moveTo>
                  <a:pt x="144" y="29"/>
                </a:moveTo>
                <a:lnTo>
                  <a:pt x="90" y="29"/>
                </a:lnTo>
                <a:lnTo>
                  <a:pt x="90" y="0"/>
                </a:lnTo>
                <a:lnTo>
                  <a:pt x="144" y="0"/>
                </a:lnTo>
                <a:lnTo>
                  <a:pt x="144" y="29"/>
                </a:lnTo>
                <a:moveTo>
                  <a:pt x="36" y="29"/>
                </a:moveTo>
                <a:lnTo>
                  <a:pt x="0" y="29"/>
                </a:lnTo>
                <a:lnTo>
                  <a:pt x="0" y="0"/>
                </a:lnTo>
                <a:lnTo>
                  <a:pt x="36" y="0"/>
                </a:lnTo>
                <a:lnTo>
                  <a:pt x="36" y="2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4566240" y="3626280"/>
            <a:ext cx="65520" cy="62640"/>
          </a:xfrm>
          <a:custGeom>
            <a:avLst/>
            <a:gdLst/>
            <a:ahLst/>
            <a:rect l="0" t="0" r="r" b="b"/>
            <a:pathLst>
              <a:path w="182" h="174">
                <a:moveTo>
                  <a:pt x="182" y="174"/>
                </a:moveTo>
                <a:lnTo>
                  <a:pt x="0" y="91"/>
                </a:lnTo>
                <a:lnTo>
                  <a:pt x="182" y="0"/>
                </a:lnTo>
                <a:lnTo>
                  <a:pt x="182" y="174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6594480" y="3580920"/>
            <a:ext cx="156960" cy="156600"/>
          </a:xfrm>
          <a:custGeom>
            <a:avLst/>
            <a:gdLst/>
            <a:ahLst/>
            <a:rect l="0" t="0" r="r" b="b"/>
            <a:pathLst>
              <a:path w="436" h="435">
                <a:moveTo>
                  <a:pt x="436" y="217"/>
                </a:moveTo>
                <a:cubicBezTo>
                  <a:pt x="436" y="231"/>
                  <a:pt x="435" y="245"/>
                  <a:pt x="432" y="260"/>
                </a:cubicBezTo>
                <a:cubicBezTo>
                  <a:pt x="429" y="274"/>
                  <a:pt x="425" y="288"/>
                  <a:pt x="420" y="301"/>
                </a:cubicBezTo>
                <a:cubicBezTo>
                  <a:pt x="414" y="314"/>
                  <a:pt x="407" y="327"/>
                  <a:pt x="400" y="339"/>
                </a:cubicBezTo>
                <a:cubicBezTo>
                  <a:pt x="392" y="351"/>
                  <a:pt x="383" y="362"/>
                  <a:pt x="373" y="372"/>
                </a:cubicBezTo>
                <a:cubicBezTo>
                  <a:pt x="362" y="382"/>
                  <a:pt x="351" y="391"/>
                  <a:pt x="340" y="399"/>
                </a:cubicBezTo>
                <a:cubicBezTo>
                  <a:pt x="328" y="407"/>
                  <a:pt x="315" y="413"/>
                  <a:pt x="302" y="419"/>
                </a:cubicBezTo>
                <a:cubicBezTo>
                  <a:pt x="289" y="424"/>
                  <a:pt x="275" y="428"/>
                  <a:pt x="261" y="431"/>
                </a:cubicBezTo>
                <a:cubicBezTo>
                  <a:pt x="247" y="434"/>
                  <a:pt x="233" y="435"/>
                  <a:pt x="219" y="435"/>
                </a:cubicBezTo>
                <a:cubicBezTo>
                  <a:pt x="205" y="435"/>
                  <a:pt x="190" y="434"/>
                  <a:pt x="176" y="431"/>
                </a:cubicBezTo>
                <a:cubicBezTo>
                  <a:pt x="162" y="428"/>
                  <a:pt x="149" y="424"/>
                  <a:pt x="136" y="419"/>
                </a:cubicBezTo>
                <a:cubicBezTo>
                  <a:pt x="121" y="413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4" y="362"/>
                  <a:pt x="45" y="351"/>
                  <a:pt x="37" y="339"/>
                </a:cubicBezTo>
                <a:cubicBezTo>
                  <a:pt x="29" y="327"/>
                  <a:pt x="22" y="314"/>
                  <a:pt x="17" y="301"/>
                </a:cubicBezTo>
                <a:cubicBezTo>
                  <a:pt x="12" y="288"/>
                  <a:pt x="7" y="274"/>
                  <a:pt x="5" y="260"/>
                </a:cubicBezTo>
                <a:cubicBezTo>
                  <a:pt x="2" y="245"/>
                  <a:pt x="0" y="231"/>
                  <a:pt x="0" y="217"/>
                </a:cubicBezTo>
                <a:cubicBezTo>
                  <a:pt x="0" y="203"/>
                  <a:pt x="2" y="189"/>
                  <a:pt x="5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2" y="121"/>
                  <a:pt x="29" y="108"/>
                  <a:pt x="37" y="96"/>
                </a:cubicBezTo>
                <a:cubicBezTo>
                  <a:pt x="45" y="84"/>
                  <a:pt x="54" y="73"/>
                  <a:pt x="64" y="63"/>
                </a:cubicBezTo>
                <a:cubicBezTo>
                  <a:pt x="74" y="53"/>
                  <a:pt x="85" y="44"/>
                  <a:pt x="97" y="36"/>
                </a:cubicBezTo>
                <a:cubicBezTo>
                  <a:pt x="109" y="28"/>
                  <a:pt x="121" y="22"/>
                  <a:pt x="136" y="16"/>
                </a:cubicBezTo>
                <a:cubicBezTo>
                  <a:pt x="149" y="11"/>
                  <a:pt x="162" y="7"/>
                  <a:pt x="176" y="4"/>
                </a:cubicBezTo>
                <a:cubicBezTo>
                  <a:pt x="190" y="1"/>
                  <a:pt x="205" y="0"/>
                  <a:pt x="219" y="0"/>
                </a:cubicBezTo>
                <a:cubicBezTo>
                  <a:pt x="233" y="0"/>
                  <a:pt x="247" y="1"/>
                  <a:pt x="261" y="4"/>
                </a:cubicBezTo>
                <a:cubicBezTo>
                  <a:pt x="275" y="7"/>
                  <a:pt x="289" y="11"/>
                  <a:pt x="302" y="16"/>
                </a:cubicBezTo>
                <a:cubicBezTo>
                  <a:pt x="315" y="22"/>
                  <a:pt x="328" y="28"/>
                  <a:pt x="340" y="36"/>
                </a:cubicBezTo>
                <a:cubicBezTo>
                  <a:pt x="351" y="44"/>
                  <a:pt x="362" y="53"/>
                  <a:pt x="373" y="63"/>
                </a:cubicBezTo>
                <a:cubicBezTo>
                  <a:pt x="383" y="73"/>
                  <a:pt x="392" y="84"/>
                  <a:pt x="400" y="96"/>
                </a:cubicBezTo>
                <a:cubicBezTo>
                  <a:pt x="407" y="108"/>
                  <a:pt x="414" y="121"/>
                  <a:pt x="420" y="134"/>
                </a:cubicBezTo>
                <a:cubicBezTo>
                  <a:pt x="425" y="147"/>
                  <a:pt x="429" y="161"/>
                  <a:pt x="432" y="175"/>
                </a:cubicBezTo>
                <a:cubicBezTo>
                  <a:pt x="435" y="189"/>
                  <a:pt x="436" y="203"/>
                  <a:pt x="436" y="217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273280" y="3503520"/>
            <a:ext cx="70704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True, reasons[]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651000" y="362520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689800" y="3790440"/>
            <a:ext cx="112500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interrupt() with payload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4599360" y="4051800"/>
            <a:ext cx="3345480" cy="10080"/>
          </a:xfrm>
          <a:custGeom>
            <a:avLst/>
            <a:gdLst/>
            <a:ahLst/>
            <a:rect l="0" t="0" r="r" b="b"/>
            <a:pathLst>
              <a:path w="9293" h="28">
                <a:moveTo>
                  <a:pt x="0" y="0"/>
                </a:moveTo>
                <a:lnTo>
                  <a:pt x="54" y="0"/>
                </a:lnTo>
                <a:lnTo>
                  <a:pt x="54" y="28"/>
                </a:lnTo>
                <a:lnTo>
                  <a:pt x="0" y="28"/>
                </a:lnTo>
                <a:lnTo>
                  <a:pt x="0" y="0"/>
                </a:lnTo>
                <a:moveTo>
                  <a:pt x="109" y="0"/>
                </a:moveTo>
                <a:lnTo>
                  <a:pt x="163" y="0"/>
                </a:lnTo>
                <a:lnTo>
                  <a:pt x="163" y="28"/>
                </a:lnTo>
                <a:lnTo>
                  <a:pt x="109" y="28"/>
                </a:lnTo>
                <a:lnTo>
                  <a:pt x="109" y="0"/>
                </a:lnTo>
                <a:moveTo>
                  <a:pt x="217" y="0"/>
                </a:moveTo>
                <a:lnTo>
                  <a:pt x="272" y="0"/>
                </a:lnTo>
                <a:lnTo>
                  <a:pt x="272" y="28"/>
                </a:lnTo>
                <a:lnTo>
                  <a:pt x="217" y="28"/>
                </a:lnTo>
                <a:lnTo>
                  <a:pt x="217" y="0"/>
                </a:lnTo>
                <a:moveTo>
                  <a:pt x="326" y="0"/>
                </a:moveTo>
                <a:lnTo>
                  <a:pt x="380" y="0"/>
                </a:lnTo>
                <a:lnTo>
                  <a:pt x="380" y="28"/>
                </a:lnTo>
                <a:lnTo>
                  <a:pt x="326" y="28"/>
                </a:lnTo>
                <a:lnTo>
                  <a:pt x="326" y="0"/>
                </a:lnTo>
                <a:moveTo>
                  <a:pt x="435" y="0"/>
                </a:moveTo>
                <a:lnTo>
                  <a:pt x="489" y="0"/>
                </a:lnTo>
                <a:lnTo>
                  <a:pt x="489" y="28"/>
                </a:lnTo>
                <a:lnTo>
                  <a:pt x="435" y="28"/>
                </a:lnTo>
                <a:lnTo>
                  <a:pt x="435" y="0"/>
                </a:lnTo>
                <a:moveTo>
                  <a:pt x="543" y="0"/>
                </a:moveTo>
                <a:lnTo>
                  <a:pt x="598" y="0"/>
                </a:lnTo>
                <a:lnTo>
                  <a:pt x="598" y="28"/>
                </a:lnTo>
                <a:lnTo>
                  <a:pt x="543" y="28"/>
                </a:lnTo>
                <a:lnTo>
                  <a:pt x="543" y="0"/>
                </a:lnTo>
                <a:moveTo>
                  <a:pt x="652" y="0"/>
                </a:moveTo>
                <a:lnTo>
                  <a:pt x="706" y="0"/>
                </a:lnTo>
                <a:lnTo>
                  <a:pt x="706" y="28"/>
                </a:lnTo>
                <a:lnTo>
                  <a:pt x="652" y="28"/>
                </a:lnTo>
                <a:lnTo>
                  <a:pt x="652" y="0"/>
                </a:lnTo>
                <a:moveTo>
                  <a:pt x="761" y="0"/>
                </a:moveTo>
                <a:lnTo>
                  <a:pt x="815" y="0"/>
                </a:lnTo>
                <a:lnTo>
                  <a:pt x="815" y="28"/>
                </a:lnTo>
                <a:lnTo>
                  <a:pt x="761" y="28"/>
                </a:lnTo>
                <a:lnTo>
                  <a:pt x="761" y="0"/>
                </a:lnTo>
                <a:moveTo>
                  <a:pt x="869" y="0"/>
                </a:moveTo>
                <a:lnTo>
                  <a:pt x="924" y="0"/>
                </a:lnTo>
                <a:lnTo>
                  <a:pt x="924" y="28"/>
                </a:lnTo>
                <a:lnTo>
                  <a:pt x="869" y="28"/>
                </a:lnTo>
                <a:lnTo>
                  <a:pt x="869" y="0"/>
                </a:lnTo>
                <a:moveTo>
                  <a:pt x="978" y="0"/>
                </a:moveTo>
                <a:lnTo>
                  <a:pt x="1032" y="0"/>
                </a:lnTo>
                <a:lnTo>
                  <a:pt x="1032" y="28"/>
                </a:lnTo>
                <a:lnTo>
                  <a:pt x="978" y="28"/>
                </a:lnTo>
                <a:lnTo>
                  <a:pt x="978" y="0"/>
                </a:lnTo>
                <a:moveTo>
                  <a:pt x="1087" y="0"/>
                </a:moveTo>
                <a:lnTo>
                  <a:pt x="1141" y="0"/>
                </a:lnTo>
                <a:lnTo>
                  <a:pt x="1141" y="28"/>
                </a:lnTo>
                <a:lnTo>
                  <a:pt x="1087" y="28"/>
                </a:lnTo>
                <a:lnTo>
                  <a:pt x="1087" y="0"/>
                </a:lnTo>
                <a:moveTo>
                  <a:pt x="1196" y="0"/>
                </a:moveTo>
                <a:lnTo>
                  <a:pt x="1251" y="0"/>
                </a:lnTo>
                <a:lnTo>
                  <a:pt x="1251" y="28"/>
                </a:lnTo>
                <a:lnTo>
                  <a:pt x="1196" y="28"/>
                </a:lnTo>
                <a:lnTo>
                  <a:pt x="1196" y="0"/>
                </a:lnTo>
                <a:moveTo>
                  <a:pt x="1305" y="0"/>
                </a:moveTo>
                <a:lnTo>
                  <a:pt x="1359" y="0"/>
                </a:lnTo>
                <a:lnTo>
                  <a:pt x="1359" y="28"/>
                </a:lnTo>
                <a:lnTo>
                  <a:pt x="1305" y="28"/>
                </a:lnTo>
                <a:lnTo>
                  <a:pt x="1305" y="0"/>
                </a:lnTo>
                <a:moveTo>
                  <a:pt x="1414" y="0"/>
                </a:moveTo>
                <a:lnTo>
                  <a:pt x="1468" y="0"/>
                </a:lnTo>
                <a:lnTo>
                  <a:pt x="1468" y="28"/>
                </a:lnTo>
                <a:lnTo>
                  <a:pt x="1414" y="28"/>
                </a:lnTo>
                <a:lnTo>
                  <a:pt x="1414" y="0"/>
                </a:lnTo>
                <a:moveTo>
                  <a:pt x="1522" y="0"/>
                </a:moveTo>
                <a:lnTo>
                  <a:pt x="1577" y="0"/>
                </a:lnTo>
                <a:lnTo>
                  <a:pt x="1577" y="28"/>
                </a:lnTo>
                <a:lnTo>
                  <a:pt x="1522" y="28"/>
                </a:lnTo>
                <a:lnTo>
                  <a:pt x="1522" y="0"/>
                </a:lnTo>
                <a:moveTo>
                  <a:pt x="1631" y="0"/>
                </a:moveTo>
                <a:lnTo>
                  <a:pt x="1685" y="0"/>
                </a:lnTo>
                <a:lnTo>
                  <a:pt x="1685" y="28"/>
                </a:lnTo>
                <a:lnTo>
                  <a:pt x="1631" y="28"/>
                </a:lnTo>
                <a:lnTo>
                  <a:pt x="1631" y="0"/>
                </a:lnTo>
                <a:moveTo>
                  <a:pt x="1740" y="0"/>
                </a:moveTo>
                <a:lnTo>
                  <a:pt x="1794" y="0"/>
                </a:lnTo>
                <a:lnTo>
                  <a:pt x="1794" y="28"/>
                </a:lnTo>
                <a:lnTo>
                  <a:pt x="1740" y="28"/>
                </a:lnTo>
                <a:lnTo>
                  <a:pt x="1740" y="0"/>
                </a:lnTo>
                <a:moveTo>
                  <a:pt x="1848" y="0"/>
                </a:moveTo>
                <a:lnTo>
                  <a:pt x="1903" y="0"/>
                </a:lnTo>
                <a:lnTo>
                  <a:pt x="1903" y="28"/>
                </a:lnTo>
                <a:lnTo>
                  <a:pt x="1848" y="28"/>
                </a:lnTo>
                <a:lnTo>
                  <a:pt x="1848" y="0"/>
                </a:lnTo>
                <a:moveTo>
                  <a:pt x="1957" y="0"/>
                </a:moveTo>
                <a:lnTo>
                  <a:pt x="2011" y="0"/>
                </a:lnTo>
                <a:lnTo>
                  <a:pt x="2011" y="28"/>
                </a:lnTo>
                <a:lnTo>
                  <a:pt x="1957" y="28"/>
                </a:lnTo>
                <a:lnTo>
                  <a:pt x="1957" y="0"/>
                </a:lnTo>
                <a:moveTo>
                  <a:pt x="2066" y="0"/>
                </a:moveTo>
                <a:lnTo>
                  <a:pt x="2120" y="0"/>
                </a:lnTo>
                <a:lnTo>
                  <a:pt x="2120" y="28"/>
                </a:lnTo>
                <a:lnTo>
                  <a:pt x="2066" y="28"/>
                </a:lnTo>
                <a:lnTo>
                  <a:pt x="2066" y="0"/>
                </a:lnTo>
                <a:moveTo>
                  <a:pt x="2174" y="0"/>
                </a:moveTo>
                <a:lnTo>
                  <a:pt x="2229" y="0"/>
                </a:lnTo>
                <a:lnTo>
                  <a:pt x="2229" y="28"/>
                </a:lnTo>
                <a:lnTo>
                  <a:pt x="2174" y="28"/>
                </a:lnTo>
                <a:lnTo>
                  <a:pt x="2174" y="0"/>
                </a:lnTo>
                <a:moveTo>
                  <a:pt x="2283" y="0"/>
                </a:moveTo>
                <a:lnTo>
                  <a:pt x="2337" y="0"/>
                </a:lnTo>
                <a:lnTo>
                  <a:pt x="2337" y="28"/>
                </a:lnTo>
                <a:lnTo>
                  <a:pt x="2283" y="28"/>
                </a:lnTo>
                <a:lnTo>
                  <a:pt x="2283" y="0"/>
                </a:lnTo>
                <a:moveTo>
                  <a:pt x="2392" y="0"/>
                </a:moveTo>
                <a:lnTo>
                  <a:pt x="2446" y="0"/>
                </a:lnTo>
                <a:lnTo>
                  <a:pt x="2446" y="28"/>
                </a:lnTo>
                <a:lnTo>
                  <a:pt x="2392" y="28"/>
                </a:lnTo>
                <a:lnTo>
                  <a:pt x="2392" y="0"/>
                </a:lnTo>
                <a:moveTo>
                  <a:pt x="2500" y="0"/>
                </a:moveTo>
                <a:lnTo>
                  <a:pt x="2555" y="0"/>
                </a:lnTo>
                <a:lnTo>
                  <a:pt x="2555" y="28"/>
                </a:lnTo>
                <a:lnTo>
                  <a:pt x="2500" y="28"/>
                </a:lnTo>
                <a:lnTo>
                  <a:pt x="2500" y="0"/>
                </a:lnTo>
                <a:moveTo>
                  <a:pt x="2609" y="0"/>
                </a:moveTo>
                <a:lnTo>
                  <a:pt x="2664" y="0"/>
                </a:lnTo>
                <a:lnTo>
                  <a:pt x="2664" y="28"/>
                </a:lnTo>
                <a:lnTo>
                  <a:pt x="2609" y="28"/>
                </a:lnTo>
                <a:lnTo>
                  <a:pt x="2609" y="0"/>
                </a:lnTo>
                <a:moveTo>
                  <a:pt x="2718" y="0"/>
                </a:moveTo>
                <a:lnTo>
                  <a:pt x="2772" y="0"/>
                </a:lnTo>
                <a:lnTo>
                  <a:pt x="2772" y="28"/>
                </a:lnTo>
                <a:lnTo>
                  <a:pt x="2718" y="28"/>
                </a:lnTo>
                <a:lnTo>
                  <a:pt x="2718" y="0"/>
                </a:lnTo>
                <a:moveTo>
                  <a:pt x="2827" y="0"/>
                </a:moveTo>
                <a:lnTo>
                  <a:pt x="2881" y="0"/>
                </a:lnTo>
                <a:lnTo>
                  <a:pt x="2881" y="28"/>
                </a:lnTo>
                <a:lnTo>
                  <a:pt x="2827" y="28"/>
                </a:lnTo>
                <a:lnTo>
                  <a:pt x="2827" y="0"/>
                </a:lnTo>
                <a:moveTo>
                  <a:pt x="2935" y="0"/>
                </a:moveTo>
                <a:lnTo>
                  <a:pt x="2990" y="0"/>
                </a:lnTo>
                <a:lnTo>
                  <a:pt x="2990" y="28"/>
                </a:lnTo>
                <a:lnTo>
                  <a:pt x="2935" y="28"/>
                </a:lnTo>
                <a:lnTo>
                  <a:pt x="2935" y="0"/>
                </a:lnTo>
                <a:moveTo>
                  <a:pt x="3044" y="0"/>
                </a:moveTo>
                <a:lnTo>
                  <a:pt x="3098" y="0"/>
                </a:lnTo>
                <a:lnTo>
                  <a:pt x="3098" y="28"/>
                </a:lnTo>
                <a:lnTo>
                  <a:pt x="3044" y="28"/>
                </a:lnTo>
                <a:lnTo>
                  <a:pt x="3044" y="0"/>
                </a:lnTo>
                <a:moveTo>
                  <a:pt x="3153" y="0"/>
                </a:moveTo>
                <a:lnTo>
                  <a:pt x="3207" y="0"/>
                </a:lnTo>
                <a:lnTo>
                  <a:pt x="3207" y="28"/>
                </a:lnTo>
                <a:lnTo>
                  <a:pt x="3153" y="28"/>
                </a:lnTo>
                <a:lnTo>
                  <a:pt x="3153" y="0"/>
                </a:lnTo>
                <a:moveTo>
                  <a:pt x="3261" y="0"/>
                </a:moveTo>
                <a:lnTo>
                  <a:pt x="3316" y="0"/>
                </a:lnTo>
                <a:lnTo>
                  <a:pt x="3316" y="28"/>
                </a:lnTo>
                <a:lnTo>
                  <a:pt x="3261" y="28"/>
                </a:lnTo>
                <a:lnTo>
                  <a:pt x="3261" y="0"/>
                </a:lnTo>
                <a:moveTo>
                  <a:pt x="3370" y="0"/>
                </a:moveTo>
                <a:lnTo>
                  <a:pt x="3424" y="0"/>
                </a:lnTo>
                <a:lnTo>
                  <a:pt x="3424" y="28"/>
                </a:lnTo>
                <a:lnTo>
                  <a:pt x="3370" y="28"/>
                </a:lnTo>
                <a:lnTo>
                  <a:pt x="3370" y="0"/>
                </a:lnTo>
                <a:moveTo>
                  <a:pt x="3479" y="0"/>
                </a:moveTo>
                <a:lnTo>
                  <a:pt x="3533" y="0"/>
                </a:lnTo>
                <a:lnTo>
                  <a:pt x="3533" y="28"/>
                </a:lnTo>
                <a:lnTo>
                  <a:pt x="3479" y="28"/>
                </a:lnTo>
                <a:lnTo>
                  <a:pt x="3479" y="0"/>
                </a:lnTo>
                <a:moveTo>
                  <a:pt x="3587" y="0"/>
                </a:moveTo>
                <a:lnTo>
                  <a:pt x="3642" y="0"/>
                </a:lnTo>
                <a:lnTo>
                  <a:pt x="3642" y="28"/>
                </a:lnTo>
                <a:lnTo>
                  <a:pt x="3587" y="28"/>
                </a:lnTo>
                <a:lnTo>
                  <a:pt x="3587" y="0"/>
                </a:lnTo>
                <a:moveTo>
                  <a:pt x="3696" y="0"/>
                </a:moveTo>
                <a:lnTo>
                  <a:pt x="3750" y="0"/>
                </a:lnTo>
                <a:lnTo>
                  <a:pt x="3750" y="28"/>
                </a:lnTo>
                <a:lnTo>
                  <a:pt x="3696" y="28"/>
                </a:lnTo>
                <a:lnTo>
                  <a:pt x="3696" y="0"/>
                </a:lnTo>
                <a:moveTo>
                  <a:pt x="3805" y="0"/>
                </a:moveTo>
                <a:lnTo>
                  <a:pt x="3859" y="0"/>
                </a:lnTo>
                <a:lnTo>
                  <a:pt x="3859" y="28"/>
                </a:lnTo>
                <a:lnTo>
                  <a:pt x="3805" y="28"/>
                </a:lnTo>
                <a:lnTo>
                  <a:pt x="3805" y="0"/>
                </a:lnTo>
                <a:moveTo>
                  <a:pt x="3913" y="0"/>
                </a:moveTo>
                <a:lnTo>
                  <a:pt x="3968" y="0"/>
                </a:lnTo>
                <a:lnTo>
                  <a:pt x="3968" y="28"/>
                </a:lnTo>
                <a:lnTo>
                  <a:pt x="3913" y="28"/>
                </a:lnTo>
                <a:lnTo>
                  <a:pt x="3913" y="0"/>
                </a:lnTo>
                <a:moveTo>
                  <a:pt x="4022" y="0"/>
                </a:moveTo>
                <a:lnTo>
                  <a:pt x="4076" y="0"/>
                </a:lnTo>
                <a:lnTo>
                  <a:pt x="4076" y="28"/>
                </a:lnTo>
                <a:lnTo>
                  <a:pt x="4022" y="28"/>
                </a:lnTo>
                <a:lnTo>
                  <a:pt x="4022" y="0"/>
                </a:lnTo>
                <a:moveTo>
                  <a:pt x="4131" y="0"/>
                </a:moveTo>
                <a:lnTo>
                  <a:pt x="4185" y="0"/>
                </a:lnTo>
                <a:lnTo>
                  <a:pt x="4185" y="28"/>
                </a:lnTo>
                <a:lnTo>
                  <a:pt x="4131" y="28"/>
                </a:lnTo>
                <a:lnTo>
                  <a:pt x="4131" y="0"/>
                </a:lnTo>
                <a:moveTo>
                  <a:pt x="4239" y="0"/>
                </a:moveTo>
                <a:lnTo>
                  <a:pt x="4294" y="0"/>
                </a:lnTo>
                <a:lnTo>
                  <a:pt x="4294" y="28"/>
                </a:lnTo>
                <a:lnTo>
                  <a:pt x="4239" y="28"/>
                </a:lnTo>
                <a:lnTo>
                  <a:pt x="4239" y="0"/>
                </a:lnTo>
                <a:moveTo>
                  <a:pt x="4348" y="0"/>
                </a:moveTo>
                <a:lnTo>
                  <a:pt x="4402" y="0"/>
                </a:lnTo>
                <a:lnTo>
                  <a:pt x="4402" y="28"/>
                </a:lnTo>
                <a:lnTo>
                  <a:pt x="4348" y="28"/>
                </a:lnTo>
                <a:lnTo>
                  <a:pt x="4348" y="0"/>
                </a:lnTo>
                <a:moveTo>
                  <a:pt x="4457" y="0"/>
                </a:moveTo>
                <a:lnTo>
                  <a:pt x="4511" y="0"/>
                </a:lnTo>
                <a:lnTo>
                  <a:pt x="4511" y="28"/>
                </a:lnTo>
                <a:lnTo>
                  <a:pt x="4457" y="28"/>
                </a:lnTo>
                <a:lnTo>
                  <a:pt x="4457" y="0"/>
                </a:lnTo>
                <a:moveTo>
                  <a:pt x="4565" y="0"/>
                </a:moveTo>
                <a:lnTo>
                  <a:pt x="4620" y="0"/>
                </a:lnTo>
                <a:lnTo>
                  <a:pt x="4620" y="28"/>
                </a:lnTo>
                <a:lnTo>
                  <a:pt x="4565" y="28"/>
                </a:lnTo>
                <a:lnTo>
                  <a:pt x="4565" y="0"/>
                </a:lnTo>
                <a:moveTo>
                  <a:pt x="4674" y="0"/>
                </a:moveTo>
                <a:lnTo>
                  <a:pt x="4728" y="0"/>
                </a:lnTo>
                <a:lnTo>
                  <a:pt x="4728" y="28"/>
                </a:lnTo>
                <a:lnTo>
                  <a:pt x="4674" y="28"/>
                </a:lnTo>
                <a:lnTo>
                  <a:pt x="4674" y="0"/>
                </a:lnTo>
                <a:moveTo>
                  <a:pt x="4783" y="0"/>
                </a:moveTo>
                <a:lnTo>
                  <a:pt x="4837" y="0"/>
                </a:lnTo>
                <a:lnTo>
                  <a:pt x="4837" y="28"/>
                </a:lnTo>
                <a:lnTo>
                  <a:pt x="4783" y="28"/>
                </a:lnTo>
                <a:lnTo>
                  <a:pt x="4783" y="0"/>
                </a:lnTo>
                <a:moveTo>
                  <a:pt x="4891" y="0"/>
                </a:moveTo>
                <a:lnTo>
                  <a:pt x="4946" y="0"/>
                </a:lnTo>
                <a:lnTo>
                  <a:pt x="4946" y="28"/>
                </a:lnTo>
                <a:lnTo>
                  <a:pt x="4891" y="28"/>
                </a:lnTo>
                <a:lnTo>
                  <a:pt x="4891" y="0"/>
                </a:lnTo>
                <a:moveTo>
                  <a:pt x="5000" y="0"/>
                </a:moveTo>
                <a:lnTo>
                  <a:pt x="5054" y="0"/>
                </a:lnTo>
                <a:lnTo>
                  <a:pt x="5054" y="28"/>
                </a:lnTo>
                <a:lnTo>
                  <a:pt x="5000" y="28"/>
                </a:lnTo>
                <a:lnTo>
                  <a:pt x="5000" y="0"/>
                </a:lnTo>
                <a:moveTo>
                  <a:pt x="5109" y="0"/>
                </a:moveTo>
                <a:lnTo>
                  <a:pt x="5163" y="0"/>
                </a:lnTo>
                <a:lnTo>
                  <a:pt x="5163" y="28"/>
                </a:lnTo>
                <a:lnTo>
                  <a:pt x="5109" y="28"/>
                </a:lnTo>
                <a:lnTo>
                  <a:pt x="5109" y="0"/>
                </a:lnTo>
                <a:moveTo>
                  <a:pt x="5217" y="0"/>
                </a:moveTo>
                <a:lnTo>
                  <a:pt x="5272" y="0"/>
                </a:lnTo>
                <a:lnTo>
                  <a:pt x="5272" y="28"/>
                </a:lnTo>
                <a:lnTo>
                  <a:pt x="5217" y="28"/>
                </a:lnTo>
                <a:lnTo>
                  <a:pt x="5217" y="0"/>
                </a:lnTo>
                <a:moveTo>
                  <a:pt x="5326" y="0"/>
                </a:moveTo>
                <a:lnTo>
                  <a:pt x="5380" y="0"/>
                </a:lnTo>
                <a:lnTo>
                  <a:pt x="5380" y="28"/>
                </a:lnTo>
                <a:lnTo>
                  <a:pt x="5326" y="28"/>
                </a:lnTo>
                <a:lnTo>
                  <a:pt x="5326" y="0"/>
                </a:lnTo>
                <a:moveTo>
                  <a:pt x="5435" y="0"/>
                </a:moveTo>
                <a:lnTo>
                  <a:pt x="5489" y="0"/>
                </a:lnTo>
                <a:lnTo>
                  <a:pt x="5489" y="28"/>
                </a:lnTo>
                <a:lnTo>
                  <a:pt x="5435" y="28"/>
                </a:lnTo>
                <a:lnTo>
                  <a:pt x="5435" y="0"/>
                </a:lnTo>
                <a:moveTo>
                  <a:pt x="5543" y="0"/>
                </a:moveTo>
                <a:lnTo>
                  <a:pt x="5598" y="0"/>
                </a:lnTo>
                <a:lnTo>
                  <a:pt x="5598" y="28"/>
                </a:lnTo>
                <a:lnTo>
                  <a:pt x="5543" y="28"/>
                </a:lnTo>
                <a:lnTo>
                  <a:pt x="5543" y="0"/>
                </a:lnTo>
                <a:moveTo>
                  <a:pt x="5652" y="0"/>
                </a:moveTo>
                <a:lnTo>
                  <a:pt x="5706" y="0"/>
                </a:lnTo>
                <a:lnTo>
                  <a:pt x="5706" y="28"/>
                </a:lnTo>
                <a:lnTo>
                  <a:pt x="5652" y="28"/>
                </a:lnTo>
                <a:lnTo>
                  <a:pt x="5652" y="0"/>
                </a:lnTo>
                <a:moveTo>
                  <a:pt x="5761" y="0"/>
                </a:moveTo>
                <a:lnTo>
                  <a:pt x="5815" y="0"/>
                </a:lnTo>
                <a:lnTo>
                  <a:pt x="5815" y="28"/>
                </a:lnTo>
                <a:lnTo>
                  <a:pt x="5761" y="28"/>
                </a:lnTo>
                <a:lnTo>
                  <a:pt x="5761" y="0"/>
                </a:lnTo>
                <a:moveTo>
                  <a:pt x="5870" y="0"/>
                </a:moveTo>
                <a:lnTo>
                  <a:pt x="5924" y="0"/>
                </a:lnTo>
                <a:lnTo>
                  <a:pt x="5924" y="28"/>
                </a:lnTo>
                <a:lnTo>
                  <a:pt x="5870" y="28"/>
                </a:lnTo>
                <a:lnTo>
                  <a:pt x="5870" y="0"/>
                </a:lnTo>
                <a:moveTo>
                  <a:pt x="5978" y="0"/>
                </a:moveTo>
                <a:lnTo>
                  <a:pt x="6033" y="0"/>
                </a:lnTo>
                <a:lnTo>
                  <a:pt x="6033" y="28"/>
                </a:lnTo>
                <a:lnTo>
                  <a:pt x="5978" y="28"/>
                </a:lnTo>
                <a:lnTo>
                  <a:pt x="5978" y="0"/>
                </a:lnTo>
                <a:moveTo>
                  <a:pt x="6087" y="0"/>
                </a:moveTo>
                <a:lnTo>
                  <a:pt x="6141" y="0"/>
                </a:lnTo>
                <a:lnTo>
                  <a:pt x="6141" y="28"/>
                </a:lnTo>
                <a:lnTo>
                  <a:pt x="6087" y="28"/>
                </a:lnTo>
                <a:lnTo>
                  <a:pt x="6087" y="0"/>
                </a:lnTo>
                <a:moveTo>
                  <a:pt x="6196" y="0"/>
                </a:moveTo>
                <a:lnTo>
                  <a:pt x="6250" y="0"/>
                </a:lnTo>
                <a:lnTo>
                  <a:pt x="6250" y="28"/>
                </a:lnTo>
                <a:lnTo>
                  <a:pt x="6196" y="28"/>
                </a:lnTo>
                <a:lnTo>
                  <a:pt x="6196" y="0"/>
                </a:lnTo>
                <a:moveTo>
                  <a:pt x="6304" y="0"/>
                </a:moveTo>
                <a:lnTo>
                  <a:pt x="6359" y="0"/>
                </a:lnTo>
                <a:lnTo>
                  <a:pt x="6359" y="28"/>
                </a:lnTo>
                <a:lnTo>
                  <a:pt x="6304" y="28"/>
                </a:lnTo>
                <a:lnTo>
                  <a:pt x="6304" y="0"/>
                </a:lnTo>
                <a:moveTo>
                  <a:pt x="6413" y="0"/>
                </a:moveTo>
                <a:lnTo>
                  <a:pt x="6467" y="0"/>
                </a:lnTo>
                <a:lnTo>
                  <a:pt x="6467" y="28"/>
                </a:lnTo>
                <a:lnTo>
                  <a:pt x="6413" y="28"/>
                </a:lnTo>
                <a:lnTo>
                  <a:pt x="6413" y="0"/>
                </a:lnTo>
                <a:moveTo>
                  <a:pt x="6522" y="0"/>
                </a:moveTo>
                <a:lnTo>
                  <a:pt x="6576" y="0"/>
                </a:lnTo>
                <a:lnTo>
                  <a:pt x="6576" y="28"/>
                </a:lnTo>
                <a:lnTo>
                  <a:pt x="6522" y="28"/>
                </a:lnTo>
                <a:lnTo>
                  <a:pt x="6522" y="0"/>
                </a:lnTo>
                <a:moveTo>
                  <a:pt x="6630" y="0"/>
                </a:moveTo>
                <a:lnTo>
                  <a:pt x="6685" y="0"/>
                </a:lnTo>
                <a:lnTo>
                  <a:pt x="6685" y="28"/>
                </a:lnTo>
                <a:lnTo>
                  <a:pt x="6630" y="28"/>
                </a:lnTo>
                <a:lnTo>
                  <a:pt x="6630" y="0"/>
                </a:lnTo>
                <a:moveTo>
                  <a:pt x="6739" y="0"/>
                </a:moveTo>
                <a:lnTo>
                  <a:pt x="6793" y="0"/>
                </a:lnTo>
                <a:lnTo>
                  <a:pt x="6793" y="28"/>
                </a:lnTo>
                <a:lnTo>
                  <a:pt x="6739" y="28"/>
                </a:lnTo>
                <a:lnTo>
                  <a:pt x="6739" y="0"/>
                </a:lnTo>
                <a:moveTo>
                  <a:pt x="6848" y="0"/>
                </a:moveTo>
                <a:lnTo>
                  <a:pt x="6902" y="0"/>
                </a:lnTo>
                <a:lnTo>
                  <a:pt x="6902" y="28"/>
                </a:lnTo>
                <a:lnTo>
                  <a:pt x="6848" y="28"/>
                </a:lnTo>
                <a:lnTo>
                  <a:pt x="6848" y="0"/>
                </a:lnTo>
                <a:moveTo>
                  <a:pt x="6956" y="0"/>
                </a:moveTo>
                <a:lnTo>
                  <a:pt x="7011" y="0"/>
                </a:lnTo>
                <a:lnTo>
                  <a:pt x="7011" y="28"/>
                </a:lnTo>
                <a:lnTo>
                  <a:pt x="6956" y="28"/>
                </a:lnTo>
                <a:lnTo>
                  <a:pt x="6956" y="0"/>
                </a:lnTo>
                <a:moveTo>
                  <a:pt x="7065" y="0"/>
                </a:moveTo>
                <a:lnTo>
                  <a:pt x="7119" y="0"/>
                </a:lnTo>
                <a:lnTo>
                  <a:pt x="7119" y="28"/>
                </a:lnTo>
                <a:lnTo>
                  <a:pt x="7065" y="28"/>
                </a:lnTo>
                <a:lnTo>
                  <a:pt x="7065" y="0"/>
                </a:lnTo>
                <a:moveTo>
                  <a:pt x="7174" y="0"/>
                </a:moveTo>
                <a:lnTo>
                  <a:pt x="7228" y="0"/>
                </a:lnTo>
                <a:lnTo>
                  <a:pt x="7228" y="28"/>
                </a:lnTo>
                <a:lnTo>
                  <a:pt x="7174" y="28"/>
                </a:lnTo>
                <a:lnTo>
                  <a:pt x="7174" y="0"/>
                </a:lnTo>
                <a:moveTo>
                  <a:pt x="7282" y="0"/>
                </a:moveTo>
                <a:lnTo>
                  <a:pt x="7337" y="0"/>
                </a:lnTo>
                <a:lnTo>
                  <a:pt x="7337" y="28"/>
                </a:lnTo>
                <a:lnTo>
                  <a:pt x="7282" y="28"/>
                </a:lnTo>
                <a:lnTo>
                  <a:pt x="7282" y="0"/>
                </a:lnTo>
                <a:moveTo>
                  <a:pt x="7391" y="0"/>
                </a:moveTo>
                <a:lnTo>
                  <a:pt x="7445" y="0"/>
                </a:lnTo>
                <a:lnTo>
                  <a:pt x="7445" y="28"/>
                </a:lnTo>
                <a:lnTo>
                  <a:pt x="7391" y="28"/>
                </a:lnTo>
                <a:lnTo>
                  <a:pt x="7391" y="0"/>
                </a:lnTo>
                <a:moveTo>
                  <a:pt x="7500" y="0"/>
                </a:moveTo>
                <a:lnTo>
                  <a:pt x="7554" y="0"/>
                </a:lnTo>
                <a:lnTo>
                  <a:pt x="7554" y="28"/>
                </a:lnTo>
                <a:lnTo>
                  <a:pt x="7500" y="28"/>
                </a:lnTo>
                <a:lnTo>
                  <a:pt x="7500" y="0"/>
                </a:lnTo>
                <a:moveTo>
                  <a:pt x="7608" y="0"/>
                </a:moveTo>
                <a:lnTo>
                  <a:pt x="7663" y="0"/>
                </a:lnTo>
                <a:lnTo>
                  <a:pt x="7663" y="28"/>
                </a:lnTo>
                <a:lnTo>
                  <a:pt x="7608" y="28"/>
                </a:lnTo>
                <a:lnTo>
                  <a:pt x="7608" y="0"/>
                </a:lnTo>
                <a:moveTo>
                  <a:pt x="7717" y="0"/>
                </a:moveTo>
                <a:lnTo>
                  <a:pt x="7771" y="0"/>
                </a:lnTo>
                <a:lnTo>
                  <a:pt x="7771" y="28"/>
                </a:lnTo>
                <a:lnTo>
                  <a:pt x="7717" y="28"/>
                </a:lnTo>
                <a:lnTo>
                  <a:pt x="7717" y="0"/>
                </a:lnTo>
                <a:moveTo>
                  <a:pt x="7826" y="0"/>
                </a:moveTo>
                <a:lnTo>
                  <a:pt x="7880" y="0"/>
                </a:lnTo>
                <a:lnTo>
                  <a:pt x="7880" y="28"/>
                </a:lnTo>
                <a:lnTo>
                  <a:pt x="7826" y="28"/>
                </a:lnTo>
                <a:lnTo>
                  <a:pt x="7826" y="0"/>
                </a:lnTo>
                <a:moveTo>
                  <a:pt x="7934" y="0"/>
                </a:moveTo>
                <a:lnTo>
                  <a:pt x="7989" y="0"/>
                </a:lnTo>
                <a:lnTo>
                  <a:pt x="7989" y="28"/>
                </a:lnTo>
                <a:lnTo>
                  <a:pt x="7934" y="28"/>
                </a:lnTo>
                <a:lnTo>
                  <a:pt x="7934" y="0"/>
                </a:lnTo>
                <a:moveTo>
                  <a:pt x="8043" y="0"/>
                </a:moveTo>
                <a:lnTo>
                  <a:pt x="8097" y="0"/>
                </a:lnTo>
                <a:lnTo>
                  <a:pt x="8097" y="28"/>
                </a:lnTo>
                <a:lnTo>
                  <a:pt x="8043" y="28"/>
                </a:lnTo>
                <a:lnTo>
                  <a:pt x="8043" y="0"/>
                </a:lnTo>
                <a:moveTo>
                  <a:pt x="8152" y="0"/>
                </a:moveTo>
                <a:lnTo>
                  <a:pt x="8206" y="0"/>
                </a:lnTo>
                <a:lnTo>
                  <a:pt x="8206" y="28"/>
                </a:lnTo>
                <a:lnTo>
                  <a:pt x="8152" y="28"/>
                </a:lnTo>
                <a:lnTo>
                  <a:pt x="8152" y="0"/>
                </a:lnTo>
                <a:moveTo>
                  <a:pt x="8260" y="0"/>
                </a:moveTo>
                <a:lnTo>
                  <a:pt x="8315" y="0"/>
                </a:lnTo>
                <a:lnTo>
                  <a:pt x="8315" y="28"/>
                </a:lnTo>
                <a:lnTo>
                  <a:pt x="8260" y="28"/>
                </a:lnTo>
                <a:lnTo>
                  <a:pt x="8260" y="0"/>
                </a:lnTo>
                <a:moveTo>
                  <a:pt x="8369" y="0"/>
                </a:moveTo>
                <a:lnTo>
                  <a:pt x="8423" y="0"/>
                </a:lnTo>
                <a:lnTo>
                  <a:pt x="8423" y="28"/>
                </a:lnTo>
                <a:lnTo>
                  <a:pt x="8369" y="28"/>
                </a:lnTo>
                <a:lnTo>
                  <a:pt x="8369" y="0"/>
                </a:lnTo>
                <a:moveTo>
                  <a:pt x="8478" y="0"/>
                </a:moveTo>
                <a:lnTo>
                  <a:pt x="8532" y="0"/>
                </a:lnTo>
                <a:lnTo>
                  <a:pt x="8532" y="28"/>
                </a:lnTo>
                <a:lnTo>
                  <a:pt x="8478" y="28"/>
                </a:lnTo>
                <a:lnTo>
                  <a:pt x="8478" y="0"/>
                </a:lnTo>
                <a:moveTo>
                  <a:pt x="8586" y="0"/>
                </a:moveTo>
                <a:lnTo>
                  <a:pt x="8641" y="0"/>
                </a:lnTo>
                <a:lnTo>
                  <a:pt x="8641" y="28"/>
                </a:lnTo>
                <a:lnTo>
                  <a:pt x="8586" y="28"/>
                </a:lnTo>
                <a:lnTo>
                  <a:pt x="8586" y="0"/>
                </a:lnTo>
                <a:moveTo>
                  <a:pt x="8695" y="0"/>
                </a:moveTo>
                <a:lnTo>
                  <a:pt x="8749" y="0"/>
                </a:lnTo>
                <a:lnTo>
                  <a:pt x="8749" y="28"/>
                </a:lnTo>
                <a:lnTo>
                  <a:pt x="8695" y="28"/>
                </a:lnTo>
                <a:lnTo>
                  <a:pt x="8695" y="0"/>
                </a:lnTo>
                <a:moveTo>
                  <a:pt x="8804" y="0"/>
                </a:moveTo>
                <a:lnTo>
                  <a:pt x="8858" y="0"/>
                </a:lnTo>
                <a:lnTo>
                  <a:pt x="8858" y="28"/>
                </a:lnTo>
                <a:lnTo>
                  <a:pt x="8804" y="28"/>
                </a:lnTo>
                <a:lnTo>
                  <a:pt x="8804" y="0"/>
                </a:lnTo>
                <a:moveTo>
                  <a:pt x="8912" y="0"/>
                </a:moveTo>
                <a:lnTo>
                  <a:pt x="8967" y="0"/>
                </a:lnTo>
                <a:lnTo>
                  <a:pt x="8967" y="28"/>
                </a:lnTo>
                <a:lnTo>
                  <a:pt x="8912" y="28"/>
                </a:lnTo>
                <a:lnTo>
                  <a:pt x="8912" y="0"/>
                </a:lnTo>
                <a:moveTo>
                  <a:pt x="9021" y="0"/>
                </a:moveTo>
                <a:lnTo>
                  <a:pt x="9076" y="0"/>
                </a:lnTo>
                <a:lnTo>
                  <a:pt x="9076" y="28"/>
                </a:lnTo>
                <a:lnTo>
                  <a:pt x="9021" y="28"/>
                </a:lnTo>
                <a:lnTo>
                  <a:pt x="9021" y="0"/>
                </a:lnTo>
                <a:moveTo>
                  <a:pt x="9130" y="0"/>
                </a:moveTo>
                <a:lnTo>
                  <a:pt x="9184" y="0"/>
                </a:lnTo>
                <a:lnTo>
                  <a:pt x="9184" y="28"/>
                </a:lnTo>
                <a:lnTo>
                  <a:pt x="9130" y="28"/>
                </a:lnTo>
                <a:lnTo>
                  <a:pt x="9130" y="0"/>
                </a:lnTo>
                <a:moveTo>
                  <a:pt x="9239" y="0"/>
                </a:moveTo>
                <a:lnTo>
                  <a:pt x="9293" y="0"/>
                </a:lnTo>
                <a:lnTo>
                  <a:pt x="9293" y="28"/>
                </a:lnTo>
                <a:lnTo>
                  <a:pt x="9239" y="28"/>
                </a:lnTo>
                <a:lnTo>
                  <a:pt x="923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7899480" y="4027320"/>
            <a:ext cx="65520" cy="62280"/>
          </a:xfrm>
          <a:custGeom>
            <a:avLst/>
            <a:gdLst/>
            <a:ahLst/>
            <a:rect l="0" t="0" r="r" b="b"/>
            <a:pathLst>
              <a:path w="182" h="173">
                <a:moveTo>
                  <a:pt x="0" y="0"/>
                </a:moveTo>
                <a:lnTo>
                  <a:pt x="182" y="83"/>
                </a:lnTo>
                <a:lnTo>
                  <a:pt x="0" y="17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4475520" y="3978720"/>
            <a:ext cx="156600" cy="156600"/>
          </a:xfrm>
          <a:custGeom>
            <a:avLst/>
            <a:gdLst/>
            <a:ahLst/>
            <a:rect l="0" t="0" r="r" b="b"/>
            <a:pathLst>
              <a:path w="435" h="435">
                <a:moveTo>
                  <a:pt x="435" y="218"/>
                </a:moveTo>
                <a:cubicBezTo>
                  <a:pt x="435" y="232"/>
                  <a:pt x="434" y="246"/>
                  <a:pt x="431" y="260"/>
                </a:cubicBezTo>
                <a:cubicBezTo>
                  <a:pt x="429" y="274"/>
                  <a:pt x="424" y="288"/>
                  <a:pt x="419" y="301"/>
                </a:cubicBezTo>
                <a:cubicBezTo>
                  <a:pt x="413" y="314"/>
                  <a:pt x="407" y="327"/>
                  <a:pt x="399" y="339"/>
                </a:cubicBezTo>
                <a:cubicBezTo>
                  <a:pt x="391" y="350"/>
                  <a:pt x="382" y="361"/>
                  <a:pt x="372" y="372"/>
                </a:cubicBezTo>
                <a:cubicBezTo>
                  <a:pt x="361" y="382"/>
                  <a:pt x="350" y="391"/>
                  <a:pt x="338" y="399"/>
                </a:cubicBezTo>
                <a:cubicBezTo>
                  <a:pt x="326" y="407"/>
                  <a:pt x="313" y="413"/>
                  <a:pt x="300" y="419"/>
                </a:cubicBezTo>
                <a:cubicBezTo>
                  <a:pt x="287" y="424"/>
                  <a:pt x="274" y="428"/>
                  <a:pt x="260" y="431"/>
                </a:cubicBezTo>
                <a:cubicBezTo>
                  <a:pt x="246" y="434"/>
                  <a:pt x="231" y="435"/>
                  <a:pt x="217" y="435"/>
                </a:cubicBezTo>
                <a:cubicBezTo>
                  <a:pt x="203" y="435"/>
                  <a:pt x="189" y="434"/>
                  <a:pt x="175" y="431"/>
                </a:cubicBezTo>
                <a:cubicBezTo>
                  <a:pt x="161" y="428"/>
                  <a:pt x="147" y="424"/>
                  <a:pt x="134" y="419"/>
                </a:cubicBezTo>
                <a:cubicBezTo>
                  <a:pt x="121" y="413"/>
                  <a:pt x="108" y="407"/>
                  <a:pt x="96" y="399"/>
                </a:cubicBezTo>
                <a:cubicBezTo>
                  <a:pt x="84" y="391"/>
                  <a:pt x="74" y="382"/>
                  <a:pt x="63" y="372"/>
                </a:cubicBezTo>
                <a:cubicBezTo>
                  <a:pt x="53" y="361"/>
                  <a:pt x="44" y="350"/>
                  <a:pt x="36" y="339"/>
                </a:cubicBezTo>
                <a:cubicBezTo>
                  <a:pt x="28" y="327"/>
                  <a:pt x="22" y="314"/>
                  <a:pt x="16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4"/>
                  <a:pt x="1" y="189"/>
                  <a:pt x="4" y="175"/>
                </a:cubicBezTo>
                <a:cubicBezTo>
                  <a:pt x="7" y="161"/>
                  <a:pt x="11" y="148"/>
                  <a:pt x="16" y="135"/>
                </a:cubicBezTo>
                <a:cubicBezTo>
                  <a:pt x="22" y="122"/>
                  <a:pt x="28" y="109"/>
                  <a:pt x="36" y="97"/>
                </a:cubicBezTo>
                <a:cubicBezTo>
                  <a:pt x="44" y="85"/>
                  <a:pt x="53" y="74"/>
                  <a:pt x="63" y="64"/>
                </a:cubicBezTo>
                <a:cubicBezTo>
                  <a:pt x="74" y="54"/>
                  <a:pt x="84" y="45"/>
                  <a:pt x="96" y="37"/>
                </a:cubicBezTo>
                <a:cubicBezTo>
                  <a:pt x="108" y="29"/>
                  <a:pt x="121" y="23"/>
                  <a:pt x="134" y="17"/>
                </a:cubicBezTo>
                <a:cubicBezTo>
                  <a:pt x="147" y="11"/>
                  <a:pt x="161" y="6"/>
                  <a:pt x="175" y="4"/>
                </a:cubicBezTo>
                <a:cubicBezTo>
                  <a:pt x="189" y="1"/>
                  <a:pt x="203" y="0"/>
                  <a:pt x="217" y="0"/>
                </a:cubicBezTo>
                <a:cubicBezTo>
                  <a:pt x="231" y="0"/>
                  <a:pt x="246" y="1"/>
                  <a:pt x="260" y="4"/>
                </a:cubicBezTo>
                <a:cubicBezTo>
                  <a:pt x="274" y="6"/>
                  <a:pt x="287" y="11"/>
                  <a:pt x="300" y="17"/>
                </a:cubicBezTo>
                <a:cubicBezTo>
                  <a:pt x="313" y="23"/>
                  <a:pt x="326" y="29"/>
                  <a:pt x="338" y="37"/>
                </a:cubicBezTo>
                <a:cubicBezTo>
                  <a:pt x="350" y="45"/>
                  <a:pt x="361" y="54"/>
                  <a:pt x="372" y="64"/>
                </a:cubicBezTo>
                <a:cubicBezTo>
                  <a:pt x="382" y="74"/>
                  <a:pt x="391" y="85"/>
                  <a:pt x="399" y="97"/>
                </a:cubicBezTo>
                <a:cubicBezTo>
                  <a:pt x="407" y="109"/>
                  <a:pt x="413" y="122"/>
                  <a:pt x="419" y="135"/>
                </a:cubicBezTo>
                <a:cubicBezTo>
                  <a:pt x="424" y="148"/>
                  <a:pt x="429" y="161"/>
                  <a:pt x="431" y="175"/>
                </a:cubicBezTo>
                <a:cubicBezTo>
                  <a:pt x="434" y="189"/>
                  <a:pt x="435" y="204"/>
                  <a:pt x="435" y="218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5234760" y="3914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(AI prediction + reasons + retrieved tickets)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4532040" y="402264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4586400" y="4632120"/>
            <a:ext cx="3423600" cy="10080"/>
          </a:xfrm>
          <a:custGeom>
            <a:avLst/>
            <a:gdLst/>
            <a:ahLst/>
            <a:rect l="0" t="0" r="r" b="b"/>
            <a:pathLst>
              <a:path w="9510" h="28">
                <a:moveTo>
                  <a:pt x="9510" y="28"/>
                </a:moveTo>
                <a:lnTo>
                  <a:pt x="9456" y="28"/>
                </a:lnTo>
                <a:lnTo>
                  <a:pt x="9456" y="0"/>
                </a:lnTo>
                <a:lnTo>
                  <a:pt x="9510" y="0"/>
                </a:lnTo>
                <a:lnTo>
                  <a:pt x="9510" y="28"/>
                </a:lnTo>
                <a:moveTo>
                  <a:pt x="9401" y="28"/>
                </a:moveTo>
                <a:lnTo>
                  <a:pt x="9347" y="28"/>
                </a:lnTo>
                <a:lnTo>
                  <a:pt x="9347" y="0"/>
                </a:lnTo>
                <a:lnTo>
                  <a:pt x="9401" y="0"/>
                </a:lnTo>
                <a:lnTo>
                  <a:pt x="9401" y="28"/>
                </a:lnTo>
                <a:moveTo>
                  <a:pt x="9293" y="28"/>
                </a:moveTo>
                <a:lnTo>
                  <a:pt x="9238" y="28"/>
                </a:lnTo>
                <a:lnTo>
                  <a:pt x="9238" y="0"/>
                </a:lnTo>
                <a:lnTo>
                  <a:pt x="9293" y="0"/>
                </a:lnTo>
                <a:lnTo>
                  <a:pt x="9293" y="28"/>
                </a:lnTo>
                <a:moveTo>
                  <a:pt x="9184" y="28"/>
                </a:moveTo>
                <a:lnTo>
                  <a:pt x="9130" y="28"/>
                </a:lnTo>
                <a:lnTo>
                  <a:pt x="9130" y="0"/>
                </a:lnTo>
                <a:lnTo>
                  <a:pt x="9184" y="0"/>
                </a:lnTo>
                <a:lnTo>
                  <a:pt x="9184" y="28"/>
                </a:lnTo>
                <a:moveTo>
                  <a:pt x="9075" y="28"/>
                </a:moveTo>
                <a:lnTo>
                  <a:pt x="9021" y="28"/>
                </a:lnTo>
                <a:lnTo>
                  <a:pt x="9021" y="0"/>
                </a:lnTo>
                <a:lnTo>
                  <a:pt x="9075" y="0"/>
                </a:lnTo>
                <a:lnTo>
                  <a:pt x="9075" y="28"/>
                </a:lnTo>
                <a:moveTo>
                  <a:pt x="8967" y="28"/>
                </a:moveTo>
                <a:lnTo>
                  <a:pt x="8912" y="28"/>
                </a:lnTo>
                <a:lnTo>
                  <a:pt x="8912" y="0"/>
                </a:lnTo>
                <a:lnTo>
                  <a:pt x="8967" y="0"/>
                </a:lnTo>
                <a:lnTo>
                  <a:pt x="8967" y="28"/>
                </a:lnTo>
                <a:moveTo>
                  <a:pt x="8858" y="28"/>
                </a:moveTo>
                <a:lnTo>
                  <a:pt x="8804" y="28"/>
                </a:lnTo>
                <a:lnTo>
                  <a:pt x="8804" y="0"/>
                </a:lnTo>
                <a:lnTo>
                  <a:pt x="8858" y="0"/>
                </a:lnTo>
                <a:lnTo>
                  <a:pt x="8858" y="28"/>
                </a:lnTo>
                <a:moveTo>
                  <a:pt x="8749" y="28"/>
                </a:moveTo>
                <a:lnTo>
                  <a:pt x="8695" y="28"/>
                </a:lnTo>
                <a:lnTo>
                  <a:pt x="8695" y="0"/>
                </a:lnTo>
                <a:lnTo>
                  <a:pt x="8749" y="0"/>
                </a:lnTo>
                <a:lnTo>
                  <a:pt x="8749" y="28"/>
                </a:lnTo>
                <a:moveTo>
                  <a:pt x="8641" y="28"/>
                </a:moveTo>
                <a:lnTo>
                  <a:pt x="8586" y="28"/>
                </a:lnTo>
                <a:lnTo>
                  <a:pt x="8586" y="0"/>
                </a:lnTo>
                <a:lnTo>
                  <a:pt x="8641" y="0"/>
                </a:lnTo>
                <a:lnTo>
                  <a:pt x="8641" y="28"/>
                </a:lnTo>
                <a:moveTo>
                  <a:pt x="8532" y="28"/>
                </a:moveTo>
                <a:lnTo>
                  <a:pt x="8478" y="28"/>
                </a:lnTo>
                <a:lnTo>
                  <a:pt x="8478" y="0"/>
                </a:lnTo>
                <a:lnTo>
                  <a:pt x="8532" y="0"/>
                </a:lnTo>
                <a:lnTo>
                  <a:pt x="8532" y="28"/>
                </a:lnTo>
                <a:moveTo>
                  <a:pt x="8423" y="28"/>
                </a:moveTo>
                <a:lnTo>
                  <a:pt x="8369" y="28"/>
                </a:lnTo>
                <a:lnTo>
                  <a:pt x="8369" y="0"/>
                </a:lnTo>
                <a:lnTo>
                  <a:pt x="8423" y="0"/>
                </a:lnTo>
                <a:lnTo>
                  <a:pt x="8423" y="28"/>
                </a:lnTo>
                <a:moveTo>
                  <a:pt x="8315" y="28"/>
                </a:moveTo>
                <a:lnTo>
                  <a:pt x="8260" y="28"/>
                </a:lnTo>
                <a:lnTo>
                  <a:pt x="8260" y="0"/>
                </a:lnTo>
                <a:lnTo>
                  <a:pt x="8315" y="0"/>
                </a:lnTo>
                <a:lnTo>
                  <a:pt x="8315" y="28"/>
                </a:lnTo>
                <a:moveTo>
                  <a:pt x="8206" y="28"/>
                </a:moveTo>
                <a:lnTo>
                  <a:pt x="8152" y="28"/>
                </a:lnTo>
                <a:lnTo>
                  <a:pt x="8152" y="0"/>
                </a:lnTo>
                <a:lnTo>
                  <a:pt x="8206" y="0"/>
                </a:lnTo>
                <a:lnTo>
                  <a:pt x="8206" y="28"/>
                </a:lnTo>
                <a:moveTo>
                  <a:pt x="8097" y="28"/>
                </a:moveTo>
                <a:lnTo>
                  <a:pt x="8043" y="28"/>
                </a:lnTo>
                <a:lnTo>
                  <a:pt x="8043" y="0"/>
                </a:lnTo>
                <a:lnTo>
                  <a:pt x="8097" y="0"/>
                </a:lnTo>
                <a:lnTo>
                  <a:pt x="8097" y="28"/>
                </a:lnTo>
                <a:moveTo>
                  <a:pt x="7989" y="28"/>
                </a:moveTo>
                <a:lnTo>
                  <a:pt x="7934" y="28"/>
                </a:lnTo>
                <a:lnTo>
                  <a:pt x="7934" y="0"/>
                </a:lnTo>
                <a:lnTo>
                  <a:pt x="7989" y="0"/>
                </a:lnTo>
                <a:lnTo>
                  <a:pt x="7989" y="28"/>
                </a:lnTo>
                <a:moveTo>
                  <a:pt x="7880" y="28"/>
                </a:moveTo>
                <a:lnTo>
                  <a:pt x="7825" y="28"/>
                </a:lnTo>
                <a:lnTo>
                  <a:pt x="7825" y="0"/>
                </a:lnTo>
                <a:lnTo>
                  <a:pt x="7880" y="0"/>
                </a:lnTo>
                <a:lnTo>
                  <a:pt x="7880" y="28"/>
                </a:lnTo>
                <a:moveTo>
                  <a:pt x="7771" y="28"/>
                </a:moveTo>
                <a:lnTo>
                  <a:pt x="7717" y="28"/>
                </a:lnTo>
                <a:lnTo>
                  <a:pt x="7717" y="0"/>
                </a:lnTo>
                <a:lnTo>
                  <a:pt x="7771" y="0"/>
                </a:lnTo>
                <a:lnTo>
                  <a:pt x="7771" y="28"/>
                </a:lnTo>
                <a:moveTo>
                  <a:pt x="7662" y="28"/>
                </a:moveTo>
                <a:lnTo>
                  <a:pt x="7608" y="28"/>
                </a:lnTo>
                <a:lnTo>
                  <a:pt x="7608" y="0"/>
                </a:lnTo>
                <a:lnTo>
                  <a:pt x="7662" y="0"/>
                </a:lnTo>
                <a:lnTo>
                  <a:pt x="7662" y="28"/>
                </a:lnTo>
                <a:moveTo>
                  <a:pt x="7554" y="28"/>
                </a:moveTo>
                <a:lnTo>
                  <a:pt x="7499" y="28"/>
                </a:lnTo>
                <a:lnTo>
                  <a:pt x="7499" y="0"/>
                </a:lnTo>
                <a:lnTo>
                  <a:pt x="7554" y="0"/>
                </a:lnTo>
                <a:lnTo>
                  <a:pt x="7554" y="28"/>
                </a:lnTo>
                <a:moveTo>
                  <a:pt x="7445" y="28"/>
                </a:moveTo>
                <a:lnTo>
                  <a:pt x="7391" y="28"/>
                </a:lnTo>
                <a:lnTo>
                  <a:pt x="7391" y="0"/>
                </a:lnTo>
                <a:lnTo>
                  <a:pt x="7445" y="0"/>
                </a:lnTo>
                <a:lnTo>
                  <a:pt x="7445" y="28"/>
                </a:lnTo>
                <a:moveTo>
                  <a:pt x="7336" y="28"/>
                </a:moveTo>
                <a:lnTo>
                  <a:pt x="7282" y="28"/>
                </a:lnTo>
                <a:lnTo>
                  <a:pt x="7282" y="0"/>
                </a:lnTo>
                <a:lnTo>
                  <a:pt x="7336" y="0"/>
                </a:lnTo>
                <a:lnTo>
                  <a:pt x="7336" y="28"/>
                </a:lnTo>
                <a:moveTo>
                  <a:pt x="7228" y="28"/>
                </a:moveTo>
                <a:lnTo>
                  <a:pt x="7173" y="28"/>
                </a:lnTo>
                <a:lnTo>
                  <a:pt x="7173" y="0"/>
                </a:lnTo>
                <a:lnTo>
                  <a:pt x="7228" y="0"/>
                </a:lnTo>
                <a:lnTo>
                  <a:pt x="7228" y="28"/>
                </a:lnTo>
                <a:moveTo>
                  <a:pt x="7119" y="28"/>
                </a:moveTo>
                <a:lnTo>
                  <a:pt x="7065" y="28"/>
                </a:lnTo>
                <a:lnTo>
                  <a:pt x="7065" y="0"/>
                </a:lnTo>
                <a:lnTo>
                  <a:pt x="7119" y="0"/>
                </a:lnTo>
                <a:lnTo>
                  <a:pt x="7119" y="28"/>
                </a:lnTo>
                <a:moveTo>
                  <a:pt x="7010" y="28"/>
                </a:moveTo>
                <a:lnTo>
                  <a:pt x="6956" y="28"/>
                </a:lnTo>
                <a:lnTo>
                  <a:pt x="6956" y="0"/>
                </a:lnTo>
                <a:lnTo>
                  <a:pt x="7010" y="0"/>
                </a:lnTo>
                <a:lnTo>
                  <a:pt x="7010" y="28"/>
                </a:lnTo>
                <a:moveTo>
                  <a:pt x="6902" y="28"/>
                </a:moveTo>
                <a:lnTo>
                  <a:pt x="6847" y="28"/>
                </a:lnTo>
                <a:lnTo>
                  <a:pt x="6847" y="0"/>
                </a:lnTo>
                <a:lnTo>
                  <a:pt x="6902" y="0"/>
                </a:lnTo>
                <a:lnTo>
                  <a:pt x="6902" y="28"/>
                </a:lnTo>
                <a:moveTo>
                  <a:pt x="6793" y="28"/>
                </a:moveTo>
                <a:lnTo>
                  <a:pt x="6739" y="28"/>
                </a:lnTo>
                <a:lnTo>
                  <a:pt x="6739" y="0"/>
                </a:lnTo>
                <a:lnTo>
                  <a:pt x="6793" y="0"/>
                </a:lnTo>
                <a:lnTo>
                  <a:pt x="6793" y="28"/>
                </a:lnTo>
                <a:moveTo>
                  <a:pt x="6684" y="28"/>
                </a:moveTo>
                <a:lnTo>
                  <a:pt x="6630" y="28"/>
                </a:lnTo>
                <a:lnTo>
                  <a:pt x="6630" y="0"/>
                </a:lnTo>
                <a:lnTo>
                  <a:pt x="6684" y="0"/>
                </a:lnTo>
                <a:lnTo>
                  <a:pt x="6684" y="28"/>
                </a:lnTo>
                <a:moveTo>
                  <a:pt x="6576" y="28"/>
                </a:moveTo>
                <a:lnTo>
                  <a:pt x="6521" y="28"/>
                </a:lnTo>
                <a:lnTo>
                  <a:pt x="6521" y="0"/>
                </a:lnTo>
                <a:lnTo>
                  <a:pt x="6576" y="0"/>
                </a:lnTo>
                <a:lnTo>
                  <a:pt x="6576" y="28"/>
                </a:lnTo>
                <a:moveTo>
                  <a:pt x="6467" y="28"/>
                </a:moveTo>
                <a:lnTo>
                  <a:pt x="6413" y="28"/>
                </a:lnTo>
                <a:lnTo>
                  <a:pt x="6413" y="0"/>
                </a:lnTo>
                <a:lnTo>
                  <a:pt x="6467" y="0"/>
                </a:lnTo>
                <a:lnTo>
                  <a:pt x="6467" y="28"/>
                </a:lnTo>
                <a:moveTo>
                  <a:pt x="6358" y="28"/>
                </a:moveTo>
                <a:lnTo>
                  <a:pt x="6304" y="28"/>
                </a:lnTo>
                <a:lnTo>
                  <a:pt x="6304" y="0"/>
                </a:lnTo>
                <a:lnTo>
                  <a:pt x="6358" y="0"/>
                </a:lnTo>
                <a:lnTo>
                  <a:pt x="6358" y="28"/>
                </a:lnTo>
                <a:moveTo>
                  <a:pt x="6250" y="28"/>
                </a:moveTo>
                <a:lnTo>
                  <a:pt x="6195" y="28"/>
                </a:lnTo>
                <a:lnTo>
                  <a:pt x="6195" y="0"/>
                </a:lnTo>
                <a:lnTo>
                  <a:pt x="6250" y="0"/>
                </a:lnTo>
                <a:lnTo>
                  <a:pt x="6250" y="28"/>
                </a:lnTo>
                <a:moveTo>
                  <a:pt x="6141" y="28"/>
                </a:moveTo>
                <a:lnTo>
                  <a:pt x="6087" y="28"/>
                </a:lnTo>
                <a:lnTo>
                  <a:pt x="6087" y="0"/>
                </a:lnTo>
                <a:lnTo>
                  <a:pt x="6141" y="0"/>
                </a:lnTo>
                <a:lnTo>
                  <a:pt x="6141" y="28"/>
                </a:lnTo>
                <a:moveTo>
                  <a:pt x="6032" y="28"/>
                </a:moveTo>
                <a:lnTo>
                  <a:pt x="5978" y="28"/>
                </a:lnTo>
                <a:lnTo>
                  <a:pt x="5978" y="0"/>
                </a:lnTo>
                <a:lnTo>
                  <a:pt x="6032" y="0"/>
                </a:lnTo>
                <a:lnTo>
                  <a:pt x="6032" y="28"/>
                </a:lnTo>
                <a:moveTo>
                  <a:pt x="5924" y="28"/>
                </a:moveTo>
                <a:lnTo>
                  <a:pt x="5869" y="28"/>
                </a:lnTo>
                <a:lnTo>
                  <a:pt x="5869" y="0"/>
                </a:lnTo>
                <a:lnTo>
                  <a:pt x="5924" y="0"/>
                </a:lnTo>
                <a:lnTo>
                  <a:pt x="5924" y="28"/>
                </a:lnTo>
                <a:moveTo>
                  <a:pt x="5815" y="28"/>
                </a:moveTo>
                <a:lnTo>
                  <a:pt x="5761" y="28"/>
                </a:lnTo>
                <a:lnTo>
                  <a:pt x="5761" y="0"/>
                </a:lnTo>
                <a:lnTo>
                  <a:pt x="5815" y="0"/>
                </a:lnTo>
                <a:lnTo>
                  <a:pt x="5815" y="28"/>
                </a:lnTo>
                <a:moveTo>
                  <a:pt x="5706" y="28"/>
                </a:moveTo>
                <a:lnTo>
                  <a:pt x="5652" y="28"/>
                </a:lnTo>
                <a:lnTo>
                  <a:pt x="5652" y="0"/>
                </a:lnTo>
                <a:lnTo>
                  <a:pt x="5706" y="0"/>
                </a:lnTo>
                <a:lnTo>
                  <a:pt x="5706" y="28"/>
                </a:lnTo>
                <a:moveTo>
                  <a:pt x="5598" y="28"/>
                </a:moveTo>
                <a:lnTo>
                  <a:pt x="5543" y="28"/>
                </a:lnTo>
                <a:lnTo>
                  <a:pt x="5543" y="0"/>
                </a:lnTo>
                <a:lnTo>
                  <a:pt x="5598" y="0"/>
                </a:lnTo>
                <a:lnTo>
                  <a:pt x="5598" y="28"/>
                </a:lnTo>
                <a:moveTo>
                  <a:pt x="5489" y="28"/>
                </a:moveTo>
                <a:lnTo>
                  <a:pt x="5435" y="28"/>
                </a:lnTo>
                <a:lnTo>
                  <a:pt x="5435" y="0"/>
                </a:lnTo>
                <a:lnTo>
                  <a:pt x="5489" y="0"/>
                </a:lnTo>
                <a:lnTo>
                  <a:pt x="5489" y="28"/>
                </a:lnTo>
                <a:moveTo>
                  <a:pt x="5380" y="28"/>
                </a:moveTo>
                <a:lnTo>
                  <a:pt x="5326" y="28"/>
                </a:lnTo>
                <a:lnTo>
                  <a:pt x="5326" y="0"/>
                </a:lnTo>
                <a:lnTo>
                  <a:pt x="5380" y="0"/>
                </a:lnTo>
                <a:lnTo>
                  <a:pt x="5380" y="28"/>
                </a:lnTo>
                <a:moveTo>
                  <a:pt x="5272" y="28"/>
                </a:moveTo>
                <a:lnTo>
                  <a:pt x="5217" y="28"/>
                </a:lnTo>
                <a:lnTo>
                  <a:pt x="5217" y="0"/>
                </a:lnTo>
                <a:lnTo>
                  <a:pt x="5272" y="0"/>
                </a:lnTo>
                <a:lnTo>
                  <a:pt x="5272" y="28"/>
                </a:lnTo>
                <a:moveTo>
                  <a:pt x="5163" y="28"/>
                </a:moveTo>
                <a:lnTo>
                  <a:pt x="5109" y="28"/>
                </a:lnTo>
                <a:lnTo>
                  <a:pt x="5109" y="0"/>
                </a:lnTo>
                <a:lnTo>
                  <a:pt x="5163" y="0"/>
                </a:lnTo>
                <a:lnTo>
                  <a:pt x="5163" y="28"/>
                </a:lnTo>
                <a:moveTo>
                  <a:pt x="5054" y="28"/>
                </a:moveTo>
                <a:lnTo>
                  <a:pt x="5000" y="28"/>
                </a:lnTo>
                <a:lnTo>
                  <a:pt x="5000" y="0"/>
                </a:lnTo>
                <a:lnTo>
                  <a:pt x="5054" y="0"/>
                </a:lnTo>
                <a:lnTo>
                  <a:pt x="5054" y="28"/>
                </a:lnTo>
                <a:moveTo>
                  <a:pt x="4946" y="28"/>
                </a:moveTo>
                <a:lnTo>
                  <a:pt x="4891" y="28"/>
                </a:lnTo>
                <a:lnTo>
                  <a:pt x="4891" y="0"/>
                </a:lnTo>
                <a:lnTo>
                  <a:pt x="4946" y="0"/>
                </a:lnTo>
                <a:lnTo>
                  <a:pt x="4946" y="28"/>
                </a:lnTo>
                <a:moveTo>
                  <a:pt x="4837" y="28"/>
                </a:moveTo>
                <a:lnTo>
                  <a:pt x="4783" y="28"/>
                </a:lnTo>
                <a:lnTo>
                  <a:pt x="4783" y="0"/>
                </a:lnTo>
                <a:lnTo>
                  <a:pt x="4837" y="0"/>
                </a:lnTo>
                <a:lnTo>
                  <a:pt x="4837" y="28"/>
                </a:lnTo>
                <a:moveTo>
                  <a:pt x="4728" y="28"/>
                </a:moveTo>
                <a:lnTo>
                  <a:pt x="4674" y="28"/>
                </a:lnTo>
                <a:lnTo>
                  <a:pt x="4674" y="0"/>
                </a:lnTo>
                <a:lnTo>
                  <a:pt x="4728" y="0"/>
                </a:lnTo>
                <a:lnTo>
                  <a:pt x="4728" y="28"/>
                </a:lnTo>
                <a:moveTo>
                  <a:pt x="4619" y="28"/>
                </a:moveTo>
                <a:lnTo>
                  <a:pt x="4565" y="28"/>
                </a:lnTo>
                <a:lnTo>
                  <a:pt x="4565" y="0"/>
                </a:lnTo>
                <a:lnTo>
                  <a:pt x="4619" y="0"/>
                </a:lnTo>
                <a:lnTo>
                  <a:pt x="4619" y="28"/>
                </a:lnTo>
                <a:moveTo>
                  <a:pt x="4511" y="28"/>
                </a:moveTo>
                <a:lnTo>
                  <a:pt x="4456" y="28"/>
                </a:lnTo>
                <a:lnTo>
                  <a:pt x="4456" y="0"/>
                </a:lnTo>
                <a:lnTo>
                  <a:pt x="4511" y="0"/>
                </a:lnTo>
                <a:lnTo>
                  <a:pt x="4511" y="28"/>
                </a:lnTo>
                <a:moveTo>
                  <a:pt x="4402" y="28"/>
                </a:moveTo>
                <a:lnTo>
                  <a:pt x="4348" y="28"/>
                </a:lnTo>
                <a:lnTo>
                  <a:pt x="4348" y="0"/>
                </a:lnTo>
                <a:lnTo>
                  <a:pt x="4402" y="0"/>
                </a:lnTo>
                <a:lnTo>
                  <a:pt x="4402" y="28"/>
                </a:lnTo>
                <a:moveTo>
                  <a:pt x="4293" y="28"/>
                </a:moveTo>
                <a:lnTo>
                  <a:pt x="4239" y="28"/>
                </a:lnTo>
                <a:lnTo>
                  <a:pt x="4239" y="0"/>
                </a:lnTo>
                <a:lnTo>
                  <a:pt x="4293" y="0"/>
                </a:lnTo>
                <a:lnTo>
                  <a:pt x="4293" y="28"/>
                </a:lnTo>
                <a:moveTo>
                  <a:pt x="4185" y="28"/>
                </a:moveTo>
                <a:lnTo>
                  <a:pt x="4130" y="28"/>
                </a:lnTo>
                <a:lnTo>
                  <a:pt x="4130" y="0"/>
                </a:lnTo>
                <a:lnTo>
                  <a:pt x="4185" y="0"/>
                </a:lnTo>
                <a:lnTo>
                  <a:pt x="4185" y="28"/>
                </a:lnTo>
                <a:moveTo>
                  <a:pt x="4076" y="28"/>
                </a:moveTo>
                <a:lnTo>
                  <a:pt x="4022" y="28"/>
                </a:lnTo>
                <a:lnTo>
                  <a:pt x="4022" y="0"/>
                </a:lnTo>
                <a:lnTo>
                  <a:pt x="4076" y="0"/>
                </a:lnTo>
                <a:lnTo>
                  <a:pt x="4076" y="28"/>
                </a:lnTo>
                <a:moveTo>
                  <a:pt x="3967" y="28"/>
                </a:moveTo>
                <a:lnTo>
                  <a:pt x="3913" y="28"/>
                </a:lnTo>
                <a:lnTo>
                  <a:pt x="3913" y="0"/>
                </a:lnTo>
                <a:lnTo>
                  <a:pt x="3967" y="0"/>
                </a:lnTo>
                <a:lnTo>
                  <a:pt x="3967" y="28"/>
                </a:lnTo>
                <a:moveTo>
                  <a:pt x="3859" y="28"/>
                </a:moveTo>
                <a:lnTo>
                  <a:pt x="3804" y="28"/>
                </a:lnTo>
                <a:lnTo>
                  <a:pt x="3804" y="0"/>
                </a:lnTo>
                <a:lnTo>
                  <a:pt x="3859" y="0"/>
                </a:lnTo>
                <a:lnTo>
                  <a:pt x="3859" y="28"/>
                </a:lnTo>
                <a:moveTo>
                  <a:pt x="3750" y="28"/>
                </a:moveTo>
                <a:lnTo>
                  <a:pt x="3696" y="28"/>
                </a:lnTo>
                <a:lnTo>
                  <a:pt x="3696" y="0"/>
                </a:lnTo>
                <a:lnTo>
                  <a:pt x="3750" y="0"/>
                </a:lnTo>
                <a:lnTo>
                  <a:pt x="3750" y="28"/>
                </a:lnTo>
                <a:moveTo>
                  <a:pt x="3641" y="28"/>
                </a:moveTo>
                <a:lnTo>
                  <a:pt x="3587" y="28"/>
                </a:lnTo>
                <a:lnTo>
                  <a:pt x="3587" y="0"/>
                </a:lnTo>
                <a:lnTo>
                  <a:pt x="3641" y="0"/>
                </a:lnTo>
                <a:lnTo>
                  <a:pt x="3641" y="28"/>
                </a:lnTo>
                <a:moveTo>
                  <a:pt x="3533" y="28"/>
                </a:moveTo>
                <a:lnTo>
                  <a:pt x="3478" y="28"/>
                </a:lnTo>
                <a:lnTo>
                  <a:pt x="3478" y="0"/>
                </a:lnTo>
                <a:lnTo>
                  <a:pt x="3533" y="0"/>
                </a:lnTo>
                <a:lnTo>
                  <a:pt x="3533" y="28"/>
                </a:lnTo>
                <a:moveTo>
                  <a:pt x="3424" y="28"/>
                </a:moveTo>
                <a:lnTo>
                  <a:pt x="3370" y="28"/>
                </a:lnTo>
                <a:lnTo>
                  <a:pt x="3370" y="0"/>
                </a:lnTo>
                <a:lnTo>
                  <a:pt x="3424" y="0"/>
                </a:lnTo>
                <a:lnTo>
                  <a:pt x="3424" y="28"/>
                </a:lnTo>
                <a:moveTo>
                  <a:pt x="3315" y="28"/>
                </a:moveTo>
                <a:lnTo>
                  <a:pt x="3261" y="28"/>
                </a:lnTo>
                <a:lnTo>
                  <a:pt x="3261" y="0"/>
                </a:lnTo>
                <a:lnTo>
                  <a:pt x="3315" y="0"/>
                </a:lnTo>
                <a:lnTo>
                  <a:pt x="3315" y="28"/>
                </a:lnTo>
                <a:moveTo>
                  <a:pt x="3207" y="28"/>
                </a:moveTo>
                <a:lnTo>
                  <a:pt x="3152" y="28"/>
                </a:lnTo>
                <a:lnTo>
                  <a:pt x="3152" y="0"/>
                </a:lnTo>
                <a:lnTo>
                  <a:pt x="3207" y="0"/>
                </a:lnTo>
                <a:lnTo>
                  <a:pt x="3207" y="28"/>
                </a:lnTo>
                <a:moveTo>
                  <a:pt x="3098" y="28"/>
                </a:moveTo>
                <a:lnTo>
                  <a:pt x="3044" y="28"/>
                </a:lnTo>
                <a:lnTo>
                  <a:pt x="3044" y="0"/>
                </a:lnTo>
                <a:lnTo>
                  <a:pt x="3098" y="0"/>
                </a:lnTo>
                <a:lnTo>
                  <a:pt x="3098" y="28"/>
                </a:lnTo>
                <a:moveTo>
                  <a:pt x="2989" y="28"/>
                </a:moveTo>
                <a:lnTo>
                  <a:pt x="2935" y="28"/>
                </a:lnTo>
                <a:lnTo>
                  <a:pt x="2935" y="0"/>
                </a:lnTo>
                <a:lnTo>
                  <a:pt x="2989" y="0"/>
                </a:lnTo>
                <a:lnTo>
                  <a:pt x="2989" y="28"/>
                </a:lnTo>
                <a:moveTo>
                  <a:pt x="2881" y="28"/>
                </a:moveTo>
                <a:lnTo>
                  <a:pt x="2826" y="28"/>
                </a:lnTo>
                <a:lnTo>
                  <a:pt x="2826" y="0"/>
                </a:lnTo>
                <a:lnTo>
                  <a:pt x="2881" y="0"/>
                </a:lnTo>
                <a:lnTo>
                  <a:pt x="2881" y="28"/>
                </a:lnTo>
                <a:moveTo>
                  <a:pt x="2772" y="28"/>
                </a:moveTo>
                <a:lnTo>
                  <a:pt x="2718" y="28"/>
                </a:lnTo>
                <a:lnTo>
                  <a:pt x="2718" y="0"/>
                </a:lnTo>
                <a:lnTo>
                  <a:pt x="2772" y="0"/>
                </a:lnTo>
                <a:lnTo>
                  <a:pt x="2772" y="28"/>
                </a:lnTo>
                <a:moveTo>
                  <a:pt x="2663" y="28"/>
                </a:moveTo>
                <a:lnTo>
                  <a:pt x="2609" y="28"/>
                </a:lnTo>
                <a:lnTo>
                  <a:pt x="2609" y="0"/>
                </a:lnTo>
                <a:lnTo>
                  <a:pt x="2663" y="0"/>
                </a:lnTo>
                <a:lnTo>
                  <a:pt x="2663" y="28"/>
                </a:lnTo>
                <a:moveTo>
                  <a:pt x="2555" y="28"/>
                </a:moveTo>
                <a:lnTo>
                  <a:pt x="2500" y="28"/>
                </a:lnTo>
                <a:lnTo>
                  <a:pt x="2500" y="0"/>
                </a:lnTo>
                <a:lnTo>
                  <a:pt x="2555" y="0"/>
                </a:lnTo>
                <a:lnTo>
                  <a:pt x="2555" y="28"/>
                </a:lnTo>
                <a:moveTo>
                  <a:pt x="2446" y="28"/>
                </a:moveTo>
                <a:lnTo>
                  <a:pt x="2392" y="28"/>
                </a:lnTo>
                <a:lnTo>
                  <a:pt x="2392" y="0"/>
                </a:lnTo>
                <a:lnTo>
                  <a:pt x="2446" y="0"/>
                </a:lnTo>
                <a:lnTo>
                  <a:pt x="2446" y="28"/>
                </a:lnTo>
                <a:moveTo>
                  <a:pt x="2337" y="28"/>
                </a:moveTo>
                <a:lnTo>
                  <a:pt x="2283" y="28"/>
                </a:lnTo>
                <a:lnTo>
                  <a:pt x="2283" y="0"/>
                </a:lnTo>
                <a:lnTo>
                  <a:pt x="2337" y="0"/>
                </a:lnTo>
                <a:lnTo>
                  <a:pt x="2337" y="28"/>
                </a:lnTo>
                <a:moveTo>
                  <a:pt x="2229" y="28"/>
                </a:moveTo>
                <a:lnTo>
                  <a:pt x="2174" y="28"/>
                </a:lnTo>
                <a:lnTo>
                  <a:pt x="2174" y="0"/>
                </a:lnTo>
                <a:lnTo>
                  <a:pt x="2229" y="0"/>
                </a:lnTo>
                <a:lnTo>
                  <a:pt x="2229" y="28"/>
                </a:lnTo>
                <a:moveTo>
                  <a:pt x="2120" y="28"/>
                </a:moveTo>
                <a:lnTo>
                  <a:pt x="2066" y="28"/>
                </a:lnTo>
                <a:lnTo>
                  <a:pt x="2066" y="0"/>
                </a:lnTo>
                <a:lnTo>
                  <a:pt x="2120" y="0"/>
                </a:lnTo>
                <a:lnTo>
                  <a:pt x="2120" y="28"/>
                </a:lnTo>
                <a:moveTo>
                  <a:pt x="2011" y="28"/>
                </a:moveTo>
                <a:lnTo>
                  <a:pt x="1957" y="28"/>
                </a:lnTo>
                <a:lnTo>
                  <a:pt x="1957" y="0"/>
                </a:lnTo>
                <a:lnTo>
                  <a:pt x="2011" y="0"/>
                </a:lnTo>
                <a:lnTo>
                  <a:pt x="2011" y="28"/>
                </a:lnTo>
                <a:moveTo>
                  <a:pt x="1903" y="28"/>
                </a:moveTo>
                <a:lnTo>
                  <a:pt x="1848" y="28"/>
                </a:lnTo>
                <a:lnTo>
                  <a:pt x="1848" y="0"/>
                </a:lnTo>
                <a:lnTo>
                  <a:pt x="1903" y="0"/>
                </a:lnTo>
                <a:lnTo>
                  <a:pt x="1903" y="28"/>
                </a:lnTo>
                <a:moveTo>
                  <a:pt x="1794" y="28"/>
                </a:moveTo>
                <a:lnTo>
                  <a:pt x="1740" y="28"/>
                </a:lnTo>
                <a:lnTo>
                  <a:pt x="1740" y="0"/>
                </a:lnTo>
                <a:lnTo>
                  <a:pt x="1794" y="0"/>
                </a:lnTo>
                <a:lnTo>
                  <a:pt x="1794" y="28"/>
                </a:lnTo>
                <a:moveTo>
                  <a:pt x="1685" y="28"/>
                </a:moveTo>
                <a:lnTo>
                  <a:pt x="1631" y="28"/>
                </a:lnTo>
                <a:lnTo>
                  <a:pt x="1631" y="0"/>
                </a:lnTo>
                <a:lnTo>
                  <a:pt x="1685" y="0"/>
                </a:lnTo>
                <a:lnTo>
                  <a:pt x="1685" y="28"/>
                </a:lnTo>
                <a:moveTo>
                  <a:pt x="1577" y="28"/>
                </a:moveTo>
                <a:lnTo>
                  <a:pt x="1521" y="28"/>
                </a:lnTo>
                <a:lnTo>
                  <a:pt x="1521" y="0"/>
                </a:lnTo>
                <a:lnTo>
                  <a:pt x="1577" y="0"/>
                </a:lnTo>
                <a:lnTo>
                  <a:pt x="1577" y="28"/>
                </a:lnTo>
                <a:moveTo>
                  <a:pt x="1467" y="28"/>
                </a:moveTo>
                <a:lnTo>
                  <a:pt x="1412" y="28"/>
                </a:lnTo>
                <a:lnTo>
                  <a:pt x="1412" y="0"/>
                </a:lnTo>
                <a:lnTo>
                  <a:pt x="1467" y="0"/>
                </a:lnTo>
                <a:lnTo>
                  <a:pt x="1467" y="28"/>
                </a:lnTo>
                <a:moveTo>
                  <a:pt x="1358" y="28"/>
                </a:moveTo>
                <a:lnTo>
                  <a:pt x="1304" y="28"/>
                </a:lnTo>
                <a:lnTo>
                  <a:pt x="1304" y="0"/>
                </a:lnTo>
                <a:lnTo>
                  <a:pt x="1358" y="0"/>
                </a:lnTo>
                <a:lnTo>
                  <a:pt x="1358" y="28"/>
                </a:lnTo>
                <a:moveTo>
                  <a:pt x="1249" y="28"/>
                </a:moveTo>
                <a:lnTo>
                  <a:pt x="1195" y="28"/>
                </a:lnTo>
                <a:lnTo>
                  <a:pt x="1195" y="0"/>
                </a:lnTo>
                <a:lnTo>
                  <a:pt x="1249" y="0"/>
                </a:lnTo>
                <a:lnTo>
                  <a:pt x="1249" y="28"/>
                </a:lnTo>
                <a:moveTo>
                  <a:pt x="1141" y="28"/>
                </a:moveTo>
                <a:lnTo>
                  <a:pt x="1086" y="28"/>
                </a:lnTo>
                <a:lnTo>
                  <a:pt x="1086" y="0"/>
                </a:lnTo>
                <a:lnTo>
                  <a:pt x="1141" y="0"/>
                </a:lnTo>
                <a:lnTo>
                  <a:pt x="1141" y="28"/>
                </a:lnTo>
                <a:moveTo>
                  <a:pt x="1032" y="28"/>
                </a:moveTo>
                <a:lnTo>
                  <a:pt x="978" y="28"/>
                </a:lnTo>
                <a:lnTo>
                  <a:pt x="978" y="0"/>
                </a:lnTo>
                <a:lnTo>
                  <a:pt x="1032" y="0"/>
                </a:lnTo>
                <a:lnTo>
                  <a:pt x="1032" y="28"/>
                </a:lnTo>
                <a:moveTo>
                  <a:pt x="923" y="28"/>
                </a:moveTo>
                <a:lnTo>
                  <a:pt x="869" y="28"/>
                </a:lnTo>
                <a:lnTo>
                  <a:pt x="869" y="0"/>
                </a:lnTo>
                <a:lnTo>
                  <a:pt x="923" y="0"/>
                </a:lnTo>
                <a:lnTo>
                  <a:pt x="923" y="28"/>
                </a:lnTo>
                <a:moveTo>
                  <a:pt x="815" y="28"/>
                </a:moveTo>
                <a:lnTo>
                  <a:pt x="760" y="28"/>
                </a:lnTo>
                <a:lnTo>
                  <a:pt x="760" y="0"/>
                </a:lnTo>
                <a:lnTo>
                  <a:pt x="815" y="0"/>
                </a:lnTo>
                <a:lnTo>
                  <a:pt x="815" y="28"/>
                </a:lnTo>
                <a:moveTo>
                  <a:pt x="706" y="28"/>
                </a:moveTo>
                <a:lnTo>
                  <a:pt x="652" y="28"/>
                </a:lnTo>
                <a:lnTo>
                  <a:pt x="652" y="0"/>
                </a:lnTo>
                <a:lnTo>
                  <a:pt x="706" y="0"/>
                </a:lnTo>
                <a:lnTo>
                  <a:pt x="706" y="28"/>
                </a:lnTo>
                <a:moveTo>
                  <a:pt x="597" y="28"/>
                </a:moveTo>
                <a:lnTo>
                  <a:pt x="543" y="28"/>
                </a:lnTo>
                <a:lnTo>
                  <a:pt x="543" y="0"/>
                </a:lnTo>
                <a:lnTo>
                  <a:pt x="597" y="0"/>
                </a:lnTo>
                <a:lnTo>
                  <a:pt x="597" y="28"/>
                </a:lnTo>
                <a:moveTo>
                  <a:pt x="489" y="28"/>
                </a:moveTo>
                <a:lnTo>
                  <a:pt x="434" y="28"/>
                </a:lnTo>
                <a:lnTo>
                  <a:pt x="434" y="0"/>
                </a:lnTo>
                <a:lnTo>
                  <a:pt x="489" y="0"/>
                </a:lnTo>
                <a:lnTo>
                  <a:pt x="489" y="28"/>
                </a:lnTo>
                <a:moveTo>
                  <a:pt x="380" y="28"/>
                </a:moveTo>
                <a:lnTo>
                  <a:pt x="326" y="28"/>
                </a:lnTo>
                <a:lnTo>
                  <a:pt x="326" y="0"/>
                </a:lnTo>
                <a:lnTo>
                  <a:pt x="380" y="0"/>
                </a:lnTo>
                <a:lnTo>
                  <a:pt x="380" y="28"/>
                </a:lnTo>
                <a:moveTo>
                  <a:pt x="271" y="28"/>
                </a:moveTo>
                <a:lnTo>
                  <a:pt x="217" y="28"/>
                </a:lnTo>
                <a:lnTo>
                  <a:pt x="217" y="0"/>
                </a:lnTo>
                <a:lnTo>
                  <a:pt x="271" y="0"/>
                </a:lnTo>
                <a:lnTo>
                  <a:pt x="271" y="28"/>
                </a:lnTo>
                <a:moveTo>
                  <a:pt x="163" y="28"/>
                </a:moveTo>
                <a:lnTo>
                  <a:pt x="108" y="28"/>
                </a:lnTo>
                <a:lnTo>
                  <a:pt x="108" y="0"/>
                </a:lnTo>
                <a:lnTo>
                  <a:pt x="163" y="0"/>
                </a:lnTo>
                <a:lnTo>
                  <a:pt x="163" y="28"/>
                </a:lnTo>
                <a:moveTo>
                  <a:pt x="54" y="28"/>
                </a:moveTo>
                <a:lnTo>
                  <a:pt x="0" y="28"/>
                </a:lnTo>
                <a:lnTo>
                  <a:pt x="0" y="0"/>
                </a:lnTo>
                <a:lnTo>
                  <a:pt x="54" y="0"/>
                </a:lnTo>
                <a:lnTo>
                  <a:pt x="54" y="2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4566240" y="4604400"/>
            <a:ext cx="65520" cy="62640"/>
          </a:xfrm>
          <a:custGeom>
            <a:avLst/>
            <a:gdLst/>
            <a:ahLst/>
            <a:rect l="0" t="0" r="r" b="b"/>
            <a:pathLst>
              <a:path w="182" h="174">
                <a:moveTo>
                  <a:pt x="182" y="174"/>
                </a:moveTo>
                <a:lnTo>
                  <a:pt x="0" y="92"/>
                </a:lnTo>
                <a:lnTo>
                  <a:pt x="182" y="0"/>
                </a:lnTo>
                <a:lnTo>
                  <a:pt x="182" y="174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7898760" y="4559040"/>
            <a:ext cx="156960" cy="156600"/>
          </a:xfrm>
          <a:custGeom>
            <a:avLst/>
            <a:gdLst/>
            <a:ahLst/>
            <a:rect l="0" t="0" r="r" b="b"/>
            <a:pathLst>
              <a:path w="436" h="435">
                <a:moveTo>
                  <a:pt x="436" y="218"/>
                </a:moveTo>
                <a:cubicBezTo>
                  <a:pt x="436" y="232"/>
                  <a:pt x="434" y="246"/>
                  <a:pt x="432" y="260"/>
                </a:cubicBezTo>
                <a:cubicBezTo>
                  <a:pt x="429" y="274"/>
                  <a:pt x="425" y="288"/>
                  <a:pt x="419" y="301"/>
                </a:cubicBezTo>
                <a:cubicBezTo>
                  <a:pt x="414" y="314"/>
                  <a:pt x="406" y="327"/>
                  <a:pt x="398" y="339"/>
                </a:cubicBezTo>
                <a:cubicBezTo>
                  <a:pt x="390" y="351"/>
                  <a:pt x="381" y="361"/>
                  <a:pt x="371" y="372"/>
                </a:cubicBezTo>
                <a:cubicBezTo>
                  <a:pt x="361" y="382"/>
                  <a:pt x="350" y="391"/>
                  <a:pt x="338" y="399"/>
                </a:cubicBezTo>
                <a:cubicBezTo>
                  <a:pt x="326" y="407"/>
                  <a:pt x="314" y="413"/>
                  <a:pt x="301" y="419"/>
                </a:cubicBezTo>
                <a:cubicBezTo>
                  <a:pt x="287" y="424"/>
                  <a:pt x="274" y="428"/>
                  <a:pt x="260" y="431"/>
                </a:cubicBezTo>
                <a:cubicBezTo>
                  <a:pt x="246" y="434"/>
                  <a:pt x="232" y="435"/>
                  <a:pt x="217" y="435"/>
                </a:cubicBezTo>
                <a:cubicBezTo>
                  <a:pt x="203" y="435"/>
                  <a:pt x="189" y="434"/>
                  <a:pt x="175" y="431"/>
                </a:cubicBezTo>
                <a:cubicBezTo>
                  <a:pt x="161" y="428"/>
                  <a:pt x="147" y="424"/>
                  <a:pt x="134" y="419"/>
                </a:cubicBezTo>
                <a:cubicBezTo>
                  <a:pt x="121" y="413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4" y="361"/>
                  <a:pt x="45" y="351"/>
                  <a:pt x="37" y="339"/>
                </a:cubicBezTo>
                <a:cubicBezTo>
                  <a:pt x="29" y="327"/>
                  <a:pt x="22" y="314"/>
                  <a:pt x="17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4"/>
                  <a:pt x="1" y="189"/>
                  <a:pt x="4" y="175"/>
                </a:cubicBezTo>
                <a:cubicBezTo>
                  <a:pt x="7" y="161"/>
                  <a:pt x="11" y="148"/>
                  <a:pt x="17" y="134"/>
                </a:cubicBezTo>
                <a:cubicBezTo>
                  <a:pt x="22" y="121"/>
                  <a:pt x="29" y="108"/>
                  <a:pt x="37" y="96"/>
                </a:cubicBezTo>
                <a:cubicBezTo>
                  <a:pt x="45" y="84"/>
                  <a:pt x="54" y="73"/>
                  <a:pt x="64" y="63"/>
                </a:cubicBezTo>
                <a:cubicBezTo>
                  <a:pt x="74" y="53"/>
                  <a:pt x="85" y="44"/>
                  <a:pt x="97" y="36"/>
                </a:cubicBezTo>
                <a:cubicBezTo>
                  <a:pt x="109" y="28"/>
                  <a:pt x="121" y="22"/>
                  <a:pt x="134" y="16"/>
                </a:cubicBezTo>
                <a:cubicBezTo>
                  <a:pt x="147" y="11"/>
                  <a:pt x="161" y="6"/>
                  <a:pt x="175" y="4"/>
                </a:cubicBezTo>
                <a:cubicBezTo>
                  <a:pt x="189" y="1"/>
                  <a:pt x="203" y="0"/>
                  <a:pt x="217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4" y="6"/>
                  <a:pt x="287" y="11"/>
                  <a:pt x="301" y="16"/>
                </a:cubicBezTo>
                <a:cubicBezTo>
                  <a:pt x="314" y="22"/>
                  <a:pt x="326" y="28"/>
                  <a:pt x="338" y="36"/>
                </a:cubicBezTo>
                <a:cubicBezTo>
                  <a:pt x="350" y="44"/>
                  <a:pt x="361" y="53"/>
                  <a:pt x="371" y="63"/>
                </a:cubicBezTo>
                <a:cubicBezTo>
                  <a:pt x="381" y="73"/>
                  <a:pt x="390" y="84"/>
                  <a:pt x="398" y="96"/>
                </a:cubicBezTo>
                <a:cubicBezTo>
                  <a:pt x="406" y="108"/>
                  <a:pt x="414" y="121"/>
                  <a:pt x="419" y="134"/>
                </a:cubicBezTo>
                <a:cubicBezTo>
                  <a:pt x="425" y="148"/>
                  <a:pt x="429" y="161"/>
                  <a:pt x="432" y="175"/>
                </a:cubicBezTo>
                <a:cubicBezTo>
                  <a:pt x="434" y="189"/>
                  <a:pt x="436" y="204"/>
                  <a:pt x="436" y="218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5350680" y="4481640"/>
            <a:ext cx="183816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Command(resume={"action":"approve"})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7955280" y="460296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4586400" y="5532120"/>
            <a:ext cx="3423600" cy="10080"/>
          </a:xfrm>
          <a:custGeom>
            <a:avLst/>
            <a:gdLst/>
            <a:ahLst/>
            <a:rect l="0" t="0" r="r" b="b"/>
            <a:pathLst>
              <a:path w="9510" h="28">
                <a:moveTo>
                  <a:pt x="9510" y="28"/>
                </a:moveTo>
                <a:lnTo>
                  <a:pt x="9456" y="28"/>
                </a:lnTo>
                <a:lnTo>
                  <a:pt x="9456" y="0"/>
                </a:lnTo>
                <a:lnTo>
                  <a:pt x="9510" y="0"/>
                </a:lnTo>
                <a:lnTo>
                  <a:pt x="9510" y="28"/>
                </a:lnTo>
                <a:moveTo>
                  <a:pt x="9401" y="28"/>
                </a:moveTo>
                <a:lnTo>
                  <a:pt x="9347" y="28"/>
                </a:lnTo>
                <a:lnTo>
                  <a:pt x="9347" y="0"/>
                </a:lnTo>
                <a:lnTo>
                  <a:pt x="9401" y="0"/>
                </a:lnTo>
                <a:lnTo>
                  <a:pt x="9401" y="28"/>
                </a:lnTo>
                <a:moveTo>
                  <a:pt x="9293" y="28"/>
                </a:moveTo>
                <a:lnTo>
                  <a:pt x="9238" y="28"/>
                </a:lnTo>
                <a:lnTo>
                  <a:pt x="9238" y="0"/>
                </a:lnTo>
                <a:lnTo>
                  <a:pt x="9293" y="0"/>
                </a:lnTo>
                <a:lnTo>
                  <a:pt x="9293" y="28"/>
                </a:lnTo>
                <a:moveTo>
                  <a:pt x="9184" y="28"/>
                </a:moveTo>
                <a:lnTo>
                  <a:pt x="9130" y="28"/>
                </a:lnTo>
                <a:lnTo>
                  <a:pt x="9130" y="0"/>
                </a:lnTo>
                <a:lnTo>
                  <a:pt x="9184" y="0"/>
                </a:lnTo>
                <a:lnTo>
                  <a:pt x="9184" y="28"/>
                </a:lnTo>
                <a:moveTo>
                  <a:pt x="9075" y="28"/>
                </a:moveTo>
                <a:lnTo>
                  <a:pt x="9021" y="28"/>
                </a:lnTo>
                <a:lnTo>
                  <a:pt x="9021" y="0"/>
                </a:lnTo>
                <a:lnTo>
                  <a:pt x="9075" y="0"/>
                </a:lnTo>
                <a:lnTo>
                  <a:pt x="9075" y="28"/>
                </a:lnTo>
                <a:moveTo>
                  <a:pt x="8967" y="28"/>
                </a:moveTo>
                <a:lnTo>
                  <a:pt x="8912" y="28"/>
                </a:lnTo>
                <a:lnTo>
                  <a:pt x="8912" y="0"/>
                </a:lnTo>
                <a:lnTo>
                  <a:pt x="8967" y="0"/>
                </a:lnTo>
                <a:lnTo>
                  <a:pt x="8967" y="28"/>
                </a:lnTo>
                <a:moveTo>
                  <a:pt x="8858" y="28"/>
                </a:moveTo>
                <a:lnTo>
                  <a:pt x="8804" y="28"/>
                </a:lnTo>
                <a:lnTo>
                  <a:pt x="8804" y="0"/>
                </a:lnTo>
                <a:lnTo>
                  <a:pt x="8858" y="0"/>
                </a:lnTo>
                <a:lnTo>
                  <a:pt x="8858" y="28"/>
                </a:lnTo>
                <a:moveTo>
                  <a:pt x="8749" y="28"/>
                </a:moveTo>
                <a:lnTo>
                  <a:pt x="8695" y="28"/>
                </a:lnTo>
                <a:lnTo>
                  <a:pt x="8695" y="0"/>
                </a:lnTo>
                <a:lnTo>
                  <a:pt x="8749" y="0"/>
                </a:lnTo>
                <a:lnTo>
                  <a:pt x="8749" y="28"/>
                </a:lnTo>
                <a:moveTo>
                  <a:pt x="8641" y="28"/>
                </a:moveTo>
                <a:lnTo>
                  <a:pt x="8586" y="28"/>
                </a:lnTo>
                <a:lnTo>
                  <a:pt x="8586" y="0"/>
                </a:lnTo>
                <a:lnTo>
                  <a:pt x="8641" y="0"/>
                </a:lnTo>
                <a:lnTo>
                  <a:pt x="8641" y="28"/>
                </a:lnTo>
                <a:moveTo>
                  <a:pt x="8532" y="28"/>
                </a:moveTo>
                <a:lnTo>
                  <a:pt x="8478" y="28"/>
                </a:lnTo>
                <a:lnTo>
                  <a:pt x="8478" y="0"/>
                </a:lnTo>
                <a:lnTo>
                  <a:pt x="8532" y="0"/>
                </a:lnTo>
                <a:lnTo>
                  <a:pt x="8532" y="28"/>
                </a:lnTo>
                <a:moveTo>
                  <a:pt x="8423" y="28"/>
                </a:moveTo>
                <a:lnTo>
                  <a:pt x="8369" y="28"/>
                </a:lnTo>
                <a:lnTo>
                  <a:pt x="8369" y="0"/>
                </a:lnTo>
                <a:lnTo>
                  <a:pt x="8423" y="0"/>
                </a:lnTo>
                <a:lnTo>
                  <a:pt x="8423" y="28"/>
                </a:lnTo>
                <a:moveTo>
                  <a:pt x="8315" y="28"/>
                </a:moveTo>
                <a:lnTo>
                  <a:pt x="8260" y="28"/>
                </a:lnTo>
                <a:lnTo>
                  <a:pt x="8260" y="0"/>
                </a:lnTo>
                <a:lnTo>
                  <a:pt x="8315" y="0"/>
                </a:lnTo>
                <a:lnTo>
                  <a:pt x="8315" y="28"/>
                </a:lnTo>
                <a:moveTo>
                  <a:pt x="8206" y="28"/>
                </a:moveTo>
                <a:lnTo>
                  <a:pt x="8152" y="28"/>
                </a:lnTo>
                <a:lnTo>
                  <a:pt x="8152" y="0"/>
                </a:lnTo>
                <a:lnTo>
                  <a:pt x="8206" y="0"/>
                </a:lnTo>
                <a:lnTo>
                  <a:pt x="8206" y="28"/>
                </a:lnTo>
                <a:moveTo>
                  <a:pt x="8097" y="28"/>
                </a:moveTo>
                <a:lnTo>
                  <a:pt x="8043" y="28"/>
                </a:lnTo>
                <a:lnTo>
                  <a:pt x="8043" y="0"/>
                </a:lnTo>
                <a:lnTo>
                  <a:pt x="8097" y="0"/>
                </a:lnTo>
                <a:lnTo>
                  <a:pt x="8097" y="28"/>
                </a:lnTo>
                <a:moveTo>
                  <a:pt x="7989" y="28"/>
                </a:moveTo>
                <a:lnTo>
                  <a:pt x="7934" y="28"/>
                </a:lnTo>
                <a:lnTo>
                  <a:pt x="7934" y="0"/>
                </a:lnTo>
                <a:lnTo>
                  <a:pt x="7989" y="0"/>
                </a:lnTo>
                <a:lnTo>
                  <a:pt x="7989" y="28"/>
                </a:lnTo>
                <a:moveTo>
                  <a:pt x="7880" y="28"/>
                </a:moveTo>
                <a:lnTo>
                  <a:pt x="7825" y="28"/>
                </a:lnTo>
                <a:lnTo>
                  <a:pt x="7825" y="0"/>
                </a:lnTo>
                <a:lnTo>
                  <a:pt x="7880" y="0"/>
                </a:lnTo>
                <a:lnTo>
                  <a:pt x="7880" y="28"/>
                </a:lnTo>
                <a:moveTo>
                  <a:pt x="7771" y="28"/>
                </a:moveTo>
                <a:lnTo>
                  <a:pt x="7717" y="28"/>
                </a:lnTo>
                <a:lnTo>
                  <a:pt x="7717" y="0"/>
                </a:lnTo>
                <a:lnTo>
                  <a:pt x="7771" y="0"/>
                </a:lnTo>
                <a:lnTo>
                  <a:pt x="7771" y="28"/>
                </a:lnTo>
                <a:moveTo>
                  <a:pt x="7662" y="28"/>
                </a:moveTo>
                <a:lnTo>
                  <a:pt x="7608" y="28"/>
                </a:lnTo>
                <a:lnTo>
                  <a:pt x="7608" y="0"/>
                </a:lnTo>
                <a:lnTo>
                  <a:pt x="7662" y="0"/>
                </a:lnTo>
                <a:lnTo>
                  <a:pt x="7662" y="28"/>
                </a:lnTo>
                <a:moveTo>
                  <a:pt x="7554" y="28"/>
                </a:moveTo>
                <a:lnTo>
                  <a:pt x="7499" y="28"/>
                </a:lnTo>
                <a:lnTo>
                  <a:pt x="7499" y="0"/>
                </a:lnTo>
                <a:lnTo>
                  <a:pt x="7554" y="0"/>
                </a:lnTo>
                <a:lnTo>
                  <a:pt x="7554" y="28"/>
                </a:lnTo>
                <a:moveTo>
                  <a:pt x="7445" y="28"/>
                </a:moveTo>
                <a:lnTo>
                  <a:pt x="7391" y="28"/>
                </a:lnTo>
                <a:lnTo>
                  <a:pt x="7391" y="0"/>
                </a:lnTo>
                <a:lnTo>
                  <a:pt x="7445" y="0"/>
                </a:lnTo>
                <a:lnTo>
                  <a:pt x="7445" y="28"/>
                </a:lnTo>
                <a:moveTo>
                  <a:pt x="7336" y="28"/>
                </a:moveTo>
                <a:lnTo>
                  <a:pt x="7282" y="28"/>
                </a:lnTo>
                <a:lnTo>
                  <a:pt x="7282" y="0"/>
                </a:lnTo>
                <a:lnTo>
                  <a:pt x="7336" y="0"/>
                </a:lnTo>
                <a:lnTo>
                  <a:pt x="7336" y="28"/>
                </a:lnTo>
                <a:moveTo>
                  <a:pt x="7228" y="28"/>
                </a:moveTo>
                <a:lnTo>
                  <a:pt x="7173" y="28"/>
                </a:lnTo>
                <a:lnTo>
                  <a:pt x="7173" y="0"/>
                </a:lnTo>
                <a:lnTo>
                  <a:pt x="7228" y="0"/>
                </a:lnTo>
                <a:lnTo>
                  <a:pt x="7228" y="28"/>
                </a:lnTo>
                <a:moveTo>
                  <a:pt x="7119" y="28"/>
                </a:moveTo>
                <a:lnTo>
                  <a:pt x="7065" y="28"/>
                </a:lnTo>
                <a:lnTo>
                  <a:pt x="7065" y="0"/>
                </a:lnTo>
                <a:lnTo>
                  <a:pt x="7119" y="0"/>
                </a:lnTo>
                <a:lnTo>
                  <a:pt x="7119" y="28"/>
                </a:lnTo>
                <a:moveTo>
                  <a:pt x="7010" y="28"/>
                </a:moveTo>
                <a:lnTo>
                  <a:pt x="6956" y="28"/>
                </a:lnTo>
                <a:lnTo>
                  <a:pt x="6956" y="0"/>
                </a:lnTo>
                <a:lnTo>
                  <a:pt x="7010" y="0"/>
                </a:lnTo>
                <a:lnTo>
                  <a:pt x="7010" y="28"/>
                </a:lnTo>
                <a:moveTo>
                  <a:pt x="6902" y="28"/>
                </a:moveTo>
                <a:lnTo>
                  <a:pt x="6847" y="28"/>
                </a:lnTo>
                <a:lnTo>
                  <a:pt x="6847" y="0"/>
                </a:lnTo>
                <a:lnTo>
                  <a:pt x="6902" y="0"/>
                </a:lnTo>
                <a:lnTo>
                  <a:pt x="6902" y="28"/>
                </a:lnTo>
                <a:moveTo>
                  <a:pt x="6793" y="28"/>
                </a:moveTo>
                <a:lnTo>
                  <a:pt x="6739" y="28"/>
                </a:lnTo>
                <a:lnTo>
                  <a:pt x="6739" y="0"/>
                </a:lnTo>
                <a:lnTo>
                  <a:pt x="6793" y="0"/>
                </a:lnTo>
                <a:lnTo>
                  <a:pt x="6793" y="28"/>
                </a:lnTo>
                <a:moveTo>
                  <a:pt x="6684" y="28"/>
                </a:moveTo>
                <a:lnTo>
                  <a:pt x="6630" y="28"/>
                </a:lnTo>
                <a:lnTo>
                  <a:pt x="6630" y="0"/>
                </a:lnTo>
                <a:lnTo>
                  <a:pt x="6684" y="0"/>
                </a:lnTo>
                <a:lnTo>
                  <a:pt x="6684" y="28"/>
                </a:lnTo>
                <a:moveTo>
                  <a:pt x="6576" y="28"/>
                </a:moveTo>
                <a:lnTo>
                  <a:pt x="6521" y="28"/>
                </a:lnTo>
                <a:lnTo>
                  <a:pt x="6521" y="0"/>
                </a:lnTo>
                <a:lnTo>
                  <a:pt x="6576" y="0"/>
                </a:lnTo>
                <a:lnTo>
                  <a:pt x="6576" y="28"/>
                </a:lnTo>
                <a:moveTo>
                  <a:pt x="6467" y="28"/>
                </a:moveTo>
                <a:lnTo>
                  <a:pt x="6413" y="28"/>
                </a:lnTo>
                <a:lnTo>
                  <a:pt x="6413" y="0"/>
                </a:lnTo>
                <a:lnTo>
                  <a:pt x="6467" y="0"/>
                </a:lnTo>
                <a:lnTo>
                  <a:pt x="6467" y="28"/>
                </a:lnTo>
                <a:moveTo>
                  <a:pt x="6358" y="28"/>
                </a:moveTo>
                <a:lnTo>
                  <a:pt x="6304" y="28"/>
                </a:lnTo>
                <a:lnTo>
                  <a:pt x="6304" y="0"/>
                </a:lnTo>
                <a:lnTo>
                  <a:pt x="6358" y="0"/>
                </a:lnTo>
                <a:lnTo>
                  <a:pt x="6358" y="28"/>
                </a:lnTo>
                <a:moveTo>
                  <a:pt x="6250" y="28"/>
                </a:moveTo>
                <a:lnTo>
                  <a:pt x="6195" y="28"/>
                </a:lnTo>
                <a:lnTo>
                  <a:pt x="6195" y="0"/>
                </a:lnTo>
                <a:lnTo>
                  <a:pt x="6250" y="0"/>
                </a:lnTo>
                <a:lnTo>
                  <a:pt x="6250" y="28"/>
                </a:lnTo>
                <a:moveTo>
                  <a:pt x="6141" y="28"/>
                </a:moveTo>
                <a:lnTo>
                  <a:pt x="6087" y="28"/>
                </a:lnTo>
                <a:lnTo>
                  <a:pt x="6087" y="0"/>
                </a:lnTo>
                <a:lnTo>
                  <a:pt x="6141" y="0"/>
                </a:lnTo>
                <a:lnTo>
                  <a:pt x="6141" y="28"/>
                </a:lnTo>
                <a:moveTo>
                  <a:pt x="6032" y="28"/>
                </a:moveTo>
                <a:lnTo>
                  <a:pt x="5978" y="28"/>
                </a:lnTo>
                <a:lnTo>
                  <a:pt x="5978" y="0"/>
                </a:lnTo>
                <a:lnTo>
                  <a:pt x="6032" y="0"/>
                </a:lnTo>
                <a:lnTo>
                  <a:pt x="6032" y="28"/>
                </a:lnTo>
                <a:moveTo>
                  <a:pt x="5924" y="28"/>
                </a:moveTo>
                <a:lnTo>
                  <a:pt x="5869" y="28"/>
                </a:lnTo>
                <a:lnTo>
                  <a:pt x="5869" y="0"/>
                </a:lnTo>
                <a:lnTo>
                  <a:pt x="5924" y="0"/>
                </a:lnTo>
                <a:lnTo>
                  <a:pt x="5924" y="28"/>
                </a:lnTo>
                <a:moveTo>
                  <a:pt x="5815" y="28"/>
                </a:moveTo>
                <a:lnTo>
                  <a:pt x="5761" y="28"/>
                </a:lnTo>
                <a:lnTo>
                  <a:pt x="5761" y="0"/>
                </a:lnTo>
                <a:lnTo>
                  <a:pt x="5815" y="0"/>
                </a:lnTo>
                <a:lnTo>
                  <a:pt x="5815" y="28"/>
                </a:lnTo>
                <a:moveTo>
                  <a:pt x="5706" y="28"/>
                </a:moveTo>
                <a:lnTo>
                  <a:pt x="5652" y="28"/>
                </a:lnTo>
                <a:lnTo>
                  <a:pt x="5652" y="0"/>
                </a:lnTo>
                <a:lnTo>
                  <a:pt x="5706" y="0"/>
                </a:lnTo>
                <a:lnTo>
                  <a:pt x="5706" y="28"/>
                </a:lnTo>
                <a:moveTo>
                  <a:pt x="5598" y="28"/>
                </a:moveTo>
                <a:lnTo>
                  <a:pt x="5543" y="28"/>
                </a:lnTo>
                <a:lnTo>
                  <a:pt x="5543" y="0"/>
                </a:lnTo>
                <a:lnTo>
                  <a:pt x="5598" y="0"/>
                </a:lnTo>
                <a:lnTo>
                  <a:pt x="5598" y="28"/>
                </a:lnTo>
                <a:moveTo>
                  <a:pt x="5489" y="28"/>
                </a:moveTo>
                <a:lnTo>
                  <a:pt x="5435" y="28"/>
                </a:lnTo>
                <a:lnTo>
                  <a:pt x="5435" y="0"/>
                </a:lnTo>
                <a:lnTo>
                  <a:pt x="5489" y="0"/>
                </a:lnTo>
                <a:lnTo>
                  <a:pt x="5489" y="28"/>
                </a:lnTo>
                <a:moveTo>
                  <a:pt x="5380" y="28"/>
                </a:moveTo>
                <a:lnTo>
                  <a:pt x="5326" y="28"/>
                </a:lnTo>
                <a:lnTo>
                  <a:pt x="5326" y="0"/>
                </a:lnTo>
                <a:lnTo>
                  <a:pt x="5380" y="0"/>
                </a:lnTo>
                <a:lnTo>
                  <a:pt x="5380" y="28"/>
                </a:lnTo>
                <a:moveTo>
                  <a:pt x="5272" y="28"/>
                </a:moveTo>
                <a:lnTo>
                  <a:pt x="5217" y="28"/>
                </a:lnTo>
                <a:lnTo>
                  <a:pt x="5217" y="0"/>
                </a:lnTo>
                <a:lnTo>
                  <a:pt x="5272" y="0"/>
                </a:lnTo>
                <a:lnTo>
                  <a:pt x="5272" y="28"/>
                </a:lnTo>
                <a:moveTo>
                  <a:pt x="5163" y="28"/>
                </a:moveTo>
                <a:lnTo>
                  <a:pt x="5109" y="28"/>
                </a:lnTo>
                <a:lnTo>
                  <a:pt x="5109" y="0"/>
                </a:lnTo>
                <a:lnTo>
                  <a:pt x="5163" y="0"/>
                </a:lnTo>
                <a:lnTo>
                  <a:pt x="5163" y="28"/>
                </a:lnTo>
                <a:moveTo>
                  <a:pt x="5054" y="28"/>
                </a:moveTo>
                <a:lnTo>
                  <a:pt x="5000" y="28"/>
                </a:lnTo>
                <a:lnTo>
                  <a:pt x="5000" y="0"/>
                </a:lnTo>
                <a:lnTo>
                  <a:pt x="5054" y="0"/>
                </a:lnTo>
                <a:lnTo>
                  <a:pt x="5054" y="28"/>
                </a:lnTo>
                <a:moveTo>
                  <a:pt x="4946" y="28"/>
                </a:moveTo>
                <a:lnTo>
                  <a:pt x="4891" y="28"/>
                </a:lnTo>
                <a:lnTo>
                  <a:pt x="4891" y="0"/>
                </a:lnTo>
                <a:lnTo>
                  <a:pt x="4946" y="0"/>
                </a:lnTo>
                <a:lnTo>
                  <a:pt x="4946" y="28"/>
                </a:lnTo>
                <a:moveTo>
                  <a:pt x="4837" y="28"/>
                </a:moveTo>
                <a:lnTo>
                  <a:pt x="4783" y="28"/>
                </a:lnTo>
                <a:lnTo>
                  <a:pt x="4783" y="0"/>
                </a:lnTo>
                <a:lnTo>
                  <a:pt x="4837" y="0"/>
                </a:lnTo>
                <a:lnTo>
                  <a:pt x="4837" y="28"/>
                </a:lnTo>
                <a:moveTo>
                  <a:pt x="4728" y="28"/>
                </a:moveTo>
                <a:lnTo>
                  <a:pt x="4674" y="28"/>
                </a:lnTo>
                <a:lnTo>
                  <a:pt x="4674" y="0"/>
                </a:lnTo>
                <a:lnTo>
                  <a:pt x="4728" y="0"/>
                </a:lnTo>
                <a:lnTo>
                  <a:pt x="4728" y="28"/>
                </a:lnTo>
                <a:moveTo>
                  <a:pt x="4619" y="28"/>
                </a:moveTo>
                <a:lnTo>
                  <a:pt x="4565" y="28"/>
                </a:lnTo>
                <a:lnTo>
                  <a:pt x="4565" y="0"/>
                </a:lnTo>
                <a:lnTo>
                  <a:pt x="4619" y="0"/>
                </a:lnTo>
                <a:lnTo>
                  <a:pt x="4619" y="28"/>
                </a:lnTo>
                <a:moveTo>
                  <a:pt x="4511" y="28"/>
                </a:moveTo>
                <a:lnTo>
                  <a:pt x="4456" y="28"/>
                </a:lnTo>
                <a:lnTo>
                  <a:pt x="4456" y="0"/>
                </a:lnTo>
                <a:lnTo>
                  <a:pt x="4511" y="0"/>
                </a:lnTo>
                <a:lnTo>
                  <a:pt x="4511" y="28"/>
                </a:lnTo>
                <a:moveTo>
                  <a:pt x="4402" y="28"/>
                </a:moveTo>
                <a:lnTo>
                  <a:pt x="4348" y="28"/>
                </a:lnTo>
                <a:lnTo>
                  <a:pt x="4348" y="0"/>
                </a:lnTo>
                <a:lnTo>
                  <a:pt x="4402" y="0"/>
                </a:lnTo>
                <a:lnTo>
                  <a:pt x="4402" y="28"/>
                </a:lnTo>
                <a:moveTo>
                  <a:pt x="4293" y="28"/>
                </a:moveTo>
                <a:lnTo>
                  <a:pt x="4239" y="28"/>
                </a:lnTo>
                <a:lnTo>
                  <a:pt x="4239" y="0"/>
                </a:lnTo>
                <a:lnTo>
                  <a:pt x="4293" y="0"/>
                </a:lnTo>
                <a:lnTo>
                  <a:pt x="4293" y="28"/>
                </a:lnTo>
                <a:moveTo>
                  <a:pt x="4185" y="28"/>
                </a:moveTo>
                <a:lnTo>
                  <a:pt x="4130" y="28"/>
                </a:lnTo>
                <a:lnTo>
                  <a:pt x="4130" y="0"/>
                </a:lnTo>
                <a:lnTo>
                  <a:pt x="4185" y="0"/>
                </a:lnTo>
                <a:lnTo>
                  <a:pt x="4185" y="28"/>
                </a:lnTo>
                <a:moveTo>
                  <a:pt x="4076" y="28"/>
                </a:moveTo>
                <a:lnTo>
                  <a:pt x="4022" y="28"/>
                </a:lnTo>
                <a:lnTo>
                  <a:pt x="4022" y="0"/>
                </a:lnTo>
                <a:lnTo>
                  <a:pt x="4076" y="0"/>
                </a:lnTo>
                <a:lnTo>
                  <a:pt x="4076" y="28"/>
                </a:lnTo>
                <a:moveTo>
                  <a:pt x="3967" y="28"/>
                </a:moveTo>
                <a:lnTo>
                  <a:pt x="3913" y="28"/>
                </a:lnTo>
                <a:lnTo>
                  <a:pt x="3913" y="0"/>
                </a:lnTo>
                <a:lnTo>
                  <a:pt x="3967" y="0"/>
                </a:lnTo>
                <a:lnTo>
                  <a:pt x="3967" y="28"/>
                </a:lnTo>
                <a:moveTo>
                  <a:pt x="3859" y="28"/>
                </a:moveTo>
                <a:lnTo>
                  <a:pt x="3804" y="28"/>
                </a:lnTo>
                <a:lnTo>
                  <a:pt x="3804" y="0"/>
                </a:lnTo>
                <a:lnTo>
                  <a:pt x="3859" y="0"/>
                </a:lnTo>
                <a:lnTo>
                  <a:pt x="3859" y="28"/>
                </a:lnTo>
                <a:moveTo>
                  <a:pt x="3750" y="28"/>
                </a:moveTo>
                <a:lnTo>
                  <a:pt x="3696" y="28"/>
                </a:lnTo>
                <a:lnTo>
                  <a:pt x="3696" y="0"/>
                </a:lnTo>
                <a:lnTo>
                  <a:pt x="3750" y="0"/>
                </a:lnTo>
                <a:lnTo>
                  <a:pt x="3750" y="28"/>
                </a:lnTo>
                <a:moveTo>
                  <a:pt x="3641" y="28"/>
                </a:moveTo>
                <a:lnTo>
                  <a:pt x="3587" y="28"/>
                </a:lnTo>
                <a:lnTo>
                  <a:pt x="3587" y="0"/>
                </a:lnTo>
                <a:lnTo>
                  <a:pt x="3641" y="0"/>
                </a:lnTo>
                <a:lnTo>
                  <a:pt x="3641" y="28"/>
                </a:lnTo>
                <a:moveTo>
                  <a:pt x="3533" y="28"/>
                </a:moveTo>
                <a:lnTo>
                  <a:pt x="3478" y="28"/>
                </a:lnTo>
                <a:lnTo>
                  <a:pt x="3478" y="0"/>
                </a:lnTo>
                <a:lnTo>
                  <a:pt x="3533" y="0"/>
                </a:lnTo>
                <a:lnTo>
                  <a:pt x="3533" y="28"/>
                </a:lnTo>
                <a:moveTo>
                  <a:pt x="3424" y="28"/>
                </a:moveTo>
                <a:lnTo>
                  <a:pt x="3370" y="28"/>
                </a:lnTo>
                <a:lnTo>
                  <a:pt x="3370" y="0"/>
                </a:lnTo>
                <a:lnTo>
                  <a:pt x="3424" y="0"/>
                </a:lnTo>
                <a:lnTo>
                  <a:pt x="3424" y="28"/>
                </a:lnTo>
                <a:moveTo>
                  <a:pt x="3315" y="28"/>
                </a:moveTo>
                <a:lnTo>
                  <a:pt x="3261" y="28"/>
                </a:lnTo>
                <a:lnTo>
                  <a:pt x="3261" y="0"/>
                </a:lnTo>
                <a:lnTo>
                  <a:pt x="3315" y="0"/>
                </a:lnTo>
                <a:lnTo>
                  <a:pt x="3315" y="28"/>
                </a:lnTo>
                <a:moveTo>
                  <a:pt x="3207" y="28"/>
                </a:moveTo>
                <a:lnTo>
                  <a:pt x="3152" y="28"/>
                </a:lnTo>
                <a:lnTo>
                  <a:pt x="3152" y="0"/>
                </a:lnTo>
                <a:lnTo>
                  <a:pt x="3207" y="0"/>
                </a:lnTo>
                <a:lnTo>
                  <a:pt x="3207" y="28"/>
                </a:lnTo>
                <a:moveTo>
                  <a:pt x="3098" y="28"/>
                </a:moveTo>
                <a:lnTo>
                  <a:pt x="3044" y="28"/>
                </a:lnTo>
                <a:lnTo>
                  <a:pt x="3044" y="0"/>
                </a:lnTo>
                <a:lnTo>
                  <a:pt x="3098" y="0"/>
                </a:lnTo>
                <a:lnTo>
                  <a:pt x="3098" y="28"/>
                </a:lnTo>
                <a:moveTo>
                  <a:pt x="2989" y="28"/>
                </a:moveTo>
                <a:lnTo>
                  <a:pt x="2935" y="28"/>
                </a:lnTo>
                <a:lnTo>
                  <a:pt x="2935" y="0"/>
                </a:lnTo>
                <a:lnTo>
                  <a:pt x="2989" y="0"/>
                </a:lnTo>
                <a:lnTo>
                  <a:pt x="2989" y="28"/>
                </a:lnTo>
                <a:moveTo>
                  <a:pt x="2881" y="28"/>
                </a:moveTo>
                <a:lnTo>
                  <a:pt x="2826" y="28"/>
                </a:lnTo>
                <a:lnTo>
                  <a:pt x="2826" y="0"/>
                </a:lnTo>
                <a:lnTo>
                  <a:pt x="2881" y="0"/>
                </a:lnTo>
                <a:lnTo>
                  <a:pt x="2881" y="28"/>
                </a:lnTo>
                <a:moveTo>
                  <a:pt x="2772" y="28"/>
                </a:moveTo>
                <a:lnTo>
                  <a:pt x="2718" y="28"/>
                </a:lnTo>
                <a:lnTo>
                  <a:pt x="2718" y="0"/>
                </a:lnTo>
                <a:lnTo>
                  <a:pt x="2772" y="0"/>
                </a:lnTo>
                <a:lnTo>
                  <a:pt x="2772" y="28"/>
                </a:lnTo>
                <a:moveTo>
                  <a:pt x="2663" y="28"/>
                </a:moveTo>
                <a:lnTo>
                  <a:pt x="2609" y="28"/>
                </a:lnTo>
                <a:lnTo>
                  <a:pt x="2609" y="0"/>
                </a:lnTo>
                <a:lnTo>
                  <a:pt x="2663" y="0"/>
                </a:lnTo>
                <a:lnTo>
                  <a:pt x="2663" y="28"/>
                </a:lnTo>
                <a:moveTo>
                  <a:pt x="2555" y="28"/>
                </a:moveTo>
                <a:lnTo>
                  <a:pt x="2500" y="28"/>
                </a:lnTo>
                <a:lnTo>
                  <a:pt x="2500" y="0"/>
                </a:lnTo>
                <a:lnTo>
                  <a:pt x="2555" y="0"/>
                </a:lnTo>
                <a:lnTo>
                  <a:pt x="2555" y="28"/>
                </a:lnTo>
                <a:moveTo>
                  <a:pt x="2446" y="28"/>
                </a:moveTo>
                <a:lnTo>
                  <a:pt x="2392" y="28"/>
                </a:lnTo>
                <a:lnTo>
                  <a:pt x="2392" y="0"/>
                </a:lnTo>
                <a:lnTo>
                  <a:pt x="2446" y="0"/>
                </a:lnTo>
                <a:lnTo>
                  <a:pt x="2446" y="28"/>
                </a:lnTo>
                <a:moveTo>
                  <a:pt x="2337" y="28"/>
                </a:moveTo>
                <a:lnTo>
                  <a:pt x="2283" y="28"/>
                </a:lnTo>
                <a:lnTo>
                  <a:pt x="2283" y="0"/>
                </a:lnTo>
                <a:lnTo>
                  <a:pt x="2337" y="0"/>
                </a:lnTo>
                <a:lnTo>
                  <a:pt x="2337" y="28"/>
                </a:lnTo>
                <a:moveTo>
                  <a:pt x="2229" y="28"/>
                </a:moveTo>
                <a:lnTo>
                  <a:pt x="2174" y="28"/>
                </a:lnTo>
                <a:lnTo>
                  <a:pt x="2174" y="0"/>
                </a:lnTo>
                <a:lnTo>
                  <a:pt x="2229" y="0"/>
                </a:lnTo>
                <a:lnTo>
                  <a:pt x="2229" y="28"/>
                </a:lnTo>
                <a:moveTo>
                  <a:pt x="2120" y="28"/>
                </a:moveTo>
                <a:lnTo>
                  <a:pt x="2066" y="28"/>
                </a:lnTo>
                <a:lnTo>
                  <a:pt x="2066" y="0"/>
                </a:lnTo>
                <a:lnTo>
                  <a:pt x="2120" y="0"/>
                </a:lnTo>
                <a:lnTo>
                  <a:pt x="2120" y="28"/>
                </a:lnTo>
                <a:moveTo>
                  <a:pt x="2011" y="28"/>
                </a:moveTo>
                <a:lnTo>
                  <a:pt x="1957" y="28"/>
                </a:lnTo>
                <a:lnTo>
                  <a:pt x="1957" y="0"/>
                </a:lnTo>
                <a:lnTo>
                  <a:pt x="2011" y="0"/>
                </a:lnTo>
                <a:lnTo>
                  <a:pt x="2011" y="28"/>
                </a:lnTo>
                <a:moveTo>
                  <a:pt x="1903" y="28"/>
                </a:moveTo>
                <a:lnTo>
                  <a:pt x="1848" y="28"/>
                </a:lnTo>
                <a:lnTo>
                  <a:pt x="1848" y="0"/>
                </a:lnTo>
                <a:lnTo>
                  <a:pt x="1903" y="0"/>
                </a:lnTo>
                <a:lnTo>
                  <a:pt x="1903" y="28"/>
                </a:lnTo>
                <a:moveTo>
                  <a:pt x="1794" y="28"/>
                </a:moveTo>
                <a:lnTo>
                  <a:pt x="1740" y="28"/>
                </a:lnTo>
                <a:lnTo>
                  <a:pt x="1740" y="0"/>
                </a:lnTo>
                <a:lnTo>
                  <a:pt x="1794" y="0"/>
                </a:lnTo>
                <a:lnTo>
                  <a:pt x="1794" y="28"/>
                </a:lnTo>
                <a:moveTo>
                  <a:pt x="1685" y="28"/>
                </a:moveTo>
                <a:lnTo>
                  <a:pt x="1631" y="28"/>
                </a:lnTo>
                <a:lnTo>
                  <a:pt x="1631" y="0"/>
                </a:lnTo>
                <a:lnTo>
                  <a:pt x="1685" y="0"/>
                </a:lnTo>
                <a:lnTo>
                  <a:pt x="1685" y="28"/>
                </a:lnTo>
                <a:moveTo>
                  <a:pt x="1577" y="28"/>
                </a:moveTo>
                <a:lnTo>
                  <a:pt x="1521" y="28"/>
                </a:lnTo>
                <a:lnTo>
                  <a:pt x="1521" y="0"/>
                </a:lnTo>
                <a:lnTo>
                  <a:pt x="1577" y="0"/>
                </a:lnTo>
                <a:lnTo>
                  <a:pt x="1577" y="28"/>
                </a:lnTo>
                <a:moveTo>
                  <a:pt x="1467" y="28"/>
                </a:moveTo>
                <a:lnTo>
                  <a:pt x="1412" y="28"/>
                </a:lnTo>
                <a:lnTo>
                  <a:pt x="1412" y="0"/>
                </a:lnTo>
                <a:lnTo>
                  <a:pt x="1467" y="0"/>
                </a:lnTo>
                <a:lnTo>
                  <a:pt x="1467" y="28"/>
                </a:lnTo>
                <a:moveTo>
                  <a:pt x="1358" y="28"/>
                </a:moveTo>
                <a:lnTo>
                  <a:pt x="1304" y="28"/>
                </a:lnTo>
                <a:lnTo>
                  <a:pt x="1304" y="0"/>
                </a:lnTo>
                <a:lnTo>
                  <a:pt x="1358" y="0"/>
                </a:lnTo>
                <a:lnTo>
                  <a:pt x="1358" y="28"/>
                </a:lnTo>
                <a:moveTo>
                  <a:pt x="1249" y="28"/>
                </a:moveTo>
                <a:lnTo>
                  <a:pt x="1195" y="28"/>
                </a:lnTo>
                <a:lnTo>
                  <a:pt x="1195" y="0"/>
                </a:lnTo>
                <a:lnTo>
                  <a:pt x="1249" y="0"/>
                </a:lnTo>
                <a:lnTo>
                  <a:pt x="1249" y="28"/>
                </a:lnTo>
                <a:moveTo>
                  <a:pt x="1141" y="28"/>
                </a:moveTo>
                <a:lnTo>
                  <a:pt x="1086" y="28"/>
                </a:lnTo>
                <a:lnTo>
                  <a:pt x="1086" y="0"/>
                </a:lnTo>
                <a:lnTo>
                  <a:pt x="1141" y="0"/>
                </a:lnTo>
                <a:lnTo>
                  <a:pt x="1141" y="28"/>
                </a:lnTo>
                <a:moveTo>
                  <a:pt x="1032" y="28"/>
                </a:moveTo>
                <a:lnTo>
                  <a:pt x="978" y="28"/>
                </a:lnTo>
                <a:lnTo>
                  <a:pt x="978" y="0"/>
                </a:lnTo>
                <a:lnTo>
                  <a:pt x="1032" y="0"/>
                </a:lnTo>
                <a:lnTo>
                  <a:pt x="1032" y="28"/>
                </a:lnTo>
                <a:moveTo>
                  <a:pt x="923" y="28"/>
                </a:moveTo>
                <a:lnTo>
                  <a:pt x="869" y="28"/>
                </a:lnTo>
                <a:lnTo>
                  <a:pt x="869" y="0"/>
                </a:lnTo>
                <a:lnTo>
                  <a:pt x="923" y="0"/>
                </a:lnTo>
                <a:lnTo>
                  <a:pt x="923" y="28"/>
                </a:lnTo>
                <a:moveTo>
                  <a:pt x="815" y="28"/>
                </a:moveTo>
                <a:lnTo>
                  <a:pt x="760" y="28"/>
                </a:lnTo>
                <a:lnTo>
                  <a:pt x="760" y="0"/>
                </a:lnTo>
                <a:lnTo>
                  <a:pt x="815" y="0"/>
                </a:lnTo>
                <a:lnTo>
                  <a:pt x="815" y="28"/>
                </a:lnTo>
                <a:moveTo>
                  <a:pt x="706" y="28"/>
                </a:moveTo>
                <a:lnTo>
                  <a:pt x="652" y="28"/>
                </a:lnTo>
                <a:lnTo>
                  <a:pt x="652" y="0"/>
                </a:lnTo>
                <a:lnTo>
                  <a:pt x="706" y="0"/>
                </a:lnTo>
                <a:lnTo>
                  <a:pt x="706" y="28"/>
                </a:lnTo>
                <a:moveTo>
                  <a:pt x="597" y="28"/>
                </a:moveTo>
                <a:lnTo>
                  <a:pt x="543" y="28"/>
                </a:lnTo>
                <a:lnTo>
                  <a:pt x="543" y="0"/>
                </a:lnTo>
                <a:lnTo>
                  <a:pt x="597" y="0"/>
                </a:lnTo>
                <a:lnTo>
                  <a:pt x="597" y="28"/>
                </a:lnTo>
                <a:moveTo>
                  <a:pt x="489" y="28"/>
                </a:moveTo>
                <a:lnTo>
                  <a:pt x="434" y="28"/>
                </a:lnTo>
                <a:lnTo>
                  <a:pt x="434" y="0"/>
                </a:lnTo>
                <a:lnTo>
                  <a:pt x="489" y="0"/>
                </a:lnTo>
                <a:lnTo>
                  <a:pt x="489" y="28"/>
                </a:lnTo>
                <a:moveTo>
                  <a:pt x="380" y="28"/>
                </a:moveTo>
                <a:lnTo>
                  <a:pt x="326" y="28"/>
                </a:lnTo>
                <a:lnTo>
                  <a:pt x="326" y="0"/>
                </a:lnTo>
                <a:lnTo>
                  <a:pt x="380" y="0"/>
                </a:lnTo>
                <a:lnTo>
                  <a:pt x="380" y="28"/>
                </a:lnTo>
                <a:moveTo>
                  <a:pt x="271" y="28"/>
                </a:moveTo>
                <a:lnTo>
                  <a:pt x="217" y="28"/>
                </a:lnTo>
                <a:lnTo>
                  <a:pt x="217" y="0"/>
                </a:lnTo>
                <a:lnTo>
                  <a:pt x="271" y="0"/>
                </a:lnTo>
                <a:lnTo>
                  <a:pt x="271" y="28"/>
                </a:lnTo>
                <a:moveTo>
                  <a:pt x="163" y="28"/>
                </a:moveTo>
                <a:lnTo>
                  <a:pt x="108" y="28"/>
                </a:lnTo>
                <a:lnTo>
                  <a:pt x="108" y="0"/>
                </a:lnTo>
                <a:lnTo>
                  <a:pt x="163" y="0"/>
                </a:lnTo>
                <a:lnTo>
                  <a:pt x="163" y="28"/>
                </a:lnTo>
                <a:moveTo>
                  <a:pt x="54" y="28"/>
                </a:moveTo>
                <a:lnTo>
                  <a:pt x="0" y="28"/>
                </a:lnTo>
                <a:lnTo>
                  <a:pt x="0" y="0"/>
                </a:lnTo>
                <a:lnTo>
                  <a:pt x="54" y="0"/>
                </a:lnTo>
                <a:lnTo>
                  <a:pt x="54" y="2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4566240" y="5504400"/>
            <a:ext cx="65520" cy="62640"/>
          </a:xfrm>
          <a:custGeom>
            <a:avLst/>
            <a:gdLst/>
            <a:ahLst/>
            <a:rect l="0" t="0" r="r" b="b"/>
            <a:pathLst>
              <a:path w="182" h="174">
                <a:moveTo>
                  <a:pt x="182" y="174"/>
                </a:moveTo>
                <a:lnTo>
                  <a:pt x="0" y="90"/>
                </a:lnTo>
                <a:lnTo>
                  <a:pt x="182" y="0"/>
                </a:lnTo>
                <a:lnTo>
                  <a:pt x="182" y="174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7898760" y="5458680"/>
            <a:ext cx="156960" cy="156960"/>
          </a:xfrm>
          <a:custGeom>
            <a:avLst/>
            <a:gdLst/>
            <a:ahLst/>
            <a:rect l="0" t="0" r="r" b="b"/>
            <a:pathLst>
              <a:path w="436" h="436">
                <a:moveTo>
                  <a:pt x="436" y="217"/>
                </a:moveTo>
                <a:cubicBezTo>
                  <a:pt x="436" y="232"/>
                  <a:pt x="434" y="247"/>
                  <a:pt x="432" y="261"/>
                </a:cubicBezTo>
                <a:cubicBezTo>
                  <a:pt x="429" y="275"/>
                  <a:pt x="425" y="288"/>
                  <a:pt x="419" y="302"/>
                </a:cubicBezTo>
                <a:cubicBezTo>
                  <a:pt x="414" y="315"/>
                  <a:pt x="406" y="327"/>
                  <a:pt x="398" y="339"/>
                </a:cubicBezTo>
                <a:cubicBezTo>
                  <a:pt x="390" y="351"/>
                  <a:pt x="381" y="362"/>
                  <a:pt x="371" y="372"/>
                </a:cubicBezTo>
                <a:cubicBezTo>
                  <a:pt x="361" y="382"/>
                  <a:pt x="350" y="391"/>
                  <a:pt x="338" y="399"/>
                </a:cubicBezTo>
                <a:cubicBezTo>
                  <a:pt x="326" y="407"/>
                  <a:pt x="314" y="414"/>
                  <a:pt x="301" y="419"/>
                </a:cubicBezTo>
                <a:cubicBezTo>
                  <a:pt x="287" y="425"/>
                  <a:pt x="274" y="429"/>
                  <a:pt x="260" y="432"/>
                </a:cubicBezTo>
                <a:cubicBezTo>
                  <a:pt x="246" y="434"/>
                  <a:pt x="232" y="436"/>
                  <a:pt x="217" y="436"/>
                </a:cubicBezTo>
                <a:cubicBezTo>
                  <a:pt x="203" y="436"/>
                  <a:pt x="189" y="434"/>
                  <a:pt x="175" y="432"/>
                </a:cubicBezTo>
                <a:cubicBezTo>
                  <a:pt x="161" y="429"/>
                  <a:pt x="147" y="425"/>
                  <a:pt x="134" y="419"/>
                </a:cubicBezTo>
                <a:cubicBezTo>
                  <a:pt x="121" y="414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4" y="362"/>
                  <a:pt x="45" y="351"/>
                  <a:pt x="37" y="339"/>
                </a:cubicBezTo>
                <a:cubicBezTo>
                  <a:pt x="29" y="327"/>
                  <a:pt x="22" y="315"/>
                  <a:pt x="17" y="302"/>
                </a:cubicBezTo>
                <a:cubicBezTo>
                  <a:pt x="11" y="288"/>
                  <a:pt x="7" y="275"/>
                  <a:pt x="4" y="261"/>
                </a:cubicBezTo>
                <a:cubicBezTo>
                  <a:pt x="1" y="247"/>
                  <a:pt x="0" y="232"/>
                  <a:pt x="0" y="217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7"/>
                  <a:pt x="17" y="134"/>
                </a:cubicBezTo>
                <a:cubicBezTo>
                  <a:pt x="22" y="121"/>
                  <a:pt x="29" y="109"/>
                  <a:pt x="37" y="97"/>
                </a:cubicBezTo>
                <a:cubicBezTo>
                  <a:pt x="45" y="85"/>
                  <a:pt x="54" y="74"/>
                  <a:pt x="64" y="64"/>
                </a:cubicBezTo>
                <a:cubicBezTo>
                  <a:pt x="74" y="54"/>
                  <a:pt x="85" y="45"/>
                  <a:pt x="97" y="37"/>
                </a:cubicBezTo>
                <a:cubicBezTo>
                  <a:pt x="109" y="29"/>
                  <a:pt x="121" y="22"/>
                  <a:pt x="134" y="17"/>
                </a:cubicBezTo>
                <a:cubicBezTo>
                  <a:pt x="147" y="11"/>
                  <a:pt x="161" y="7"/>
                  <a:pt x="175" y="4"/>
                </a:cubicBezTo>
                <a:cubicBezTo>
                  <a:pt x="189" y="1"/>
                  <a:pt x="203" y="0"/>
                  <a:pt x="217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4" y="7"/>
                  <a:pt x="287" y="11"/>
                  <a:pt x="301" y="17"/>
                </a:cubicBezTo>
                <a:cubicBezTo>
                  <a:pt x="314" y="22"/>
                  <a:pt x="326" y="29"/>
                  <a:pt x="338" y="37"/>
                </a:cubicBezTo>
                <a:cubicBezTo>
                  <a:pt x="350" y="45"/>
                  <a:pt x="361" y="54"/>
                  <a:pt x="371" y="64"/>
                </a:cubicBezTo>
                <a:cubicBezTo>
                  <a:pt x="381" y="74"/>
                  <a:pt x="390" y="85"/>
                  <a:pt x="398" y="97"/>
                </a:cubicBezTo>
                <a:cubicBezTo>
                  <a:pt x="406" y="109"/>
                  <a:pt x="414" y="121"/>
                  <a:pt x="419" y="134"/>
                </a:cubicBezTo>
                <a:cubicBezTo>
                  <a:pt x="425" y="147"/>
                  <a:pt x="429" y="161"/>
                  <a:pt x="432" y="175"/>
                </a:cubicBezTo>
                <a:cubicBezTo>
                  <a:pt x="434" y="189"/>
                  <a:pt x="436" y="203"/>
                  <a:pt x="436" y="217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5123160" y="5381640"/>
            <a:ext cx="229032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Command(resume={"action":"override", ...fields})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7955280" y="550296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4579920" y="6621120"/>
            <a:ext cx="2125800" cy="10080"/>
          </a:xfrm>
          <a:custGeom>
            <a:avLst/>
            <a:gdLst/>
            <a:ahLst/>
            <a:rect l="0" t="0" r="r" b="b"/>
            <a:pathLst>
              <a:path w="5905" h="28">
                <a:moveTo>
                  <a:pt x="5905" y="28"/>
                </a:moveTo>
                <a:lnTo>
                  <a:pt x="5851" y="28"/>
                </a:lnTo>
                <a:lnTo>
                  <a:pt x="5851" y="0"/>
                </a:lnTo>
                <a:lnTo>
                  <a:pt x="5905" y="0"/>
                </a:lnTo>
                <a:lnTo>
                  <a:pt x="5905" y="28"/>
                </a:lnTo>
                <a:moveTo>
                  <a:pt x="5797" y="28"/>
                </a:moveTo>
                <a:lnTo>
                  <a:pt x="5742" y="28"/>
                </a:lnTo>
                <a:lnTo>
                  <a:pt x="5742" y="0"/>
                </a:lnTo>
                <a:lnTo>
                  <a:pt x="5797" y="0"/>
                </a:lnTo>
                <a:lnTo>
                  <a:pt x="5797" y="28"/>
                </a:lnTo>
                <a:moveTo>
                  <a:pt x="5688" y="28"/>
                </a:moveTo>
                <a:lnTo>
                  <a:pt x="5634" y="28"/>
                </a:lnTo>
                <a:lnTo>
                  <a:pt x="5634" y="0"/>
                </a:lnTo>
                <a:lnTo>
                  <a:pt x="5688" y="0"/>
                </a:lnTo>
                <a:lnTo>
                  <a:pt x="5688" y="28"/>
                </a:lnTo>
                <a:moveTo>
                  <a:pt x="5579" y="28"/>
                </a:moveTo>
                <a:lnTo>
                  <a:pt x="5525" y="28"/>
                </a:lnTo>
                <a:lnTo>
                  <a:pt x="5525" y="0"/>
                </a:lnTo>
                <a:lnTo>
                  <a:pt x="5579" y="0"/>
                </a:lnTo>
                <a:lnTo>
                  <a:pt x="5579" y="28"/>
                </a:lnTo>
                <a:moveTo>
                  <a:pt x="5471" y="28"/>
                </a:moveTo>
                <a:lnTo>
                  <a:pt x="5416" y="28"/>
                </a:lnTo>
                <a:lnTo>
                  <a:pt x="5416" y="0"/>
                </a:lnTo>
                <a:lnTo>
                  <a:pt x="5471" y="0"/>
                </a:lnTo>
                <a:lnTo>
                  <a:pt x="5471" y="28"/>
                </a:lnTo>
                <a:moveTo>
                  <a:pt x="5362" y="28"/>
                </a:moveTo>
                <a:lnTo>
                  <a:pt x="5308" y="28"/>
                </a:lnTo>
                <a:lnTo>
                  <a:pt x="5308" y="0"/>
                </a:lnTo>
                <a:lnTo>
                  <a:pt x="5362" y="0"/>
                </a:lnTo>
                <a:lnTo>
                  <a:pt x="5362" y="28"/>
                </a:lnTo>
                <a:moveTo>
                  <a:pt x="5253" y="28"/>
                </a:moveTo>
                <a:lnTo>
                  <a:pt x="5199" y="28"/>
                </a:lnTo>
                <a:lnTo>
                  <a:pt x="5199" y="0"/>
                </a:lnTo>
                <a:lnTo>
                  <a:pt x="5253" y="0"/>
                </a:lnTo>
                <a:lnTo>
                  <a:pt x="5253" y="28"/>
                </a:lnTo>
                <a:moveTo>
                  <a:pt x="5145" y="28"/>
                </a:moveTo>
                <a:lnTo>
                  <a:pt x="5090" y="28"/>
                </a:lnTo>
                <a:lnTo>
                  <a:pt x="5090" y="0"/>
                </a:lnTo>
                <a:lnTo>
                  <a:pt x="5145" y="0"/>
                </a:lnTo>
                <a:lnTo>
                  <a:pt x="5145" y="28"/>
                </a:lnTo>
                <a:moveTo>
                  <a:pt x="5036" y="28"/>
                </a:moveTo>
                <a:lnTo>
                  <a:pt x="4982" y="28"/>
                </a:lnTo>
                <a:lnTo>
                  <a:pt x="4982" y="0"/>
                </a:lnTo>
                <a:lnTo>
                  <a:pt x="5036" y="0"/>
                </a:lnTo>
                <a:lnTo>
                  <a:pt x="5036" y="28"/>
                </a:lnTo>
                <a:moveTo>
                  <a:pt x="4927" y="28"/>
                </a:moveTo>
                <a:lnTo>
                  <a:pt x="4873" y="28"/>
                </a:lnTo>
                <a:lnTo>
                  <a:pt x="4873" y="0"/>
                </a:lnTo>
                <a:lnTo>
                  <a:pt x="4927" y="0"/>
                </a:lnTo>
                <a:lnTo>
                  <a:pt x="4927" y="28"/>
                </a:lnTo>
                <a:moveTo>
                  <a:pt x="4819" y="28"/>
                </a:moveTo>
                <a:lnTo>
                  <a:pt x="4764" y="28"/>
                </a:lnTo>
                <a:lnTo>
                  <a:pt x="4764" y="0"/>
                </a:lnTo>
                <a:lnTo>
                  <a:pt x="4819" y="0"/>
                </a:lnTo>
                <a:lnTo>
                  <a:pt x="4819" y="28"/>
                </a:lnTo>
                <a:moveTo>
                  <a:pt x="4710" y="28"/>
                </a:moveTo>
                <a:lnTo>
                  <a:pt x="4656" y="28"/>
                </a:lnTo>
                <a:lnTo>
                  <a:pt x="4656" y="0"/>
                </a:lnTo>
                <a:lnTo>
                  <a:pt x="4710" y="0"/>
                </a:lnTo>
                <a:lnTo>
                  <a:pt x="4710" y="28"/>
                </a:lnTo>
                <a:moveTo>
                  <a:pt x="4601" y="28"/>
                </a:moveTo>
                <a:lnTo>
                  <a:pt x="4547" y="28"/>
                </a:lnTo>
                <a:lnTo>
                  <a:pt x="4547" y="0"/>
                </a:lnTo>
                <a:lnTo>
                  <a:pt x="4601" y="0"/>
                </a:lnTo>
                <a:lnTo>
                  <a:pt x="4601" y="28"/>
                </a:lnTo>
                <a:moveTo>
                  <a:pt x="4493" y="28"/>
                </a:moveTo>
                <a:lnTo>
                  <a:pt x="4438" y="28"/>
                </a:lnTo>
                <a:lnTo>
                  <a:pt x="4438" y="0"/>
                </a:lnTo>
                <a:lnTo>
                  <a:pt x="4493" y="0"/>
                </a:lnTo>
                <a:lnTo>
                  <a:pt x="4493" y="28"/>
                </a:lnTo>
                <a:moveTo>
                  <a:pt x="4384" y="28"/>
                </a:moveTo>
                <a:lnTo>
                  <a:pt x="4330" y="28"/>
                </a:lnTo>
                <a:lnTo>
                  <a:pt x="4330" y="0"/>
                </a:lnTo>
                <a:lnTo>
                  <a:pt x="4384" y="0"/>
                </a:lnTo>
                <a:lnTo>
                  <a:pt x="4384" y="28"/>
                </a:lnTo>
                <a:moveTo>
                  <a:pt x="4275" y="28"/>
                </a:moveTo>
                <a:lnTo>
                  <a:pt x="4221" y="28"/>
                </a:lnTo>
                <a:lnTo>
                  <a:pt x="4221" y="0"/>
                </a:lnTo>
                <a:lnTo>
                  <a:pt x="4275" y="0"/>
                </a:lnTo>
                <a:lnTo>
                  <a:pt x="4275" y="28"/>
                </a:lnTo>
                <a:moveTo>
                  <a:pt x="4167" y="28"/>
                </a:moveTo>
                <a:lnTo>
                  <a:pt x="4112" y="28"/>
                </a:lnTo>
                <a:lnTo>
                  <a:pt x="4112" y="0"/>
                </a:lnTo>
                <a:lnTo>
                  <a:pt x="4167" y="0"/>
                </a:lnTo>
                <a:lnTo>
                  <a:pt x="4167" y="28"/>
                </a:lnTo>
                <a:moveTo>
                  <a:pt x="4058" y="28"/>
                </a:moveTo>
                <a:lnTo>
                  <a:pt x="4004" y="28"/>
                </a:lnTo>
                <a:lnTo>
                  <a:pt x="4004" y="0"/>
                </a:lnTo>
                <a:lnTo>
                  <a:pt x="4058" y="0"/>
                </a:lnTo>
                <a:lnTo>
                  <a:pt x="4058" y="28"/>
                </a:lnTo>
                <a:moveTo>
                  <a:pt x="3949" y="28"/>
                </a:moveTo>
                <a:lnTo>
                  <a:pt x="3895" y="28"/>
                </a:lnTo>
                <a:lnTo>
                  <a:pt x="3895" y="0"/>
                </a:lnTo>
                <a:lnTo>
                  <a:pt x="3949" y="0"/>
                </a:lnTo>
                <a:lnTo>
                  <a:pt x="3949" y="28"/>
                </a:lnTo>
                <a:moveTo>
                  <a:pt x="3841" y="28"/>
                </a:moveTo>
                <a:lnTo>
                  <a:pt x="3786" y="28"/>
                </a:lnTo>
                <a:lnTo>
                  <a:pt x="3786" y="0"/>
                </a:lnTo>
                <a:lnTo>
                  <a:pt x="3841" y="0"/>
                </a:lnTo>
                <a:lnTo>
                  <a:pt x="3841" y="28"/>
                </a:lnTo>
                <a:moveTo>
                  <a:pt x="3732" y="28"/>
                </a:moveTo>
                <a:lnTo>
                  <a:pt x="3677" y="28"/>
                </a:lnTo>
                <a:lnTo>
                  <a:pt x="3677" y="0"/>
                </a:lnTo>
                <a:lnTo>
                  <a:pt x="3732" y="0"/>
                </a:lnTo>
                <a:lnTo>
                  <a:pt x="3732" y="28"/>
                </a:lnTo>
                <a:moveTo>
                  <a:pt x="3623" y="28"/>
                </a:moveTo>
                <a:lnTo>
                  <a:pt x="3569" y="28"/>
                </a:lnTo>
                <a:lnTo>
                  <a:pt x="3569" y="0"/>
                </a:lnTo>
                <a:lnTo>
                  <a:pt x="3623" y="0"/>
                </a:lnTo>
                <a:lnTo>
                  <a:pt x="3623" y="28"/>
                </a:lnTo>
                <a:moveTo>
                  <a:pt x="3514" y="28"/>
                </a:moveTo>
                <a:lnTo>
                  <a:pt x="3460" y="28"/>
                </a:lnTo>
                <a:lnTo>
                  <a:pt x="3460" y="0"/>
                </a:lnTo>
                <a:lnTo>
                  <a:pt x="3514" y="0"/>
                </a:lnTo>
                <a:lnTo>
                  <a:pt x="3514" y="28"/>
                </a:lnTo>
                <a:moveTo>
                  <a:pt x="3406" y="28"/>
                </a:moveTo>
                <a:lnTo>
                  <a:pt x="3351" y="28"/>
                </a:lnTo>
                <a:lnTo>
                  <a:pt x="3351" y="0"/>
                </a:lnTo>
                <a:lnTo>
                  <a:pt x="3406" y="0"/>
                </a:lnTo>
                <a:lnTo>
                  <a:pt x="3406" y="28"/>
                </a:lnTo>
                <a:moveTo>
                  <a:pt x="3297" y="28"/>
                </a:moveTo>
                <a:lnTo>
                  <a:pt x="3243" y="28"/>
                </a:lnTo>
                <a:lnTo>
                  <a:pt x="3243" y="0"/>
                </a:lnTo>
                <a:lnTo>
                  <a:pt x="3297" y="0"/>
                </a:lnTo>
                <a:lnTo>
                  <a:pt x="3297" y="28"/>
                </a:lnTo>
                <a:moveTo>
                  <a:pt x="3188" y="28"/>
                </a:moveTo>
                <a:lnTo>
                  <a:pt x="3134" y="28"/>
                </a:lnTo>
                <a:lnTo>
                  <a:pt x="3134" y="0"/>
                </a:lnTo>
                <a:lnTo>
                  <a:pt x="3188" y="0"/>
                </a:lnTo>
                <a:lnTo>
                  <a:pt x="3188" y="28"/>
                </a:lnTo>
                <a:moveTo>
                  <a:pt x="3080" y="28"/>
                </a:moveTo>
                <a:lnTo>
                  <a:pt x="3025" y="28"/>
                </a:lnTo>
                <a:lnTo>
                  <a:pt x="3025" y="0"/>
                </a:lnTo>
                <a:lnTo>
                  <a:pt x="3080" y="0"/>
                </a:lnTo>
                <a:lnTo>
                  <a:pt x="3080" y="28"/>
                </a:lnTo>
                <a:moveTo>
                  <a:pt x="2971" y="28"/>
                </a:moveTo>
                <a:lnTo>
                  <a:pt x="2917" y="28"/>
                </a:lnTo>
                <a:lnTo>
                  <a:pt x="2917" y="0"/>
                </a:lnTo>
                <a:lnTo>
                  <a:pt x="2971" y="0"/>
                </a:lnTo>
                <a:lnTo>
                  <a:pt x="2971" y="28"/>
                </a:lnTo>
                <a:moveTo>
                  <a:pt x="2862" y="28"/>
                </a:moveTo>
                <a:lnTo>
                  <a:pt x="2808" y="28"/>
                </a:lnTo>
                <a:lnTo>
                  <a:pt x="2808" y="0"/>
                </a:lnTo>
                <a:lnTo>
                  <a:pt x="2862" y="0"/>
                </a:lnTo>
                <a:lnTo>
                  <a:pt x="2862" y="28"/>
                </a:lnTo>
                <a:moveTo>
                  <a:pt x="2754" y="28"/>
                </a:moveTo>
                <a:lnTo>
                  <a:pt x="2699" y="28"/>
                </a:lnTo>
                <a:lnTo>
                  <a:pt x="2699" y="0"/>
                </a:lnTo>
                <a:lnTo>
                  <a:pt x="2754" y="0"/>
                </a:lnTo>
                <a:lnTo>
                  <a:pt x="2754" y="28"/>
                </a:lnTo>
                <a:moveTo>
                  <a:pt x="2645" y="28"/>
                </a:moveTo>
                <a:lnTo>
                  <a:pt x="2591" y="28"/>
                </a:lnTo>
                <a:lnTo>
                  <a:pt x="2591" y="0"/>
                </a:lnTo>
                <a:lnTo>
                  <a:pt x="2645" y="0"/>
                </a:lnTo>
                <a:lnTo>
                  <a:pt x="2645" y="28"/>
                </a:lnTo>
                <a:moveTo>
                  <a:pt x="2536" y="28"/>
                </a:moveTo>
                <a:lnTo>
                  <a:pt x="2482" y="28"/>
                </a:lnTo>
                <a:lnTo>
                  <a:pt x="2482" y="0"/>
                </a:lnTo>
                <a:lnTo>
                  <a:pt x="2536" y="0"/>
                </a:lnTo>
                <a:lnTo>
                  <a:pt x="2536" y="28"/>
                </a:lnTo>
                <a:moveTo>
                  <a:pt x="2428" y="28"/>
                </a:moveTo>
                <a:lnTo>
                  <a:pt x="2373" y="28"/>
                </a:lnTo>
                <a:lnTo>
                  <a:pt x="2373" y="0"/>
                </a:lnTo>
                <a:lnTo>
                  <a:pt x="2428" y="0"/>
                </a:lnTo>
                <a:lnTo>
                  <a:pt x="2428" y="28"/>
                </a:lnTo>
                <a:moveTo>
                  <a:pt x="2319" y="28"/>
                </a:moveTo>
                <a:lnTo>
                  <a:pt x="2265" y="28"/>
                </a:lnTo>
                <a:lnTo>
                  <a:pt x="2265" y="0"/>
                </a:lnTo>
                <a:lnTo>
                  <a:pt x="2319" y="0"/>
                </a:lnTo>
                <a:lnTo>
                  <a:pt x="2319" y="28"/>
                </a:lnTo>
                <a:moveTo>
                  <a:pt x="2210" y="28"/>
                </a:moveTo>
                <a:lnTo>
                  <a:pt x="2156" y="28"/>
                </a:lnTo>
                <a:lnTo>
                  <a:pt x="2156" y="0"/>
                </a:lnTo>
                <a:lnTo>
                  <a:pt x="2210" y="0"/>
                </a:lnTo>
                <a:lnTo>
                  <a:pt x="2210" y="28"/>
                </a:lnTo>
                <a:moveTo>
                  <a:pt x="2102" y="28"/>
                </a:moveTo>
                <a:lnTo>
                  <a:pt x="2047" y="28"/>
                </a:lnTo>
                <a:lnTo>
                  <a:pt x="2047" y="0"/>
                </a:lnTo>
                <a:lnTo>
                  <a:pt x="2102" y="0"/>
                </a:lnTo>
                <a:lnTo>
                  <a:pt x="2102" y="28"/>
                </a:lnTo>
                <a:moveTo>
                  <a:pt x="1992" y="28"/>
                </a:moveTo>
                <a:lnTo>
                  <a:pt x="1938" y="28"/>
                </a:lnTo>
                <a:lnTo>
                  <a:pt x="1938" y="0"/>
                </a:lnTo>
                <a:lnTo>
                  <a:pt x="1992" y="0"/>
                </a:lnTo>
                <a:lnTo>
                  <a:pt x="1992" y="28"/>
                </a:lnTo>
                <a:moveTo>
                  <a:pt x="1883" y="28"/>
                </a:moveTo>
                <a:lnTo>
                  <a:pt x="1829" y="28"/>
                </a:lnTo>
                <a:lnTo>
                  <a:pt x="1829" y="0"/>
                </a:lnTo>
                <a:lnTo>
                  <a:pt x="1883" y="0"/>
                </a:lnTo>
                <a:lnTo>
                  <a:pt x="1883" y="28"/>
                </a:lnTo>
                <a:moveTo>
                  <a:pt x="1775" y="28"/>
                </a:moveTo>
                <a:lnTo>
                  <a:pt x="1720" y="28"/>
                </a:lnTo>
                <a:lnTo>
                  <a:pt x="1720" y="0"/>
                </a:lnTo>
                <a:lnTo>
                  <a:pt x="1775" y="0"/>
                </a:lnTo>
                <a:lnTo>
                  <a:pt x="1775" y="28"/>
                </a:lnTo>
                <a:moveTo>
                  <a:pt x="1666" y="28"/>
                </a:moveTo>
                <a:lnTo>
                  <a:pt x="1612" y="28"/>
                </a:lnTo>
                <a:lnTo>
                  <a:pt x="1612" y="0"/>
                </a:lnTo>
                <a:lnTo>
                  <a:pt x="1666" y="0"/>
                </a:lnTo>
                <a:lnTo>
                  <a:pt x="1666" y="28"/>
                </a:lnTo>
                <a:moveTo>
                  <a:pt x="1557" y="28"/>
                </a:moveTo>
                <a:lnTo>
                  <a:pt x="1503" y="28"/>
                </a:lnTo>
                <a:lnTo>
                  <a:pt x="1503" y="0"/>
                </a:lnTo>
                <a:lnTo>
                  <a:pt x="1557" y="0"/>
                </a:lnTo>
                <a:lnTo>
                  <a:pt x="1557" y="28"/>
                </a:lnTo>
                <a:moveTo>
                  <a:pt x="1449" y="28"/>
                </a:moveTo>
                <a:lnTo>
                  <a:pt x="1394" y="28"/>
                </a:lnTo>
                <a:lnTo>
                  <a:pt x="1394" y="0"/>
                </a:lnTo>
                <a:lnTo>
                  <a:pt x="1449" y="0"/>
                </a:lnTo>
                <a:lnTo>
                  <a:pt x="1449" y="28"/>
                </a:lnTo>
                <a:moveTo>
                  <a:pt x="1340" y="28"/>
                </a:moveTo>
                <a:lnTo>
                  <a:pt x="1286" y="28"/>
                </a:lnTo>
                <a:lnTo>
                  <a:pt x="1286" y="0"/>
                </a:lnTo>
                <a:lnTo>
                  <a:pt x="1340" y="0"/>
                </a:lnTo>
                <a:lnTo>
                  <a:pt x="1340" y="28"/>
                </a:lnTo>
                <a:moveTo>
                  <a:pt x="1231" y="28"/>
                </a:moveTo>
                <a:lnTo>
                  <a:pt x="1177" y="28"/>
                </a:lnTo>
                <a:lnTo>
                  <a:pt x="1177" y="0"/>
                </a:lnTo>
                <a:lnTo>
                  <a:pt x="1231" y="0"/>
                </a:lnTo>
                <a:lnTo>
                  <a:pt x="1231" y="28"/>
                </a:lnTo>
                <a:moveTo>
                  <a:pt x="1123" y="28"/>
                </a:moveTo>
                <a:lnTo>
                  <a:pt x="1068" y="28"/>
                </a:lnTo>
                <a:lnTo>
                  <a:pt x="1068" y="0"/>
                </a:lnTo>
                <a:lnTo>
                  <a:pt x="1123" y="0"/>
                </a:lnTo>
                <a:lnTo>
                  <a:pt x="1123" y="28"/>
                </a:lnTo>
                <a:moveTo>
                  <a:pt x="1014" y="28"/>
                </a:moveTo>
                <a:lnTo>
                  <a:pt x="960" y="28"/>
                </a:lnTo>
                <a:lnTo>
                  <a:pt x="960" y="0"/>
                </a:lnTo>
                <a:lnTo>
                  <a:pt x="1014" y="0"/>
                </a:lnTo>
                <a:lnTo>
                  <a:pt x="1014" y="28"/>
                </a:lnTo>
                <a:moveTo>
                  <a:pt x="905" y="28"/>
                </a:moveTo>
                <a:lnTo>
                  <a:pt x="851" y="28"/>
                </a:lnTo>
                <a:lnTo>
                  <a:pt x="851" y="0"/>
                </a:lnTo>
                <a:lnTo>
                  <a:pt x="905" y="0"/>
                </a:lnTo>
                <a:lnTo>
                  <a:pt x="905" y="28"/>
                </a:lnTo>
                <a:moveTo>
                  <a:pt x="797" y="28"/>
                </a:moveTo>
                <a:lnTo>
                  <a:pt x="742" y="28"/>
                </a:lnTo>
                <a:lnTo>
                  <a:pt x="742" y="0"/>
                </a:lnTo>
                <a:lnTo>
                  <a:pt x="797" y="0"/>
                </a:lnTo>
                <a:lnTo>
                  <a:pt x="797" y="28"/>
                </a:lnTo>
                <a:moveTo>
                  <a:pt x="688" y="28"/>
                </a:moveTo>
                <a:lnTo>
                  <a:pt x="634" y="28"/>
                </a:lnTo>
                <a:lnTo>
                  <a:pt x="634" y="0"/>
                </a:lnTo>
                <a:lnTo>
                  <a:pt x="688" y="0"/>
                </a:lnTo>
                <a:lnTo>
                  <a:pt x="688" y="28"/>
                </a:lnTo>
                <a:moveTo>
                  <a:pt x="579" y="28"/>
                </a:moveTo>
                <a:lnTo>
                  <a:pt x="525" y="28"/>
                </a:lnTo>
                <a:lnTo>
                  <a:pt x="525" y="0"/>
                </a:lnTo>
                <a:lnTo>
                  <a:pt x="579" y="0"/>
                </a:lnTo>
                <a:lnTo>
                  <a:pt x="579" y="28"/>
                </a:lnTo>
                <a:moveTo>
                  <a:pt x="470" y="28"/>
                </a:moveTo>
                <a:lnTo>
                  <a:pt x="416" y="28"/>
                </a:lnTo>
                <a:lnTo>
                  <a:pt x="416" y="0"/>
                </a:lnTo>
                <a:lnTo>
                  <a:pt x="470" y="0"/>
                </a:lnTo>
                <a:lnTo>
                  <a:pt x="470" y="28"/>
                </a:lnTo>
                <a:moveTo>
                  <a:pt x="362" y="28"/>
                </a:moveTo>
                <a:lnTo>
                  <a:pt x="307" y="28"/>
                </a:lnTo>
                <a:lnTo>
                  <a:pt x="307" y="0"/>
                </a:lnTo>
                <a:lnTo>
                  <a:pt x="362" y="0"/>
                </a:lnTo>
                <a:lnTo>
                  <a:pt x="362" y="28"/>
                </a:lnTo>
                <a:moveTo>
                  <a:pt x="253" y="28"/>
                </a:moveTo>
                <a:lnTo>
                  <a:pt x="199" y="28"/>
                </a:lnTo>
                <a:lnTo>
                  <a:pt x="199" y="0"/>
                </a:lnTo>
                <a:lnTo>
                  <a:pt x="253" y="0"/>
                </a:lnTo>
                <a:lnTo>
                  <a:pt x="253" y="28"/>
                </a:lnTo>
                <a:moveTo>
                  <a:pt x="144" y="28"/>
                </a:moveTo>
                <a:lnTo>
                  <a:pt x="90" y="28"/>
                </a:lnTo>
                <a:lnTo>
                  <a:pt x="90" y="0"/>
                </a:lnTo>
                <a:lnTo>
                  <a:pt x="144" y="0"/>
                </a:lnTo>
                <a:lnTo>
                  <a:pt x="144" y="28"/>
                </a:lnTo>
                <a:moveTo>
                  <a:pt x="36" y="28"/>
                </a:moveTo>
                <a:lnTo>
                  <a:pt x="0" y="28"/>
                </a:lnTo>
                <a:lnTo>
                  <a:pt x="0" y="0"/>
                </a:lnTo>
                <a:lnTo>
                  <a:pt x="36" y="0"/>
                </a:lnTo>
                <a:lnTo>
                  <a:pt x="36" y="2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4566240" y="6593400"/>
            <a:ext cx="65520" cy="62640"/>
          </a:xfrm>
          <a:custGeom>
            <a:avLst/>
            <a:gdLst/>
            <a:ahLst/>
            <a:rect l="0" t="0" r="r" b="b"/>
            <a:pathLst>
              <a:path w="182" h="174">
                <a:moveTo>
                  <a:pt x="182" y="174"/>
                </a:moveTo>
                <a:lnTo>
                  <a:pt x="0" y="91"/>
                </a:lnTo>
                <a:lnTo>
                  <a:pt x="182" y="0"/>
                </a:lnTo>
                <a:lnTo>
                  <a:pt x="182" y="174"/>
                </a:lnTo>
                <a:close/>
              </a:path>
            </a:pathLst>
          </a:custGeom>
          <a:solidFill>
            <a:srgbClr val="333333"/>
          </a:solidFill>
          <a:ln w="6480">
            <a:solidFill>
              <a:srgbClr val="333333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6594480" y="6547680"/>
            <a:ext cx="156960" cy="156960"/>
          </a:xfrm>
          <a:custGeom>
            <a:avLst/>
            <a:gdLst/>
            <a:ahLst/>
            <a:rect l="0" t="0" r="r" b="b"/>
            <a:pathLst>
              <a:path w="436" h="436">
                <a:moveTo>
                  <a:pt x="436" y="217"/>
                </a:moveTo>
                <a:cubicBezTo>
                  <a:pt x="436" y="231"/>
                  <a:pt x="435" y="246"/>
                  <a:pt x="432" y="261"/>
                </a:cubicBezTo>
                <a:cubicBezTo>
                  <a:pt x="429" y="275"/>
                  <a:pt x="425" y="288"/>
                  <a:pt x="420" y="301"/>
                </a:cubicBezTo>
                <a:cubicBezTo>
                  <a:pt x="414" y="315"/>
                  <a:pt x="407" y="327"/>
                  <a:pt x="400" y="339"/>
                </a:cubicBezTo>
                <a:cubicBezTo>
                  <a:pt x="392" y="351"/>
                  <a:pt x="383" y="362"/>
                  <a:pt x="373" y="372"/>
                </a:cubicBezTo>
                <a:cubicBezTo>
                  <a:pt x="362" y="382"/>
                  <a:pt x="351" y="391"/>
                  <a:pt x="340" y="399"/>
                </a:cubicBezTo>
                <a:cubicBezTo>
                  <a:pt x="328" y="407"/>
                  <a:pt x="315" y="414"/>
                  <a:pt x="302" y="419"/>
                </a:cubicBezTo>
                <a:cubicBezTo>
                  <a:pt x="289" y="424"/>
                  <a:pt x="275" y="429"/>
                  <a:pt x="261" y="431"/>
                </a:cubicBezTo>
                <a:cubicBezTo>
                  <a:pt x="247" y="434"/>
                  <a:pt x="233" y="436"/>
                  <a:pt x="219" y="436"/>
                </a:cubicBezTo>
                <a:cubicBezTo>
                  <a:pt x="205" y="436"/>
                  <a:pt x="190" y="434"/>
                  <a:pt x="176" y="431"/>
                </a:cubicBezTo>
                <a:cubicBezTo>
                  <a:pt x="162" y="429"/>
                  <a:pt x="149" y="424"/>
                  <a:pt x="136" y="419"/>
                </a:cubicBezTo>
                <a:cubicBezTo>
                  <a:pt x="121" y="414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4" y="362"/>
                  <a:pt x="45" y="351"/>
                  <a:pt x="37" y="339"/>
                </a:cubicBezTo>
                <a:cubicBezTo>
                  <a:pt x="29" y="327"/>
                  <a:pt x="22" y="315"/>
                  <a:pt x="17" y="301"/>
                </a:cubicBezTo>
                <a:cubicBezTo>
                  <a:pt x="12" y="288"/>
                  <a:pt x="7" y="275"/>
                  <a:pt x="5" y="261"/>
                </a:cubicBezTo>
                <a:cubicBezTo>
                  <a:pt x="2" y="246"/>
                  <a:pt x="0" y="231"/>
                  <a:pt x="0" y="217"/>
                </a:cubicBezTo>
                <a:cubicBezTo>
                  <a:pt x="0" y="203"/>
                  <a:pt x="2" y="189"/>
                  <a:pt x="5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2" y="121"/>
                  <a:pt x="29" y="108"/>
                  <a:pt x="37" y="96"/>
                </a:cubicBezTo>
                <a:cubicBezTo>
                  <a:pt x="45" y="85"/>
                  <a:pt x="54" y="74"/>
                  <a:pt x="64" y="64"/>
                </a:cubicBezTo>
                <a:cubicBezTo>
                  <a:pt x="74" y="53"/>
                  <a:pt x="85" y="44"/>
                  <a:pt x="97" y="37"/>
                </a:cubicBezTo>
                <a:cubicBezTo>
                  <a:pt x="109" y="29"/>
                  <a:pt x="121" y="22"/>
                  <a:pt x="136" y="16"/>
                </a:cubicBezTo>
                <a:cubicBezTo>
                  <a:pt x="149" y="11"/>
                  <a:pt x="162" y="7"/>
                  <a:pt x="176" y="4"/>
                </a:cubicBezTo>
                <a:cubicBezTo>
                  <a:pt x="190" y="1"/>
                  <a:pt x="205" y="0"/>
                  <a:pt x="219" y="0"/>
                </a:cubicBezTo>
                <a:cubicBezTo>
                  <a:pt x="233" y="0"/>
                  <a:pt x="247" y="1"/>
                  <a:pt x="261" y="4"/>
                </a:cubicBezTo>
                <a:cubicBezTo>
                  <a:pt x="275" y="7"/>
                  <a:pt x="289" y="11"/>
                  <a:pt x="302" y="16"/>
                </a:cubicBezTo>
                <a:cubicBezTo>
                  <a:pt x="315" y="22"/>
                  <a:pt x="328" y="29"/>
                  <a:pt x="340" y="37"/>
                </a:cubicBezTo>
                <a:cubicBezTo>
                  <a:pt x="351" y="44"/>
                  <a:pt x="362" y="53"/>
                  <a:pt x="373" y="64"/>
                </a:cubicBezTo>
                <a:cubicBezTo>
                  <a:pt x="383" y="74"/>
                  <a:pt x="392" y="85"/>
                  <a:pt x="400" y="96"/>
                </a:cubicBezTo>
                <a:cubicBezTo>
                  <a:pt x="407" y="108"/>
                  <a:pt x="414" y="121"/>
                  <a:pt x="420" y="134"/>
                </a:cubicBezTo>
                <a:cubicBezTo>
                  <a:pt x="425" y="147"/>
                  <a:pt x="429" y="161"/>
                  <a:pt x="432" y="175"/>
                </a:cubicBezTo>
                <a:cubicBezTo>
                  <a:pt x="435" y="189"/>
                  <a:pt x="436" y="203"/>
                  <a:pt x="436" y="217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745520" y="6470640"/>
            <a:ext cx="1744200" cy="12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2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False, ["auto_resolve:no_flags_fired"]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651000" y="6591960"/>
            <a:ext cx="77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1182168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8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4787640" y="546480"/>
            <a:ext cx="323100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8 · RAG strategy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1218960" y="2057040"/>
            <a:ext cx="2858040" cy="305280"/>
          </a:xfrm>
          <a:custGeom>
            <a:avLst/>
            <a:gdLst/>
            <a:ahLst/>
            <a:rect l="0" t="0" r="r" b="b"/>
            <a:pathLst>
              <a:path w="7939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7833" y="0"/>
                </a:lnTo>
                <a:cubicBezTo>
                  <a:pt x="7847" y="0"/>
                  <a:pt x="7860" y="3"/>
                  <a:pt x="7873" y="9"/>
                </a:cubicBezTo>
                <a:cubicBezTo>
                  <a:pt x="7886" y="14"/>
                  <a:pt x="7898" y="22"/>
                  <a:pt x="7908" y="31"/>
                </a:cubicBezTo>
                <a:cubicBezTo>
                  <a:pt x="7918" y="41"/>
                  <a:pt x="7925" y="53"/>
                  <a:pt x="7931" y="66"/>
                </a:cubicBezTo>
                <a:cubicBezTo>
                  <a:pt x="7936" y="79"/>
                  <a:pt x="7939" y="92"/>
                  <a:pt x="7939" y="106"/>
                </a:cubicBezTo>
                <a:lnTo>
                  <a:pt x="7939" y="742"/>
                </a:lnTo>
                <a:cubicBezTo>
                  <a:pt x="7939" y="756"/>
                  <a:pt x="7936" y="770"/>
                  <a:pt x="7931" y="783"/>
                </a:cubicBezTo>
                <a:cubicBezTo>
                  <a:pt x="7925" y="796"/>
                  <a:pt x="7918" y="807"/>
                  <a:pt x="7908" y="817"/>
                </a:cubicBezTo>
                <a:cubicBezTo>
                  <a:pt x="7898" y="827"/>
                  <a:pt x="7886" y="835"/>
                  <a:pt x="7873" y="840"/>
                </a:cubicBezTo>
                <a:cubicBezTo>
                  <a:pt x="7860" y="845"/>
                  <a:pt x="7847" y="848"/>
                  <a:pt x="7833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016280" y="1649880"/>
            <a:ext cx="45698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What's embedded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10K tickets from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272240" y="2092680"/>
            <a:ext cx="2744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historical_records.json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637920" y="2342880"/>
            <a:ext cx="5315400" cy="600480"/>
          </a:xfrm>
          <a:custGeom>
            <a:avLst/>
            <a:gdLst/>
            <a:ahLst/>
            <a:rect l="0" t="0" r="r" b="b"/>
            <a:pathLst>
              <a:path w="14765" h="1668">
                <a:moveTo>
                  <a:pt x="0" y="156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4659" y="0"/>
                </a:lnTo>
                <a:cubicBezTo>
                  <a:pt x="14673" y="0"/>
                  <a:pt x="14687" y="3"/>
                  <a:pt x="14700" y="8"/>
                </a:cubicBezTo>
                <a:cubicBezTo>
                  <a:pt x="14713" y="14"/>
                  <a:pt x="14724" y="21"/>
                  <a:pt x="14734" y="31"/>
                </a:cubicBezTo>
                <a:cubicBezTo>
                  <a:pt x="14744" y="41"/>
                  <a:pt x="14752" y="53"/>
                  <a:pt x="14757" y="66"/>
                </a:cubicBezTo>
                <a:cubicBezTo>
                  <a:pt x="14762" y="79"/>
                  <a:pt x="14765" y="92"/>
                  <a:pt x="14765" y="106"/>
                </a:cubicBezTo>
                <a:lnTo>
                  <a:pt x="14765" y="1562"/>
                </a:lnTo>
                <a:cubicBezTo>
                  <a:pt x="14765" y="1576"/>
                  <a:pt x="14762" y="1590"/>
                  <a:pt x="14757" y="1603"/>
                </a:cubicBezTo>
                <a:cubicBezTo>
                  <a:pt x="14752" y="1616"/>
                  <a:pt x="14744" y="1627"/>
                  <a:pt x="14734" y="1637"/>
                </a:cubicBezTo>
                <a:cubicBezTo>
                  <a:pt x="14724" y="1647"/>
                  <a:pt x="14713" y="1655"/>
                  <a:pt x="14700" y="1660"/>
                </a:cubicBezTo>
                <a:cubicBezTo>
                  <a:pt x="14687" y="1665"/>
                  <a:pt x="14673" y="1668"/>
                  <a:pt x="14659" y="1668"/>
                </a:cubicBezTo>
                <a:lnTo>
                  <a:pt x="106" y="1668"/>
                </a:lnTo>
                <a:cubicBezTo>
                  <a:pt x="92" y="1668"/>
                  <a:pt x="79" y="1665"/>
                  <a:pt x="66" y="1660"/>
                </a:cubicBezTo>
                <a:cubicBezTo>
                  <a:pt x="53" y="1655"/>
                  <a:pt x="41" y="1647"/>
                  <a:pt x="31" y="1637"/>
                </a:cubicBezTo>
                <a:cubicBezTo>
                  <a:pt x="21" y="1627"/>
                  <a:pt x="14" y="1616"/>
                  <a:pt x="8" y="1603"/>
                </a:cubicBezTo>
                <a:cubicBezTo>
                  <a:pt x="3" y="1590"/>
                  <a:pt x="0" y="1576"/>
                  <a:pt x="0" y="156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4102560" y="2011680"/>
            <a:ext cx="12430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Per ticket: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969480" y="2378520"/>
            <a:ext cx="4652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CALLER TRANSCRIPT → INTAKE → DISPATCH →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699280" y="2673720"/>
            <a:ext cx="1193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RESOLUTION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1000080" y="3533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3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3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774080" y="2945160"/>
            <a:ext cx="2872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Empty sections dropped.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2114280" y="3428640"/>
            <a:ext cx="2734200" cy="305280"/>
          </a:xfrm>
          <a:custGeom>
            <a:avLst/>
            <a:gdLst/>
            <a:ahLst/>
            <a:rect l="0" t="0" r="r" b="b"/>
            <a:pathLst>
              <a:path w="7595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lnTo>
                  <a:pt x="7489" y="0"/>
                </a:lnTo>
                <a:cubicBezTo>
                  <a:pt x="7503" y="0"/>
                  <a:pt x="7516" y="3"/>
                  <a:pt x="7529" y="9"/>
                </a:cubicBezTo>
                <a:cubicBezTo>
                  <a:pt x="7542" y="14"/>
                  <a:pt x="7554" y="22"/>
                  <a:pt x="7564" y="31"/>
                </a:cubicBezTo>
                <a:cubicBezTo>
                  <a:pt x="7574" y="41"/>
                  <a:pt x="7581" y="53"/>
                  <a:pt x="7587" y="66"/>
                </a:cubicBezTo>
                <a:cubicBezTo>
                  <a:pt x="7592" y="79"/>
                  <a:pt x="7595" y="92"/>
                  <a:pt x="7595" y="106"/>
                </a:cubicBezTo>
                <a:lnTo>
                  <a:pt x="7595" y="742"/>
                </a:lnTo>
                <a:cubicBezTo>
                  <a:pt x="7595" y="756"/>
                  <a:pt x="7592" y="770"/>
                  <a:pt x="7587" y="783"/>
                </a:cubicBezTo>
                <a:cubicBezTo>
                  <a:pt x="7581" y="796"/>
                  <a:pt x="7574" y="807"/>
                  <a:pt x="7564" y="817"/>
                </a:cubicBezTo>
                <a:cubicBezTo>
                  <a:pt x="7554" y="827"/>
                  <a:pt x="7542" y="835"/>
                  <a:pt x="7529" y="840"/>
                </a:cubicBezTo>
                <a:cubicBezTo>
                  <a:pt x="7516" y="845"/>
                  <a:pt x="7503" y="848"/>
                  <a:pt x="7489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219320" y="3383280"/>
            <a:ext cx="8154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Model: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1000080" y="39621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2169000" y="3464280"/>
            <a:ext cx="2624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text-embedding-3-small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3247920" y="3857400"/>
            <a:ext cx="1067040" cy="305280"/>
          </a:xfrm>
          <a:custGeom>
            <a:avLst/>
            <a:gdLst/>
            <a:ahLst/>
            <a:rect l="0" t="0" r="r" b="b"/>
            <a:pathLst>
              <a:path w="296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858" y="0"/>
                </a:lnTo>
                <a:cubicBezTo>
                  <a:pt x="2872" y="0"/>
                  <a:pt x="2886" y="3"/>
                  <a:pt x="2899" y="8"/>
                </a:cubicBezTo>
                <a:cubicBezTo>
                  <a:pt x="2912" y="14"/>
                  <a:pt x="2923" y="21"/>
                  <a:pt x="2933" y="31"/>
                </a:cubicBezTo>
                <a:cubicBezTo>
                  <a:pt x="2943" y="41"/>
                  <a:pt x="2951" y="52"/>
                  <a:pt x="2956" y="65"/>
                </a:cubicBezTo>
                <a:cubicBezTo>
                  <a:pt x="2961" y="78"/>
                  <a:pt x="2964" y="92"/>
                  <a:pt x="2964" y="106"/>
                </a:cubicBezTo>
                <a:lnTo>
                  <a:pt x="2964" y="742"/>
                </a:lnTo>
                <a:cubicBezTo>
                  <a:pt x="2964" y="756"/>
                  <a:pt x="2961" y="769"/>
                  <a:pt x="2956" y="782"/>
                </a:cubicBezTo>
                <a:cubicBezTo>
                  <a:pt x="2951" y="795"/>
                  <a:pt x="2943" y="807"/>
                  <a:pt x="2933" y="817"/>
                </a:cubicBezTo>
                <a:cubicBezTo>
                  <a:pt x="2923" y="827"/>
                  <a:pt x="2912" y="834"/>
                  <a:pt x="2899" y="840"/>
                </a:cubicBezTo>
                <a:cubicBezTo>
                  <a:pt x="2886" y="845"/>
                  <a:pt x="2872" y="848"/>
                  <a:pt x="2858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1219320" y="3812040"/>
            <a:ext cx="1878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Store: persistent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3308040" y="3892680"/>
            <a:ext cx="955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chromadb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1247760" y="4219560"/>
            <a:ext cx="2857680" cy="304920"/>
          </a:xfrm>
          <a:custGeom>
            <a:avLst/>
            <a:gdLst/>
            <a:ahLst/>
            <a:rect l="0" t="0" r="r" b="b"/>
            <a:pathLst>
              <a:path w="7938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7832" y="0"/>
                </a:lnTo>
                <a:cubicBezTo>
                  <a:pt x="7846" y="0"/>
                  <a:pt x="7860" y="2"/>
                  <a:pt x="7873" y="8"/>
                </a:cubicBezTo>
                <a:cubicBezTo>
                  <a:pt x="7886" y="13"/>
                  <a:pt x="7897" y="21"/>
                  <a:pt x="7907" y="31"/>
                </a:cubicBezTo>
                <a:cubicBezTo>
                  <a:pt x="7917" y="40"/>
                  <a:pt x="7925" y="52"/>
                  <a:pt x="7930" y="65"/>
                </a:cubicBezTo>
                <a:cubicBezTo>
                  <a:pt x="7935" y="78"/>
                  <a:pt x="7938" y="91"/>
                  <a:pt x="7938" y="105"/>
                </a:cubicBezTo>
                <a:lnTo>
                  <a:pt x="7938" y="741"/>
                </a:lnTo>
                <a:cubicBezTo>
                  <a:pt x="7938" y="755"/>
                  <a:pt x="7935" y="769"/>
                  <a:pt x="7930" y="782"/>
                </a:cubicBezTo>
                <a:cubicBezTo>
                  <a:pt x="7925" y="795"/>
                  <a:pt x="7917" y="806"/>
                  <a:pt x="7907" y="816"/>
                </a:cubicBezTo>
                <a:cubicBezTo>
                  <a:pt x="7897" y="826"/>
                  <a:pt x="7886" y="834"/>
                  <a:pt x="7873" y="839"/>
                </a:cubicBezTo>
                <a:cubicBezTo>
                  <a:pt x="7860" y="845"/>
                  <a:pt x="7846" y="847"/>
                  <a:pt x="7832" y="847"/>
                </a:cubicBezTo>
                <a:lnTo>
                  <a:pt x="105" y="847"/>
                </a:lnTo>
                <a:cubicBezTo>
                  <a:pt x="91" y="847"/>
                  <a:pt x="78" y="845"/>
                  <a:pt x="65" y="839"/>
                </a:cubicBezTo>
                <a:cubicBezTo>
                  <a:pt x="52" y="834"/>
                  <a:pt x="40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349160" y="3812040"/>
            <a:ext cx="321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@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000080" y="47527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1247760" y="4647960"/>
            <a:ext cx="476280" cy="314640"/>
          </a:xfrm>
          <a:custGeom>
            <a:avLst/>
            <a:gdLst/>
            <a:ahLst/>
            <a:rect l="0" t="0" r="r" b="b"/>
            <a:pathLst>
              <a:path w="1323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218" y="0"/>
                </a:lnTo>
                <a:cubicBezTo>
                  <a:pt x="1232" y="0"/>
                  <a:pt x="1245" y="3"/>
                  <a:pt x="1258" y="8"/>
                </a:cubicBezTo>
                <a:cubicBezTo>
                  <a:pt x="1271" y="14"/>
                  <a:pt x="1283" y="21"/>
                  <a:pt x="1292" y="31"/>
                </a:cubicBezTo>
                <a:cubicBezTo>
                  <a:pt x="1302" y="41"/>
                  <a:pt x="1310" y="53"/>
                  <a:pt x="1315" y="65"/>
                </a:cubicBezTo>
                <a:cubicBezTo>
                  <a:pt x="1321" y="78"/>
                  <a:pt x="1323" y="92"/>
                  <a:pt x="1323" y="106"/>
                </a:cubicBezTo>
                <a:lnTo>
                  <a:pt x="1323" y="768"/>
                </a:lnTo>
                <a:cubicBezTo>
                  <a:pt x="1323" y="782"/>
                  <a:pt x="1321" y="796"/>
                  <a:pt x="1315" y="809"/>
                </a:cubicBezTo>
                <a:cubicBezTo>
                  <a:pt x="1310" y="822"/>
                  <a:pt x="1302" y="833"/>
                  <a:pt x="1292" y="843"/>
                </a:cubicBezTo>
                <a:cubicBezTo>
                  <a:pt x="1283" y="853"/>
                  <a:pt x="1271" y="861"/>
                  <a:pt x="1258" y="866"/>
                </a:cubicBezTo>
                <a:cubicBezTo>
                  <a:pt x="1245" y="872"/>
                  <a:pt x="1232" y="874"/>
                  <a:pt x="1218" y="874"/>
                </a:cubicBezTo>
                <a:lnTo>
                  <a:pt x="105" y="874"/>
                </a:lnTo>
                <a:cubicBezTo>
                  <a:pt x="91" y="874"/>
                  <a:pt x="78" y="872"/>
                  <a:pt x="65" y="866"/>
                </a:cubicBezTo>
                <a:cubicBezTo>
                  <a:pt x="52" y="861"/>
                  <a:pt x="40" y="853"/>
                  <a:pt x="31" y="843"/>
                </a:cubicBezTo>
                <a:cubicBezTo>
                  <a:pt x="21" y="833"/>
                  <a:pt x="13" y="822"/>
                  <a:pt x="8" y="809"/>
                </a:cubicBezTo>
                <a:cubicBezTo>
                  <a:pt x="2" y="796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1306080" y="4254840"/>
            <a:ext cx="2744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agent/rag/chroma_store/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306080" y="4683240"/>
            <a:ext cx="358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k=8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3400200" y="4647960"/>
            <a:ext cx="476640" cy="314640"/>
          </a:xfrm>
          <a:custGeom>
            <a:avLst/>
            <a:gdLst/>
            <a:ahLst/>
            <a:rect l="0" t="0" r="r" b="b"/>
            <a:pathLst>
              <a:path w="1324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218" y="0"/>
                </a:lnTo>
                <a:cubicBezTo>
                  <a:pt x="1232" y="0"/>
                  <a:pt x="1246" y="3"/>
                  <a:pt x="1259" y="8"/>
                </a:cubicBezTo>
                <a:cubicBezTo>
                  <a:pt x="1272" y="14"/>
                  <a:pt x="1283" y="21"/>
                  <a:pt x="1293" y="31"/>
                </a:cubicBezTo>
                <a:cubicBezTo>
                  <a:pt x="1303" y="41"/>
                  <a:pt x="1311" y="53"/>
                  <a:pt x="1316" y="65"/>
                </a:cubicBezTo>
                <a:cubicBezTo>
                  <a:pt x="1321" y="78"/>
                  <a:pt x="1324" y="92"/>
                  <a:pt x="1324" y="106"/>
                </a:cubicBezTo>
                <a:lnTo>
                  <a:pt x="1324" y="768"/>
                </a:lnTo>
                <a:cubicBezTo>
                  <a:pt x="1324" y="782"/>
                  <a:pt x="1321" y="796"/>
                  <a:pt x="1316" y="809"/>
                </a:cubicBezTo>
                <a:cubicBezTo>
                  <a:pt x="1311" y="822"/>
                  <a:pt x="1303" y="833"/>
                  <a:pt x="1293" y="843"/>
                </a:cubicBezTo>
                <a:cubicBezTo>
                  <a:pt x="1283" y="853"/>
                  <a:pt x="1272" y="861"/>
                  <a:pt x="1259" y="866"/>
                </a:cubicBezTo>
                <a:cubicBezTo>
                  <a:pt x="1246" y="872"/>
                  <a:pt x="1232" y="874"/>
                  <a:pt x="1218" y="874"/>
                </a:cubicBezTo>
                <a:lnTo>
                  <a:pt x="106" y="874"/>
                </a:lnTo>
                <a:cubicBezTo>
                  <a:pt x="92" y="874"/>
                  <a:pt x="78" y="872"/>
                  <a:pt x="65" y="866"/>
                </a:cubicBezTo>
                <a:cubicBezTo>
                  <a:pt x="52" y="861"/>
                  <a:pt x="41" y="853"/>
                  <a:pt x="31" y="843"/>
                </a:cubicBezTo>
                <a:cubicBezTo>
                  <a:pt x="21" y="833"/>
                  <a:pt x="14" y="822"/>
                  <a:pt x="8" y="809"/>
                </a:cubicBezTo>
                <a:cubicBezTo>
                  <a:pt x="3" y="796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750680" y="4602600"/>
            <a:ext cx="1532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for classifier,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3461760" y="4683240"/>
            <a:ext cx="358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k=5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000080" y="5190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3906360" y="4602600"/>
            <a:ext cx="17956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retriever default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1247760" y="5371920"/>
            <a:ext cx="4705560" cy="600480"/>
          </a:xfrm>
          <a:custGeom>
            <a:avLst/>
            <a:gdLst/>
            <a:ahLst/>
            <a:rect l="0" t="0" r="r" b="b"/>
            <a:pathLst>
              <a:path w="13071" h="1668">
                <a:moveTo>
                  <a:pt x="0" y="156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2965" y="0"/>
                </a:lnTo>
                <a:cubicBezTo>
                  <a:pt x="12979" y="0"/>
                  <a:pt x="12993" y="3"/>
                  <a:pt x="13006" y="8"/>
                </a:cubicBezTo>
                <a:cubicBezTo>
                  <a:pt x="13019" y="13"/>
                  <a:pt x="13030" y="21"/>
                  <a:pt x="13040" y="31"/>
                </a:cubicBezTo>
                <a:cubicBezTo>
                  <a:pt x="13050" y="41"/>
                  <a:pt x="13058" y="52"/>
                  <a:pt x="13063" y="65"/>
                </a:cubicBezTo>
                <a:cubicBezTo>
                  <a:pt x="13068" y="78"/>
                  <a:pt x="13071" y="92"/>
                  <a:pt x="13071" y="106"/>
                </a:cubicBezTo>
                <a:lnTo>
                  <a:pt x="13071" y="1562"/>
                </a:lnTo>
                <a:cubicBezTo>
                  <a:pt x="13071" y="1576"/>
                  <a:pt x="13068" y="1590"/>
                  <a:pt x="13063" y="1603"/>
                </a:cubicBezTo>
                <a:cubicBezTo>
                  <a:pt x="13058" y="1616"/>
                  <a:pt x="13050" y="1627"/>
                  <a:pt x="13040" y="1637"/>
                </a:cubicBezTo>
                <a:cubicBezTo>
                  <a:pt x="13030" y="1647"/>
                  <a:pt x="13019" y="1654"/>
                  <a:pt x="13006" y="1660"/>
                </a:cubicBezTo>
                <a:cubicBezTo>
                  <a:pt x="12993" y="1665"/>
                  <a:pt x="12979" y="1668"/>
                  <a:pt x="12965" y="1668"/>
                </a:cubicBezTo>
                <a:lnTo>
                  <a:pt x="105" y="1668"/>
                </a:lnTo>
                <a:cubicBezTo>
                  <a:pt x="91" y="1668"/>
                  <a:pt x="78" y="1665"/>
                  <a:pt x="65" y="1660"/>
                </a:cubicBezTo>
                <a:cubicBezTo>
                  <a:pt x="52" y="1654"/>
                  <a:pt x="40" y="1647"/>
                  <a:pt x="31" y="1637"/>
                </a:cubicBezTo>
                <a:cubicBezTo>
                  <a:pt x="21" y="1627"/>
                  <a:pt x="13" y="1616"/>
                  <a:pt x="8" y="1603"/>
                </a:cubicBezTo>
                <a:cubicBezTo>
                  <a:pt x="2" y="1590"/>
                  <a:pt x="0" y="1576"/>
                  <a:pt x="0" y="156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219320" y="5040720"/>
            <a:ext cx="7462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Query: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1306080" y="5407200"/>
            <a:ext cx="44139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problem_summary + " urgency cues: " +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306080" y="5702760"/>
            <a:ext cx="4777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cues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637920" y="6562440"/>
            <a:ext cx="5315400" cy="295560"/>
          </a:xfrm>
          <a:custGeom>
            <a:avLst/>
            <a:gdLst/>
            <a:ahLst/>
            <a:rect l="0" t="0" r="r" b="b"/>
            <a:pathLst>
              <a:path w="14765" h="821">
                <a:moveTo>
                  <a:pt x="0" y="821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4659" y="0"/>
                </a:lnTo>
                <a:cubicBezTo>
                  <a:pt x="14673" y="0"/>
                  <a:pt x="14687" y="3"/>
                  <a:pt x="14700" y="8"/>
                </a:cubicBezTo>
                <a:cubicBezTo>
                  <a:pt x="14713" y="14"/>
                  <a:pt x="14724" y="21"/>
                  <a:pt x="14734" y="31"/>
                </a:cubicBezTo>
                <a:cubicBezTo>
                  <a:pt x="14744" y="41"/>
                  <a:pt x="14752" y="53"/>
                  <a:pt x="14757" y="66"/>
                </a:cubicBezTo>
                <a:cubicBezTo>
                  <a:pt x="14762" y="79"/>
                  <a:pt x="14765" y="92"/>
                  <a:pt x="14765" y="106"/>
                </a:cubicBezTo>
                <a:lnTo>
                  <a:pt x="14765" y="821"/>
                </a:lnTo>
                <a:lnTo>
                  <a:pt x="0" y="821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2143080" y="6221880"/>
            <a:ext cx="2484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Metadata filters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1148400" y="6598080"/>
            <a:ext cx="42948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intake/final {category, subcategory,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325560" y="1649880"/>
            <a:ext cx="56037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Conflict reconciliation — the critical RAG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8436600" y="2011680"/>
            <a:ext cx="9946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choice.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8772480" y="2657160"/>
            <a:ext cx="1067040" cy="314640"/>
          </a:xfrm>
          <a:custGeom>
            <a:avLst/>
            <a:gdLst/>
            <a:ahLst/>
            <a:rect l="0" t="0" r="r" b="b"/>
            <a:pathLst>
              <a:path w="2964" h="874">
                <a:moveTo>
                  <a:pt x="0" y="769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858" y="0"/>
                </a:lnTo>
                <a:cubicBezTo>
                  <a:pt x="2872" y="0"/>
                  <a:pt x="2886" y="3"/>
                  <a:pt x="2899" y="8"/>
                </a:cubicBezTo>
                <a:cubicBezTo>
                  <a:pt x="2912" y="14"/>
                  <a:pt x="2923" y="21"/>
                  <a:pt x="2933" y="31"/>
                </a:cubicBezTo>
                <a:cubicBezTo>
                  <a:pt x="2943" y="42"/>
                  <a:pt x="2951" y="54"/>
                  <a:pt x="2956" y="67"/>
                </a:cubicBezTo>
                <a:cubicBezTo>
                  <a:pt x="2961" y="80"/>
                  <a:pt x="2964" y="93"/>
                  <a:pt x="2964" y="107"/>
                </a:cubicBezTo>
                <a:lnTo>
                  <a:pt x="2964" y="769"/>
                </a:lnTo>
                <a:cubicBezTo>
                  <a:pt x="2964" y="783"/>
                  <a:pt x="2961" y="796"/>
                  <a:pt x="2956" y="809"/>
                </a:cubicBezTo>
                <a:cubicBezTo>
                  <a:pt x="2951" y="822"/>
                  <a:pt x="2943" y="834"/>
                  <a:pt x="2933" y="844"/>
                </a:cubicBezTo>
                <a:cubicBezTo>
                  <a:pt x="2923" y="853"/>
                  <a:pt x="2912" y="861"/>
                  <a:pt x="2899" y="866"/>
                </a:cubicBezTo>
                <a:cubicBezTo>
                  <a:pt x="2886" y="872"/>
                  <a:pt x="2872" y="874"/>
                  <a:pt x="2858" y="874"/>
                </a:cubicBezTo>
                <a:lnTo>
                  <a:pt x="105" y="874"/>
                </a:lnTo>
                <a:cubicBezTo>
                  <a:pt x="91" y="874"/>
                  <a:pt x="78" y="872"/>
                  <a:pt x="65" y="866"/>
                </a:cubicBezTo>
                <a:cubicBezTo>
                  <a:pt x="52" y="861"/>
                  <a:pt x="41" y="853"/>
                  <a:pt x="31" y="844"/>
                </a:cubicBezTo>
                <a:cubicBezTo>
                  <a:pt x="21" y="834"/>
                  <a:pt x="13" y="822"/>
                  <a:pt x="8" y="809"/>
                </a:cubicBezTo>
                <a:cubicBezTo>
                  <a:pt x="2" y="796"/>
                  <a:pt x="0" y="783"/>
                  <a:pt x="0" y="769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6429600" y="2611800"/>
            <a:ext cx="21963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Naïvely embedding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8831880" y="2692800"/>
            <a:ext cx="955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intake_*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9872640" y="2611800"/>
            <a:ext cx="13953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labels trains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446880" y="2973600"/>
            <a:ext cx="4640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the LLM on labels the QA team flagged as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6600600" y="39146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199" y="159"/>
                  <a:pt x="192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3"/>
                </a:cubicBezTo>
                <a:cubicBezTo>
                  <a:pt x="52" y="198"/>
                  <a:pt x="41" y="190"/>
                  <a:pt x="31" y="181"/>
                </a:cubicBezTo>
                <a:cubicBezTo>
                  <a:pt x="21" y="171"/>
                  <a:pt x="14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8250840" y="3335760"/>
            <a:ext cx="13532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wrong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So: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6819840" y="3764160"/>
            <a:ext cx="39636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Retrieved records are rendered with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819840" y="4126320"/>
            <a:ext cx="2816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audit-corrected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labels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6943680" y="4533840"/>
            <a:ext cx="2857680" cy="304920"/>
          </a:xfrm>
          <a:custGeom>
            <a:avLst/>
            <a:gdLst/>
            <a:ahLst/>
            <a:rect l="0" t="0" r="r" b="b"/>
            <a:pathLst>
              <a:path w="7938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7832" y="0"/>
                </a:lnTo>
                <a:cubicBezTo>
                  <a:pt x="7846" y="0"/>
                  <a:pt x="7860" y="2"/>
                  <a:pt x="7873" y="8"/>
                </a:cubicBezTo>
                <a:cubicBezTo>
                  <a:pt x="7886" y="13"/>
                  <a:pt x="7897" y="21"/>
                  <a:pt x="7907" y="31"/>
                </a:cubicBezTo>
                <a:cubicBezTo>
                  <a:pt x="7917" y="41"/>
                  <a:pt x="7925" y="52"/>
                  <a:pt x="7930" y="65"/>
                </a:cubicBezTo>
                <a:cubicBezTo>
                  <a:pt x="7935" y="78"/>
                  <a:pt x="7938" y="91"/>
                  <a:pt x="7938" y="105"/>
                </a:cubicBezTo>
                <a:lnTo>
                  <a:pt x="7938" y="741"/>
                </a:lnTo>
                <a:cubicBezTo>
                  <a:pt x="7938" y="756"/>
                  <a:pt x="7935" y="769"/>
                  <a:pt x="7930" y="782"/>
                </a:cubicBezTo>
                <a:cubicBezTo>
                  <a:pt x="7925" y="795"/>
                  <a:pt x="7917" y="806"/>
                  <a:pt x="7907" y="816"/>
                </a:cubicBezTo>
                <a:cubicBezTo>
                  <a:pt x="7897" y="826"/>
                  <a:pt x="7886" y="834"/>
                  <a:pt x="7873" y="839"/>
                </a:cubicBezTo>
                <a:cubicBezTo>
                  <a:pt x="7860" y="845"/>
                  <a:pt x="7846" y="847"/>
                  <a:pt x="7832" y="847"/>
                </a:cubicBezTo>
                <a:lnTo>
                  <a:pt x="105" y="847"/>
                </a:lnTo>
                <a:cubicBezTo>
                  <a:pt x="91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6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6819840" y="448812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(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7001640" y="4569120"/>
            <a:ext cx="2744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corrected_subcategory()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6848280" y="4886280"/>
            <a:ext cx="2143440" cy="314640"/>
          </a:xfrm>
          <a:custGeom>
            <a:avLst/>
            <a:gdLst/>
            <a:ahLst/>
            <a:rect l="0" t="0" r="r" b="b"/>
            <a:pathLst>
              <a:path w="5954" h="874">
                <a:moveTo>
                  <a:pt x="0" y="76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848" y="0"/>
                </a:lnTo>
                <a:cubicBezTo>
                  <a:pt x="5862" y="0"/>
                  <a:pt x="5876" y="2"/>
                  <a:pt x="5889" y="8"/>
                </a:cubicBezTo>
                <a:cubicBezTo>
                  <a:pt x="5902" y="13"/>
                  <a:pt x="5913" y="21"/>
                  <a:pt x="5923" y="31"/>
                </a:cubicBezTo>
                <a:cubicBezTo>
                  <a:pt x="5933" y="41"/>
                  <a:pt x="5941" y="52"/>
                  <a:pt x="5946" y="65"/>
                </a:cubicBezTo>
                <a:cubicBezTo>
                  <a:pt x="5951" y="78"/>
                  <a:pt x="5954" y="91"/>
                  <a:pt x="5954" y="105"/>
                </a:cubicBezTo>
                <a:lnTo>
                  <a:pt x="5954" y="767"/>
                </a:lnTo>
                <a:cubicBezTo>
                  <a:pt x="5954" y="781"/>
                  <a:pt x="5951" y="794"/>
                  <a:pt x="5946" y="807"/>
                </a:cubicBezTo>
                <a:cubicBezTo>
                  <a:pt x="5941" y="820"/>
                  <a:pt x="5933" y="833"/>
                  <a:pt x="5923" y="843"/>
                </a:cubicBezTo>
                <a:cubicBezTo>
                  <a:pt x="5913" y="853"/>
                  <a:pt x="5902" y="860"/>
                  <a:pt x="5889" y="866"/>
                </a:cubicBezTo>
                <a:cubicBezTo>
                  <a:pt x="5876" y="871"/>
                  <a:pt x="5862" y="874"/>
                  <a:pt x="5848" y="874"/>
                </a:cubicBezTo>
                <a:lnTo>
                  <a:pt x="106" y="874"/>
                </a:lnTo>
                <a:cubicBezTo>
                  <a:pt x="92" y="874"/>
                  <a:pt x="78" y="871"/>
                  <a:pt x="65" y="866"/>
                </a:cubicBezTo>
                <a:cubicBezTo>
                  <a:pt x="52" y="860"/>
                  <a:pt x="41" y="853"/>
                  <a:pt x="31" y="843"/>
                </a:cubicBezTo>
                <a:cubicBezTo>
                  <a:pt x="21" y="833"/>
                  <a:pt x="13" y="820"/>
                  <a:pt x="8" y="807"/>
                </a:cubicBezTo>
                <a:cubicBezTo>
                  <a:pt x="3" y="794"/>
                  <a:pt x="0" y="781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9831960" y="448812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906600" y="4921560"/>
            <a:ext cx="2028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final_subcategory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6848280" y="5248080"/>
            <a:ext cx="2267280" cy="305280"/>
          </a:xfrm>
          <a:custGeom>
            <a:avLst/>
            <a:gdLst/>
            <a:ahLst/>
            <a:rect l="0" t="0" r="r" b="b"/>
            <a:pathLst>
              <a:path w="6298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6192" y="0"/>
                </a:lnTo>
                <a:cubicBezTo>
                  <a:pt x="6206" y="0"/>
                  <a:pt x="6220" y="3"/>
                  <a:pt x="6233" y="8"/>
                </a:cubicBezTo>
                <a:cubicBezTo>
                  <a:pt x="6246" y="13"/>
                  <a:pt x="6257" y="21"/>
                  <a:pt x="6267" y="31"/>
                </a:cubicBezTo>
                <a:cubicBezTo>
                  <a:pt x="6277" y="41"/>
                  <a:pt x="6285" y="52"/>
                  <a:pt x="6290" y="65"/>
                </a:cubicBezTo>
                <a:cubicBezTo>
                  <a:pt x="6295" y="78"/>
                  <a:pt x="6298" y="92"/>
                  <a:pt x="6298" y="106"/>
                </a:cubicBezTo>
                <a:lnTo>
                  <a:pt x="6298" y="742"/>
                </a:lnTo>
                <a:cubicBezTo>
                  <a:pt x="6298" y="756"/>
                  <a:pt x="6295" y="769"/>
                  <a:pt x="6290" y="782"/>
                </a:cubicBezTo>
                <a:cubicBezTo>
                  <a:pt x="6285" y="795"/>
                  <a:pt x="6277" y="807"/>
                  <a:pt x="6267" y="817"/>
                </a:cubicBezTo>
                <a:cubicBezTo>
                  <a:pt x="6257" y="827"/>
                  <a:pt x="6246" y="834"/>
                  <a:pt x="6233" y="840"/>
                </a:cubicBezTo>
                <a:cubicBezTo>
                  <a:pt x="6220" y="845"/>
                  <a:pt x="6206" y="848"/>
                  <a:pt x="6192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9021240" y="4840560"/>
            <a:ext cx="20991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if reclassified, else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6906600" y="5283360"/>
            <a:ext cx="2147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intake_subcategory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6600600" y="5790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7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2" y="41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9140400" y="520272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6848280" y="5972040"/>
            <a:ext cx="4705560" cy="590760"/>
          </a:xfrm>
          <a:custGeom>
            <a:avLst/>
            <a:gdLst/>
            <a:ahLst/>
            <a:rect l="0" t="0" r="r" b="b"/>
            <a:pathLst>
              <a:path w="13071" h="1641">
                <a:moveTo>
                  <a:pt x="0" y="1535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2966" y="0"/>
                </a:lnTo>
                <a:cubicBezTo>
                  <a:pt x="12980" y="0"/>
                  <a:pt x="12993" y="3"/>
                  <a:pt x="13006" y="8"/>
                </a:cubicBezTo>
                <a:cubicBezTo>
                  <a:pt x="13019" y="13"/>
                  <a:pt x="13031" y="21"/>
                  <a:pt x="13040" y="31"/>
                </a:cubicBezTo>
                <a:cubicBezTo>
                  <a:pt x="13050" y="41"/>
                  <a:pt x="13058" y="52"/>
                  <a:pt x="13063" y="65"/>
                </a:cubicBezTo>
                <a:cubicBezTo>
                  <a:pt x="13069" y="78"/>
                  <a:pt x="13071" y="92"/>
                  <a:pt x="13071" y="106"/>
                </a:cubicBezTo>
                <a:lnTo>
                  <a:pt x="13071" y="1535"/>
                </a:lnTo>
                <a:cubicBezTo>
                  <a:pt x="13071" y="1549"/>
                  <a:pt x="13069" y="1563"/>
                  <a:pt x="13063" y="1576"/>
                </a:cubicBezTo>
                <a:cubicBezTo>
                  <a:pt x="13058" y="1589"/>
                  <a:pt x="13050" y="1600"/>
                  <a:pt x="13040" y="1610"/>
                </a:cubicBezTo>
                <a:cubicBezTo>
                  <a:pt x="13031" y="1620"/>
                  <a:pt x="13019" y="1628"/>
                  <a:pt x="13006" y="1633"/>
                </a:cubicBezTo>
                <a:cubicBezTo>
                  <a:pt x="12993" y="1639"/>
                  <a:pt x="12980" y="1641"/>
                  <a:pt x="12966" y="1641"/>
                </a:cubicBezTo>
                <a:lnTo>
                  <a:pt x="106" y="1641"/>
                </a:lnTo>
                <a:cubicBezTo>
                  <a:pt x="92" y="1641"/>
                  <a:pt x="78" y="1639"/>
                  <a:pt x="65" y="1633"/>
                </a:cubicBezTo>
                <a:cubicBezTo>
                  <a:pt x="52" y="1628"/>
                  <a:pt x="41" y="1620"/>
                  <a:pt x="31" y="1610"/>
                </a:cubicBezTo>
                <a:cubicBezTo>
                  <a:pt x="21" y="1600"/>
                  <a:pt x="13" y="1589"/>
                  <a:pt x="8" y="1576"/>
                </a:cubicBezTo>
                <a:cubicBezTo>
                  <a:pt x="3" y="1563"/>
                  <a:pt x="0" y="1549"/>
                  <a:pt x="0" y="1535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6819840" y="5640840"/>
            <a:ext cx="42123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Reclassified records are tagged inline: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6906600" y="6007320"/>
            <a:ext cx="3221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subcategory=structural [QA-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6600600" y="6800760"/>
            <a:ext cx="76680" cy="57240"/>
          </a:xfrm>
          <a:custGeom>
            <a:avLst/>
            <a:gdLst/>
            <a:ahLst/>
            <a:rect l="0" t="0" r="r" b="b"/>
            <a:pathLst>
              <a:path w="213" h="159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3" y="151"/>
                  <a:pt x="201" y="156"/>
                  <a:pt x="199" y="159"/>
                </a:cubicBezTo>
                <a:lnTo>
                  <a:pt x="14" y="159"/>
                </a:lnTo>
                <a:cubicBezTo>
                  <a:pt x="12" y="156"/>
                  <a:pt x="10" y="151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906600" y="6293160"/>
            <a:ext cx="4175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RECLASSIFIED from intake=roof_leak]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819840" y="6650280"/>
            <a:ext cx="4184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The LLM sees both the correction and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1820600" y="6388920"/>
            <a:ext cx="19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9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618840" y="3238200"/>
            <a:ext cx="2667600" cy="238680"/>
          </a:xfrm>
          <a:custGeom>
            <a:avLst/>
            <a:gdLst/>
            <a:ahLst/>
            <a:rect l="0" t="0" r="r" b="b"/>
            <a:pathLst>
              <a:path w="7410" h="663">
                <a:moveTo>
                  <a:pt x="0" y="0"/>
                </a:moveTo>
                <a:lnTo>
                  <a:pt x="7410" y="0"/>
                </a:lnTo>
                <a:lnTo>
                  <a:pt x="7410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286080" y="3238200"/>
            <a:ext cx="2705400" cy="238680"/>
          </a:xfrm>
          <a:custGeom>
            <a:avLst/>
            <a:gdLst/>
            <a:ahLst/>
            <a:rect l="0" t="0" r="r" b="b"/>
            <a:pathLst>
              <a:path w="7515" h="663">
                <a:moveTo>
                  <a:pt x="0" y="0"/>
                </a:moveTo>
                <a:lnTo>
                  <a:pt x="7515" y="0"/>
                </a:lnTo>
                <a:lnTo>
                  <a:pt x="7515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5991120" y="3238200"/>
            <a:ext cx="2781720" cy="238680"/>
          </a:xfrm>
          <a:custGeom>
            <a:avLst/>
            <a:gdLst/>
            <a:ahLst/>
            <a:rect l="0" t="0" r="r" b="b"/>
            <a:pathLst>
              <a:path w="7727" h="663">
                <a:moveTo>
                  <a:pt x="0" y="0"/>
                </a:moveTo>
                <a:lnTo>
                  <a:pt x="7727" y="0"/>
                </a:lnTo>
                <a:lnTo>
                  <a:pt x="7727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8772480" y="3238200"/>
            <a:ext cx="2810160" cy="238680"/>
          </a:xfrm>
          <a:custGeom>
            <a:avLst/>
            <a:gdLst/>
            <a:ahLst/>
            <a:rect l="0" t="0" r="r" b="b"/>
            <a:pathLst>
              <a:path w="7806" h="663">
                <a:moveTo>
                  <a:pt x="0" y="0"/>
                </a:moveTo>
                <a:lnTo>
                  <a:pt x="7806" y="0"/>
                </a:lnTo>
                <a:lnTo>
                  <a:pt x="7806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618840" y="3476520"/>
            <a:ext cx="2667600" cy="333720"/>
          </a:xfrm>
          <a:custGeom>
            <a:avLst/>
            <a:gdLst/>
            <a:ahLst/>
            <a:rect l="0" t="0" r="r" b="b"/>
            <a:pathLst>
              <a:path w="7410" h="927">
                <a:moveTo>
                  <a:pt x="0" y="0"/>
                </a:moveTo>
                <a:lnTo>
                  <a:pt x="7410" y="0"/>
                </a:lnTo>
                <a:lnTo>
                  <a:pt x="7410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286080" y="3476520"/>
            <a:ext cx="2705400" cy="333720"/>
          </a:xfrm>
          <a:custGeom>
            <a:avLst/>
            <a:gdLst/>
            <a:ahLst/>
            <a:rect l="0" t="0" r="r" b="b"/>
            <a:pathLst>
              <a:path w="7515" h="927">
                <a:moveTo>
                  <a:pt x="0" y="0"/>
                </a:moveTo>
                <a:lnTo>
                  <a:pt x="7515" y="0"/>
                </a:lnTo>
                <a:lnTo>
                  <a:pt x="7515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5991120" y="3476520"/>
            <a:ext cx="2781720" cy="333720"/>
          </a:xfrm>
          <a:custGeom>
            <a:avLst/>
            <a:gdLst/>
            <a:ahLst/>
            <a:rect l="0" t="0" r="r" b="b"/>
            <a:pathLst>
              <a:path w="7727" h="927">
                <a:moveTo>
                  <a:pt x="0" y="0"/>
                </a:moveTo>
                <a:lnTo>
                  <a:pt x="7727" y="0"/>
                </a:lnTo>
                <a:lnTo>
                  <a:pt x="77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8772480" y="3476520"/>
            <a:ext cx="2810160" cy="333720"/>
          </a:xfrm>
          <a:custGeom>
            <a:avLst/>
            <a:gdLst/>
            <a:ahLst/>
            <a:rect l="0" t="0" r="r" b="b"/>
            <a:pathLst>
              <a:path w="7806" h="927">
                <a:moveTo>
                  <a:pt x="0" y="0"/>
                </a:moveTo>
                <a:lnTo>
                  <a:pt x="7806" y="0"/>
                </a:lnTo>
                <a:lnTo>
                  <a:pt x="7806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609480" y="323820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609480" y="3238200"/>
            <a:ext cx="2676960" cy="10080"/>
          </a:xfrm>
          <a:custGeom>
            <a:avLst/>
            <a:gdLst/>
            <a:ahLst/>
            <a:rect l="0" t="0" r="r" b="b"/>
            <a:pathLst>
              <a:path w="7436" h="28">
                <a:moveTo>
                  <a:pt x="0" y="0"/>
                </a:moveTo>
                <a:lnTo>
                  <a:pt x="7436" y="0"/>
                </a:lnTo>
                <a:lnTo>
                  <a:pt x="74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276360" y="32382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286080" y="323820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5981400" y="32382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5991120" y="323820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8762760" y="32382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8772480" y="323820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11572560" y="32382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609480" y="3476520"/>
            <a:ext cx="2676960" cy="9720"/>
          </a:xfrm>
          <a:custGeom>
            <a:avLst/>
            <a:gdLst/>
            <a:ahLst/>
            <a:rect l="0" t="0" r="r" b="b"/>
            <a:pathLst>
              <a:path w="7436" h="27">
                <a:moveTo>
                  <a:pt x="0" y="0"/>
                </a:moveTo>
                <a:lnTo>
                  <a:pt x="7436" y="0"/>
                </a:lnTo>
                <a:lnTo>
                  <a:pt x="74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286080" y="3476520"/>
            <a:ext cx="2705400" cy="9720"/>
          </a:xfrm>
          <a:custGeom>
            <a:avLst/>
            <a:gdLst/>
            <a:ahLst/>
            <a:rect l="0" t="0" r="r" b="b"/>
            <a:pathLst>
              <a:path w="7515" h="27">
                <a:moveTo>
                  <a:pt x="0" y="0"/>
                </a:moveTo>
                <a:lnTo>
                  <a:pt x="7515" y="0"/>
                </a:lnTo>
                <a:lnTo>
                  <a:pt x="75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5991120" y="34765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8772480" y="347652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609480" y="34858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276360" y="3485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5981400" y="3485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8762760" y="3485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11572560" y="34858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609480" y="3800160"/>
            <a:ext cx="2676960" cy="10080"/>
          </a:xfrm>
          <a:custGeom>
            <a:avLst/>
            <a:gdLst/>
            <a:ahLst/>
            <a:rect l="0" t="0" r="r" b="b"/>
            <a:pathLst>
              <a:path w="7436" h="28">
                <a:moveTo>
                  <a:pt x="0" y="0"/>
                </a:moveTo>
                <a:lnTo>
                  <a:pt x="7436" y="0"/>
                </a:lnTo>
                <a:lnTo>
                  <a:pt x="74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3286080" y="380016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5991120" y="380016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8772480" y="380016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1824840" y="546480"/>
            <a:ext cx="1047672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9 · Vendor selection — qualify → SLA cap → tie-break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01640" y="1421280"/>
            <a:ext cx="101890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1 · Qualify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(hard constraints, soft-pass on missing fields)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 specialty match (strict, with loose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5019480" y="1828440"/>
            <a:ext cx="1905480" cy="305280"/>
          </a:xfrm>
          <a:custGeom>
            <a:avLst/>
            <a:gdLst/>
            <a:ahLst/>
            <a:rect l="0" t="0" r="r" b="b"/>
            <a:pathLst>
              <a:path w="5293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5187" y="0"/>
                </a:lnTo>
                <a:cubicBezTo>
                  <a:pt x="5201" y="0"/>
                  <a:pt x="5214" y="3"/>
                  <a:pt x="5227" y="9"/>
                </a:cubicBezTo>
                <a:cubicBezTo>
                  <a:pt x="5240" y="14"/>
                  <a:pt x="5252" y="22"/>
                  <a:pt x="5262" y="31"/>
                </a:cubicBezTo>
                <a:cubicBezTo>
                  <a:pt x="5272" y="41"/>
                  <a:pt x="5279" y="53"/>
                  <a:pt x="5285" y="66"/>
                </a:cubicBezTo>
                <a:cubicBezTo>
                  <a:pt x="5290" y="79"/>
                  <a:pt x="5293" y="92"/>
                  <a:pt x="5293" y="106"/>
                </a:cubicBezTo>
                <a:lnTo>
                  <a:pt x="5293" y="742"/>
                </a:lnTo>
                <a:cubicBezTo>
                  <a:pt x="5293" y="756"/>
                  <a:pt x="5290" y="770"/>
                  <a:pt x="5285" y="783"/>
                </a:cubicBezTo>
                <a:cubicBezTo>
                  <a:pt x="5279" y="796"/>
                  <a:pt x="5272" y="807"/>
                  <a:pt x="5262" y="817"/>
                </a:cubicBezTo>
                <a:cubicBezTo>
                  <a:pt x="5252" y="827"/>
                  <a:pt x="5240" y="835"/>
                  <a:pt x="5227" y="840"/>
                </a:cubicBezTo>
                <a:cubicBezTo>
                  <a:pt x="5214" y="845"/>
                  <a:pt x="5201" y="848"/>
                  <a:pt x="5187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5"/>
                  <a:pt x="41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484280" y="1783080"/>
            <a:ext cx="32176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vendor-type fallback) · city in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5074560" y="1864080"/>
            <a:ext cx="1789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coverage_cities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114360" y="2180880"/>
            <a:ext cx="3096000" cy="315000"/>
          </a:xfrm>
          <a:custGeom>
            <a:avLst/>
            <a:gdLst/>
            <a:ahLst/>
            <a:rect l="0" t="0" r="r" b="b"/>
            <a:pathLst>
              <a:path w="8600" h="875">
                <a:moveTo>
                  <a:pt x="0" y="769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lnTo>
                  <a:pt x="8494" y="0"/>
                </a:lnTo>
                <a:cubicBezTo>
                  <a:pt x="8509" y="0"/>
                  <a:pt x="8522" y="3"/>
                  <a:pt x="8535" y="9"/>
                </a:cubicBezTo>
                <a:cubicBezTo>
                  <a:pt x="8548" y="14"/>
                  <a:pt x="8559" y="22"/>
                  <a:pt x="8569" y="31"/>
                </a:cubicBezTo>
                <a:cubicBezTo>
                  <a:pt x="8579" y="41"/>
                  <a:pt x="8587" y="53"/>
                  <a:pt x="8592" y="66"/>
                </a:cubicBezTo>
                <a:cubicBezTo>
                  <a:pt x="8598" y="79"/>
                  <a:pt x="8600" y="92"/>
                  <a:pt x="8600" y="106"/>
                </a:cubicBezTo>
                <a:lnTo>
                  <a:pt x="8600" y="769"/>
                </a:lnTo>
                <a:cubicBezTo>
                  <a:pt x="8600" y="783"/>
                  <a:pt x="8598" y="796"/>
                  <a:pt x="8592" y="809"/>
                </a:cubicBezTo>
                <a:cubicBezTo>
                  <a:pt x="8587" y="822"/>
                  <a:pt x="8579" y="834"/>
                  <a:pt x="8569" y="844"/>
                </a:cubicBezTo>
                <a:cubicBezTo>
                  <a:pt x="8559" y="854"/>
                  <a:pt x="8548" y="861"/>
                  <a:pt x="8535" y="867"/>
                </a:cubicBezTo>
                <a:cubicBezTo>
                  <a:pt x="8522" y="872"/>
                  <a:pt x="8509" y="875"/>
                  <a:pt x="8494" y="875"/>
                </a:cubicBezTo>
                <a:lnTo>
                  <a:pt x="106" y="875"/>
                </a:lnTo>
                <a:cubicBezTo>
                  <a:pt x="92" y="875"/>
                  <a:pt x="79" y="872"/>
                  <a:pt x="66" y="867"/>
                </a:cubicBezTo>
                <a:cubicBezTo>
                  <a:pt x="53" y="861"/>
                  <a:pt x="41" y="854"/>
                  <a:pt x="31" y="844"/>
                </a:cubicBezTo>
                <a:cubicBezTo>
                  <a:pt x="21" y="834"/>
                  <a:pt x="14" y="822"/>
                  <a:pt x="8" y="809"/>
                </a:cubicBezTo>
                <a:cubicBezTo>
                  <a:pt x="3" y="796"/>
                  <a:pt x="0" y="783"/>
                  <a:pt x="0" y="769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6950520" y="1783080"/>
            <a:ext cx="34254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· building type certified · 24/7 if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3170160" y="2216520"/>
            <a:ext cx="2982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emergency AND after_hours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238800" y="2135520"/>
            <a:ext cx="2690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Empty pool → escalate.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924000" y="2745000"/>
            <a:ext cx="42670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2 · SLA cap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(by predicted risk band)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68520" y="3268080"/>
            <a:ext cx="87840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EMERGENCY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3339000" y="3268080"/>
            <a:ext cx="3571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HIGH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044760" y="3268080"/>
            <a:ext cx="56988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MEDIUM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8826480" y="3268080"/>
            <a:ext cx="3092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LOW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87600" y="3512520"/>
            <a:ext cx="660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≤ 30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3358080" y="3512520"/>
            <a:ext cx="75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≤ 120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063840" y="3512520"/>
            <a:ext cx="75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≤ 240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8845560" y="3512520"/>
            <a:ext cx="75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≤ 480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5324400" y="4105080"/>
            <a:ext cx="1067040" cy="305280"/>
          </a:xfrm>
          <a:custGeom>
            <a:avLst/>
            <a:gdLst/>
            <a:ahLst/>
            <a:rect l="0" t="0" r="r" b="b"/>
            <a:pathLst>
              <a:path w="2964" h="848">
                <a:moveTo>
                  <a:pt x="0" y="74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858" y="0"/>
                </a:lnTo>
                <a:cubicBezTo>
                  <a:pt x="2872" y="0"/>
                  <a:pt x="2886" y="3"/>
                  <a:pt x="2899" y="8"/>
                </a:cubicBezTo>
                <a:cubicBezTo>
                  <a:pt x="2912" y="13"/>
                  <a:pt x="2923" y="22"/>
                  <a:pt x="2933" y="32"/>
                </a:cubicBezTo>
                <a:cubicBezTo>
                  <a:pt x="2943" y="42"/>
                  <a:pt x="2951" y="53"/>
                  <a:pt x="2956" y="66"/>
                </a:cubicBezTo>
                <a:cubicBezTo>
                  <a:pt x="2961" y="79"/>
                  <a:pt x="2964" y="93"/>
                  <a:pt x="2964" y="107"/>
                </a:cubicBezTo>
                <a:lnTo>
                  <a:pt x="2964" y="742"/>
                </a:lnTo>
                <a:cubicBezTo>
                  <a:pt x="2964" y="756"/>
                  <a:pt x="2961" y="769"/>
                  <a:pt x="2956" y="782"/>
                </a:cubicBezTo>
                <a:cubicBezTo>
                  <a:pt x="2951" y="795"/>
                  <a:pt x="2943" y="807"/>
                  <a:pt x="2933" y="817"/>
                </a:cubicBezTo>
                <a:cubicBezTo>
                  <a:pt x="2923" y="827"/>
                  <a:pt x="2912" y="834"/>
                  <a:pt x="2899" y="840"/>
                </a:cubicBezTo>
                <a:cubicBezTo>
                  <a:pt x="2886" y="845"/>
                  <a:pt x="2872" y="848"/>
                  <a:pt x="2858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744840" y="4059720"/>
            <a:ext cx="44452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3 · Tie-break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(deterministic, in order)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380560" y="4140360"/>
            <a:ext cx="955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rating ↑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6819840" y="4105080"/>
            <a:ext cx="1428840" cy="305280"/>
          </a:xfrm>
          <a:custGeom>
            <a:avLst/>
            <a:gdLst/>
            <a:ahLst/>
            <a:rect l="0" t="0" r="r" b="b"/>
            <a:pathLst>
              <a:path w="3969" h="848">
                <a:moveTo>
                  <a:pt x="0" y="74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864" y="0"/>
                </a:lnTo>
                <a:cubicBezTo>
                  <a:pt x="3878" y="0"/>
                  <a:pt x="3891" y="3"/>
                  <a:pt x="3904" y="8"/>
                </a:cubicBezTo>
                <a:cubicBezTo>
                  <a:pt x="3917" y="13"/>
                  <a:pt x="3928" y="22"/>
                  <a:pt x="3938" y="32"/>
                </a:cubicBezTo>
                <a:cubicBezTo>
                  <a:pt x="3948" y="42"/>
                  <a:pt x="3956" y="53"/>
                  <a:pt x="3961" y="66"/>
                </a:cubicBezTo>
                <a:cubicBezTo>
                  <a:pt x="3967" y="79"/>
                  <a:pt x="3969" y="93"/>
                  <a:pt x="3969" y="107"/>
                </a:cubicBezTo>
                <a:lnTo>
                  <a:pt x="3969" y="742"/>
                </a:lnTo>
                <a:cubicBezTo>
                  <a:pt x="3969" y="756"/>
                  <a:pt x="3967" y="769"/>
                  <a:pt x="3961" y="782"/>
                </a:cubicBezTo>
                <a:cubicBezTo>
                  <a:pt x="3956" y="795"/>
                  <a:pt x="3948" y="807"/>
                  <a:pt x="3938" y="817"/>
                </a:cubicBezTo>
                <a:cubicBezTo>
                  <a:pt x="3928" y="827"/>
                  <a:pt x="3917" y="834"/>
                  <a:pt x="3904" y="840"/>
                </a:cubicBezTo>
                <a:cubicBezTo>
                  <a:pt x="3891" y="845"/>
                  <a:pt x="3878" y="848"/>
                  <a:pt x="3864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6421320" y="4059720"/>
            <a:ext cx="3157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6879600" y="414036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cost_tier ↓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8677080" y="4105080"/>
            <a:ext cx="2743560" cy="305280"/>
          </a:xfrm>
          <a:custGeom>
            <a:avLst/>
            <a:gdLst/>
            <a:ahLst/>
            <a:rect l="0" t="0" r="r" b="b"/>
            <a:pathLst>
              <a:path w="7621" h="848">
                <a:moveTo>
                  <a:pt x="0" y="742"/>
                </a:moveTo>
                <a:lnTo>
                  <a:pt x="0" y="107"/>
                </a:ln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7515" y="0"/>
                </a:lnTo>
                <a:cubicBezTo>
                  <a:pt x="7529" y="0"/>
                  <a:pt x="7543" y="3"/>
                  <a:pt x="7556" y="8"/>
                </a:cubicBezTo>
                <a:cubicBezTo>
                  <a:pt x="7569" y="13"/>
                  <a:pt x="7580" y="22"/>
                  <a:pt x="7590" y="32"/>
                </a:cubicBezTo>
                <a:cubicBezTo>
                  <a:pt x="7600" y="42"/>
                  <a:pt x="7608" y="53"/>
                  <a:pt x="7613" y="66"/>
                </a:cubicBezTo>
                <a:cubicBezTo>
                  <a:pt x="7618" y="79"/>
                  <a:pt x="7621" y="93"/>
                  <a:pt x="7621" y="107"/>
                </a:cubicBezTo>
                <a:lnTo>
                  <a:pt x="7621" y="742"/>
                </a:lnTo>
                <a:cubicBezTo>
                  <a:pt x="7621" y="756"/>
                  <a:pt x="7618" y="769"/>
                  <a:pt x="7613" y="782"/>
                </a:cubicBezTo>
                <a:cubicBezTo>
                  <a:pt x="7608" y="795"/>
                  <a:pt x="7600" y="807"/>
                  <a:pt x="7590" y="817"/>
                </a:cubicBezTo>
                <a:cubicBezTo>
                  <a:pt x="7580" y="827"/>
                  <a:pt x="7569" y="834"/>
                  <a:pt x="7556" y="840"/>
                </a:cubicBezTo>
                <a:cubicBezTo>
                  <a:pt x="7543" y="845"/>
                  <a:pt x="7529" y="848"/>
                  <a:pt x="7515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8278200" y="4059720"/>
            <a:ext cx="3157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8736120" y="4140360"/>
            <a:ext cx="2624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response_sla_minutes ↓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4857480" y="4466880"/>
            <a:ext cx="1181520" cy="305280"/>
          </a:xfrm>
          <a:custGeom>
            <a:avLst/>
            <a:gdLst/>
            <a:ahLst/>
            <a:rect l="0" t="0" r="r" b="b"/>
            <a:pathLst>
              <a:path w="3282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lnTo>
                  <a:pt x="3176" y="0"/>
                </a:lnTo>
                <a:cubicBezTo>
                  <a:pt x="3190" y="0"/>
                  <a:pt x="3204" y="3"/>
                  <a:pt x="3217" y="9"/>
                </a:cubicBezTo>
                <a:cubicBezTo>
                  <a:pt x="3230" y="14"/>
                  <a:pt x="3241" y="22"/>
                  <a:pt x="3251" y="31"/>
                </a:cubicBezTo>
                <a:cubicBezTo>
                  <a:pt x="3261" y="41"/>
                  <a:pt x="3269" y="53"/>
                  <a:pt x="3274" y="66"/>
                </a:cubicBezTo>
                <a:cubicBezTo>
                  <a:pt x="3279" y="79"/>
                  <a:pt x="3282" y="92"/>
                  <a:pt x="3282" y="106"/>
                </a:cubicBezTo>
                <a:lnTo>
                  <a:pt x="3282" y="742"/>
                </a:lnTo>
                <a:cubicBezTo>
                  <a:pt x="3282" y="756"/>
                  <a:pt x="3279" y="770"/>
                  <a:pt x="3274" y="783"/>
                </a:cubicBezTo>
                <a:cubicBezTo>
                  <a:pt x="3269" y="796"/>
                  <a:pt x="3261" y="807"/>
                  <a:pt x="3251" y="817"/>
                </a:cubicBezTo>
                <a:cubicBezTo>
                  <a:pt x="3241" y="827"/>
                  <a:pt x="3230" y="835"/>
                  <a:pt x="3217" y="840"/>
                </a:cubicBezTo>
                <a:cubicBezTo>
                  <a:pt x="3204" y="845"/>
                  <a:pt x="3190" y="848"/>
                  <a:pt x="3176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3013200" y="4421520"/>
            <a:ext cx="16416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→ alphabetical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910400" y="450252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vendor_id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6070680" y="4421520"/>
            <a:ext cx="28447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(re-grade reproducibility).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3219120" y="5076720"/>
            <a:ext cx="1429200" cy="304920"/>
          </a:xfrm>
          <a:custGeom>
            <a:avLst/>
            <a:gdLst/>
            <a:ahLst/>
            <a:rect l="0" t="0" r="r" b="b"/>
            <a:pathLst>
              <a:path w="3970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864" y="0"/>
                </a:lnTo>
                <a:cubicBezTo>
                  <a:pt x="3878" y="0"/>
                  <a:pt x="3892" y="2"/>
                  <a:pt x="3905" y="8"/>
                </a:cubicBezTo>
                <a:cubicBezTo>
                  <a:pt x="3918" y="13"/>
                  <a:pt x="3929" y="21"/>
                  <a:pt x="3939" y="31"/>
                </a:cubicBezTo>
                <a:cubicBezTo>
                  <a:pt x="3949" y="41"/>
                  <a:pt x="3957" y="52"/>
                  <a:pt x="3962" y="65"/>
                </a:cubicBezTo>
                <a:cubicBezTo>
                  <a:pt x="3967" y="78"/>
                  <a:pt x="3970" y="92"/>
                  <a:pt x="3970" y="106"/>
                </a:cubicBezTo>
                <a:lnTo>
                  <a:pt x="3970" y="742"/>
                </a:lnTo>
                <a:cubicBezTo>
                  <a:pt x="3970" y="756"/>
                  <a:pt x="3967" y="769"/>
                  <a:pt x="3962" y="782"/>
                </a:cubicBezTo>
                <a:cubicBezTo>
                  <a:pt x="3957" y="795"/>
                  <a:pt x="3949" y="807"/>
                  <a:pt x="3939" y="816"/>
                </a:cubicBezTo>
                <a:cubicBezTo>
                  <a:pt x="3929" y="826"/>
                  <a:pt x="3918" y="834"/>
                  <a:pt x="3905" y="839"/>
                </a:cubicBezTo>
                <a:cubicBezTo>
                  <a:pt x="3892" y="845"/>
                  <a:pt x="3878" y="847"/>
                  <a:pt x="3864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741960" y="5031000"/>
            <a:ext cx="2663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Stale availability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3280320" y="511200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at_capacity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4924080" y="5076720"/>
            <a:ext cx="952920" cy="304920"/>
          </a:xfrm>
          <a:custGeom>
            <a:avLst/>
            <a:gdLst/>
            <a:ahLst/>
            <a:rect l="0" t="0" r="r" b="b"/>
            <a:pathLst>
              <a:path w="2647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2541" y="0"/>
                </a:lnTo>
                <a:cubicBezTo>
                  <a:pt x="2555" y="0"/>
                  <a:pt x="2569" y="2"/>
                  <a:pt x="2582" y="8"/>
                </a:cubicBezTo>
                <a:cubicBezTo>
                  <a:pt x="2595" y="13"/>
                  <a:pt x="2606" y="21"/>
                  <a:pt x="2616" y="31"/>
                </a:cubicBezTo>
                <a:cubicBezTo>
                  <a:pt x="2626" y="41"/>
                  <a:pt x="2634" y="52"/>
                  <a:pt x="2639" y="65"/>
                </a:cubicBezTo>
                <a:cubicBezTo>
                  <a:pt x="2645" y="78"/>
                  <a:pt x="2647" y="92"/>
                  <a:pt x="2647" y="106"/>
                </a:cubicBezTo>
                <a:lnTo>
                  <a:pt x="2647" y="742"/>
                </a:lnTo>
                <a:cubicBezTo>
                  <a:pt x="2647" y="756"/>
                  <a:pt x="2645" y="769"/>
                  <a:pt x="2639" y="782"/>
                </a:cubicBezTo>
                <a:cubicBezTo>
                  <a:pt x="2634" y="795"/>
                  <a:pt x="2626" y="807"/>
                  <a:pt x="2616" y="816"/>
                </a:cubicBezTo>
                <a:cubicBezTo>
                  <a:pt x="2606" y="826"/>
                  <a:pt x="2595" y="834"/>
                  <a:pt x="2582" y="839"/>
                </a:cubicBezTo>
                <a:cubicBezTo>
                  <a:pt x="2569" y="845"/>
                  <a:pt x="2555" y="847"/>
                  <a:pt x="2541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2" y="807"/>
                  <a:pt x="14" y="795"/>
                  <a:pt x="9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4679280" y="503100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/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982760" y="5112000"/>
            <a:ext cx="835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offline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904720" y="5031000"/>
            <a:ext cx="58111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are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soft de-prioritization, not a filter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Lever 1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7419960" y="5429160"/>
            <a:ext cx="1428840" cy="304920"/>
          </a:xfrm>
          <a:custGeom>
            <a:avLst/>
            <a:gdLst/>
            <a:ahLst/>
            <a:rect l="0" t="0" r="r" b="b"/>
            <a:pathLst>
              <a:path w="3969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3863" y="0"/>
                </a:lnTo>
                <a:cubicBezTo>
                  <a:pt x="3877" y="0"/>
                  <a:pt x="3891" y="2"/>
                  <a:pt x="3904" y="8"/>
                </a:cubicBezTo>
                <a:cubicBezTo>
                  <a:pt x="3917" y="13"/>
                  <a:pt x="3928" y="21"/>
                  <a:pt x="3938" y="31"/>
                </a:cubicBezTo>
                <a:cubicBezTo>
                  <a:pt x="3948" y="41"/>
                  <a:pt x="3956" y="52"/>
                  <a:pt x="3961" y="65"/>
                </a:cubicBezTo>
                <a:cubicBezTo>
                  <a:pt x="3967" y="78"/>
                  <a:pt x="3969" y="92"/>
                  <a:pt x="3969" y="106"/>
                </a:cubicBezTo>
                <a:lnTo>
                  <a:pt x="3969" y="742"/>
                </a:lnTo>
                <a:cubicBezTo>
                  <a:pt x="3969" y="756"/>
                  <a:pt x="3967" y="769"/>
                  <a:pt x="3961" y="782"/>
                </a:cubicBezTo>
                <a:cubicBezTo>
                  <a:pt x="3956" y="795"/>
                  <a:pt x="3948" y="806"/>
                  <a:pt x="3938" y="816"/>
                </a:cubicBezTo>
                <a:cubicBezTo>
                  <a:pt x="3928" y="826"/>
                  <a:pt x="3917" y="834"/>
                  <a:pt x="3904" y="839"/>
                </a:cubicBezTo>
                <a:cubicBezTo>
                  <a:pt x="3891" y="845"/>
                  <a:pt x="3877" y="847"/>
                  <a:pt x="3863" y="847"/>
                </a:cubicBezTo>
                <a:lnTo>
                  <a:pt x="105" y="847"/>
                </a:lnTo>
                <a:cubicBezTo>
                  <a:pt x="91" y="847"/>
                  <a:pt x="78" y="845"/>
                  <a:pt x="65" y="839"/>
                </a:cubicBezTo>
                <a:cubicBezTo>
                  <a:pt x="52" y="834"/>
                  <a:pt x="40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815760" y="5383440"/>
            <a:ext cx="61862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(PR #84): we removed an emergency-only hard filter on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477560" y="546444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at_capacity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8876160" y="5383440"/>
            <a:ext cx="23482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that was disagreeing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615240" y="5745600"/>
            <a:ext cx="102052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with the documented design (§6.4) — dispatching a maybe-stale at-capacity vendor on a gas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1004760" y="6107400"/>
            <a:ext cx="98240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leak is strictly better than escalating into nothing.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Vendor axis 87.5 → 94.0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(+6.5 pp).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476520" y="6752880"/>
            <a:ext cx="2857680" cy="105120"/>
          </a:xfrm>
          <a:custGeom>
            <a:avLst/>
            <a:gdLst/>
            <a:ahLst/>
            <a:rect l="0" t="0" r="r" b="b"/>
            <a:pathLst>
              <a:path w="7938" h="292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3"/>
                  <a:pt x="52" y="15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7832" y="0"/>
                </a:lnTo>
                <a:cubicBezTo>
                  <a:pt x="7846" y="0"/>
                  <a:pt x="7860" y="3"/>
                  <a:pt x="7873" y="9"/>
                </a:cubicBezTo>
                <a:cubicBezTo>
                  <a:pt x="7886" y="15"/>
                  <a:pt x="7897" y="23"/>
                  <a:pt x="7907" y="32"/>
                </a:cubicBezTo>
                <a:cubicBezTo>
                  <a:pt x="7917" y="42"/>
                  <a:pt x="7925" y="54"/>
                  <a:pt x="7930" y="67"/>
                </a:cubicBezTo>
                <a:cubicBezTo>
                  <a:pt x="7936" y="80"/>
                  <a:pt x="7938" y="93"/>
                  <a:pt x="7938" y="107"/>
                </a:cubicBezTo>
                <a:lnTo>
                  <a:pt x="7938" y="292"/>
                </a:lnTo>
                <a:lnTo>
                  <a:pt x="0" y="292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28920" y="6707520"/>
            <a:ext cx="28692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No vendor qualifies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3891960" y="67885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4249800" y="67885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h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323320" y="67885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6514920" y="6752880"/>
            <a:ext cx="3096000" cy="105120"/>
          </a:xfrm>
          <a:custGeom>
            <a:avLst/>
            <a:gdLst/>
            <a:ahLst/>
            <a:rect l="0" t="0" r="r" b="b"/>
            <a:pathLst>
              <a:path w="8600" h="292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3"/>
                  <a:pt x="52" y="15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8494" y="0"/>
                </a:lnTo>
                <a:cubicBezTo>
                  <a:pt x="8508" y="0"/>
                  <a:pt x="8522" y="3"/>
                  <a:pt x="8535" y="9"/>
                </a:cubicBezTo>
                <a:cubicBezTo>
                  <a:pt x="8548" y="15"/>
                  <a:pt x="8559" y="23"/>
                  <a:pt x="8569" y="32"/>
                </a:cubicBezTo>
                <a:cubicBezTo>
                  <a:pt x="8579" y="42"/>
                  <a:pt x="8587" y="54"/>
                  <a:pt x="8592" y="67"/>
                </a:cubicBezTo>
                <a:cubicBezTo>
                  <a:pt x="8597" y="80"/>
                  <a:pt x="8600" y="93"/>
                  <a:pt x="8600" y="107"/>
                </a:cubicBezTo>
                <a:lnTo>
                  <a:pt x="8600" y="292"/>
                </a:lnTo>
                <a:lnTo>
                  <a:pt x="0" y="292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5800680" y="67885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6575760" y="6788520"/>
            <a:ext cx="239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di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7172280" y="6788520"/>
            <a:ext cx="597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 h 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8245800" y="67885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8722800" y="6788520"/>
            <a:ext cx="4777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id 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9768960" y="6707520"/>
            <a:ext cx="1698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summary notes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1172376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10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623880" y="1404720"/>
            <a:ext cx="10954080" cy="1343520"/>
          </a:xfrm>
          <a:custGeom>
            <a:avLst/>
            <a:gdLst/>
            <a:ahLst/>
            <a:rect l="0" t="0" r="r" b="b"/>
            <a:pathLst>
              <a:path w="30428" h="3732">
                <a:moveTo>
                  <a:pt x="0" y="3639"/>
                </a:moveTo>
                <a:lnTo>
                  <a:pt x="0" y="93"/>
                </a:lnTo>
                <a:cubicBezTo>
                  <a:pt x="0" y="80"/>
                  <a:pt x="1" y="69"/>
                  <a:pt x="5" y="57"/>
                </a:cubicBezTo>
                <a:cubicBezTo>
                  <a:pt x="8" y="46"/>
                  <a:pt x="13" y="36"/>
                  <a:pt x="19" y="27"/>
                </a:cubicBezTo>
                <a:cubicBezTo>
                  <a:pt x="25" y="19"/>
                  <a:pt x="32" y="12"/>
                  <a:pt x="40" y="7"/>
                </a:cubicBezTo>
                <a:cubicBezTo>
                  <a:pt x="48" y="2"/>
                  <a:pt x="57" y="0"/>
                  <a:pt x="66" y="0"/>
                </a:cubicBezTo>
                <a:lnTo>
                  <a:pt x="30335" y="0"/>
                </a:lnTo>
                <a:cubicBezTo>
                  <a:pt x="30347" y="0"/>
                  <a:pt x="30359" y="2"/>
                  <a:pt x="30370" y="7"/>
                </a:cubicBezTo>
                <a:cubicBezTo>
                  <a:pt x="30382" y="12"/>
                  <a:pt x="30392" y="19"/>
                  <a:pt x="30400" y="27"/>
                </a:cubicBezTo>
                <a:cubicBezTo>
                  <a:pt x="30409" y="36"/>
                  <a:pt x="30416" y="46"/>
                  <a:pt x="30421" y="57"/>
                </a:cubicBezTo>
                <a:cubicBezTo>
                  <a:pt x="30425" y="69"/>
                  <a:pt x="30428" y="80"/>
                  <a:pt x="30428" y="93"/>
                </a:cubicBezTo>
                <a:lnTo>
                  <a:pt x="30428" y="3639"/>
                </a:lnTo>
                <a:cubicBezTo>
                  <a:pt x="30428" y="3651"/>
                  <a:pt x="30425" y="3663"/>
                  <a:pt x="30421" y="3675"/>
                </a:cubicBezTo>
                <a:cubicBezTo>
                  <a:pt x="30416" y="3686"/>
                  <a:pt x="30409" y="3696"/>
                  <a:pt x="30400" y="3705"/>
                </a:cubicBezTo>
                <a:cubicBezTo>
                  <a:pt x="30392" y="3713"/>
                  <a:pt x="30382" y="3720"/>
                  <a:pt x="30370" y="3725"/>
                </a:cubicBezTo>
                <a:cubicBezTo>
                  <a:pt x="30359" y="3729"/>
                  <a:pt x="30347" y="3732"/>
                  <a:pt x="30335" y="3732"/>
                </a:cubicBezTo>
                <a:lnTo>
                  <a:pt x="66" y="3732"/>
                </a:lnTo>
                <a:cubicBezTo>
                  <a:pt x="57" y="3732"/>
                  <a:pt x="48" y="3729"/>
                  <a:pt x="40" y="3725"/>
                </a:cubicBezTo>
                <a:cubicBezTo>
                  <a:pt x="32" y="3720"/>
                  <a:pt x="25" y="3713"/>
                  <a:pt x="19" y="3705"/>
                </a:cubicBezTo>
                <a:cubicBezTo>
                  <a:pt x="13" y="3696"/>
                  <a:pt x="8" y="3686"/>
                  <a:pt x="5" y="3675"/>
                </a:cubicBezTo>
                <a:cubicBezTo>
                  <a:pt x="1" y="3663"/>
                  <a:pt x="0" y="3651"/>
                  <a:pt x="0" y="3639"/>
                </a:cubicBezTo>
                <a:close/>
              </a:path>
            </a:pathLst>
          </a:custGeom>
          <a:solidFill>
            <a:srgbClr val="01040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643680" y="1409400"/>
            <a:ext cx="10921320" cy="14760"/>
          </a:xfrm>
          <a:custGeom>
            <a:avLst/>
            <a:gdLst/>
            <a:ahLst/>
            <a:rect l="0" t="0" r="r" b="b"/>
            <a:pathLst>
              <a:path w="30337" h="41">
                <a:moveTo>
                  <a:pt x="30322" y="41"/>
                </a:moveTo>
                <a:lnTo>
                  <a:pt x="101" y="41"/>
                </a:lnTo>
                <a:lnTo>
                  <a:pt x="0" y="8"/>
                </a:lnTo>
                <a:cubicBezTo>
                  <a:pt x="3" y="2"/>
                  <a:pt x="7" y="0"/>
                  <a:pt x="11" y="0"/>
                </a:cubicBezTo>
                <a:lnTo>
                  <a:pt x="30280" y="0"/>
                </a:lnTo>
                <a:cubicBezTo>
                  <a:pt x="30302" y="0"/>
                  <a:pt x="30321" y="9"/>
                  <a:pt x="30336" y="25"/>
                </a:cubicBezTo>
                <a:cubicBezTo>
                  <a:pt x="30337" y="25"/>
                  <a:pt x="30337" y="25"/>
                  <a:pt x="30337" y="26"/>
                </a:cubicBezTo>
                <a:lnTo>
                  <a:pt x="30322" y="41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643680" y="2728800"/>
            <a:ext cx="10921320" cy="14400"/>
          </a:xfrm>
          <a:custGeom>
            <a:avLst/>
            <a:gdLst/>
            <a:ahLst/>
            <a:rect l="0" t="0" r="r" b="b"/>
            <a:pathLst>
              <a:path w="30337" h="40">
                <a:moveTo>
                  <a:pt x="101" y="0"/>
                </a:moveTo>
                <a:lnTo>
                  <a:pt x="30322" y="0"/>
                </a:lnTo>
                <a:lnTo>
                  <a:pt x="30337" y="16"/>
                </a:lnTo>
                <a:cubicBezTo>
                  <a:pt x="30337" y="16"/>
                  <a:pt x="30337" y="17"/>
                  <a:pt x="30336" y="17"/>
                </a:cubicBezTo>
                <a:cubicBezTo>
                  <a:pt x="30321" y="33"/>
                  <a:pt x="30302" y="40"/>
                  <a:pt x="30280" y="40"/>
                </a:cubicBezTo>
                <a:lnTo>
                  <a:pt x="11" y="40"/>
                </a:lnTo>
                <a:cubicBezTo>
                  <a:pt x="7" y="40"/>
                  <a:pt x="3" y="38"/>
                  <a:pt x="0" y="34"/>
                </a:cubicBezTo>
                <a:lnTo>
                  <a:pt x="101" y="0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11558520" y="1418040"/>
            <a:ext cx="14400" cy="1316880"/>
          </a:xfrm>
          <a:custGeom>
            <a:avLst/>
            <a:gdLst/>
            <a:ahLst/>
            <a:rect l="0" t="0" r="r" b="b"/>
            <a:pathLst>
              <a:path w="40" h="3658">
                <a:moveTo>
                  <a:pt x="0" y="3642"/>
                </a:moveTo>
                <a:lnTo>
                  <a:pt x="0" y="16"/>
                </a:lnTo>
                <a:lnTo>
                  <a:pt x="17" y="0"/>
                </a:lnTo>
                <a:cubicBezTo>
                  <a:pt x="33" y="15"/>
                  <a:pt x="40" y="34"/>
                  <a:pt x="40" y="56"/>
                </a:cubicBezTo>
                <a:lnTo>
                  <a:pt x="40" y="3602"/>
                </a:lnTo>
                <a:cubicBezTo>
                  <a:pt x="40" y="3624"/>
                  <a:pt x="33" y="3643"/>
                  <a:pt x="17" y="3658"/>
                </a:cubicBezTo>
                <a:lnTo>
                  <a:pt x="0" y="3642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637920" y="1411560"/>
            <a:ext cx="9000" cy="1329840"/>
          </a:xfrm>
          <a:custGeom>
            <a:avLst/>
            <a:gdLst/>
            <a:ahLst/>
            <a:rect l="0" t="0" r="r" b="b"/>
            <a:pathLst>
              <a:path w="25" h="3694">
                <a:moveTo>
                  <a:pt x="25" y="2"/>
                </a:moveTo>
                <a:lnTo>
                  <a:pt x="25" y="3692"/>
                </a:lnTo>
                <a:lnTo>
                  <a:pt x="18" y="3694"/>
                </a:lnTo>
                <a:cubicBezTo>
                  <a:pt x="15" y="3690"/>
                  <a:pt x="12" y="3684"/>
                  <a:pt x="8" y="3676"/>
                </a:cubicBezTo>
                <a:cubicBezTo>
                  <a:pt x="3" y="3661"/>
                  <a:pt x="0" y="3642"/>
                  <a:pt x="0" y="3620"/>
                </a:cubicBezTo>
                <a:lnTo>
                  <a:pt x="0" y="74"/>
                </a:lnTo>
                <a:cubicBezTo>
                  <a:pt x="0" y="52"/>
                  <a:pt x="3" y="33"/>
                  <a:pt x="8" y="18"/>
                </a:cubicBezTo>
                <a:cubicBezTo>
                  <a:pt x="12" y="10"/>
                  <a:pt x="15" y="4"/>
                  <a:pt x="18" y="0"/>
                </a:cubicBezTo>
                <a:lnTo>
                  <a:pt x="25" y="2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2265120" y="546480"/>
            <a:ext cx="939276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10 · Trainer-log spec — how we'd fine-tune next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862920" y="1605960"/>
            <a:ext cx="64296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8996A8"/>
                </a:solidFill>
                <a:effectLst/>
                <a:uFillTx/>
                <a:latin typeface="Menlo"/>
                <a:ea typeface="Menlo"/>
              </a:rPr>
              <a:t>@dataclass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1248120" y="1866600"/>
            <a:ext cx="642600" cy="10080"/>
          </a:xfrm>
          <a:custGeom>
            <a:avLst/>
            <a:gdLst/>
            <a:ahLst/>
            <a:rect l="0" t="0" r="r" b="b"/>
            <a:pathLst>
              <a:path w="1785" h="28">
                <a:moveTo>
                  <a:pt x="1613" y="28"/>
                </a:moveTo>
                <a:lnTo>
                  <a:pt x="0" y="28"/>
                </a:lnTo>
                <a:lnTo>
                  <a:pt x="0" y="0"/>
                </a:lnTo>
                <a:lnTo>
                  <a:pt x="1613" y="0"/>
                </a:lnTo>
                <a:lnTo>
                  <a:pt x="1613" y="28"/>
                </a:lnTo>
                <a:moveTo>
                  <a:pt x="1765" y="0"/>
                </a:moveTo>
                <a:lnTo>
                  <a:pt x="1785" y="0"/>
                </a:lnTo>
                <a:lnTo>
                  <a:pt x="1785" y="28"/>
                </a:lnTo>
                <a:lnTo>
                  <a:pt x="1765" y="28"/>
                </a:lnTo>
                <a:lnTo>
                  <a:pt x="1765" y="0"/>
                </a:lnTo>
                <a:close/>
              </a:path>
            </a:pathLst>
          </a:custGeom>
          <a:solidFill>
            <a:srgbClr val="89BD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862920" y="1758240"/>
            <a:ext cx="1092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class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839" b="0" u="none" strike="noStrike">
                <a:solidFill>
                  <a:srgbClr val="89BDFF"/>
                </a:solidFill>
                <a:effectLst/>
                <a:uFillTx/>
                <a:latin typeface="Menlo"/>
                <a:ea typeface="Menlo"/>
              </a:rPr>
              <a:t>TrainerLog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: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862920" y="1920240"/>
            <a:ext cx="1542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full_transcript: str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862920" y="2082240"/>
            <a:ext cx="39826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ai_prediction:   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Dict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[str, 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Any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]    </a:t>
            </a:r>
            <a:r>
              <a:rPr lang="en-US" sz="839" b="0" i="1" u="none" strike="noStrike">
                <a:solidFill>
                  <a:srgbClr val="AEAEAE"/>
                </a:solidFill>
                <a:effectLst/>
                <a:uFillTx/>
                <a:latin typeface="Menlo"/>
                <a:ea typeface="Menlo"/>
              </a:rPr>
              <a:t># pre-override snapshot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862920" y="2244240"/>
            <a:ext cx="289080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human_override:  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Optional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[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Dict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[str, 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Any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]]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862920" y="2406240"/>
            <a:ext cx="40471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final_decision:  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Dict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[str, </a:t>
            </a:r>
            <a:r>
              <a:rPr lang="en-US" sz="839" b="0" u="none" strike="noStrike">
                <a:solidFill>
                  <a:srgbClr val="E28964"/>
                </a:solidFill>
                <a:effectLst/>
                <a:uFillTx/>
                <a:latin typeface="Menlo"/>
                <a:ea typeface="Menlo"/>
              </a:rPr>
              <a:t>Any</a:t>
            </a:r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]    </a:t>
            </a:r>
            <a:r>
              <a:rPr lang="en-US" sz="839" b="0" i="1" u="none" strike="noStrike">
                <a:solidFill>
                  <a:srgbClr val="AEAEAE"/>
                </a:solidFill>
                <a:effectLst/>
                <a:uFillTx/>
                <a:latin typeface="Menlo"/>
                <a:ea typeface="Menlo"/>
              </a:rPr>
              <a:t># what actually went out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4562280" y="3047760"/>
            <a:ext cx="1667160" cy="305280"/>
          </a:xfrm>
          <a:custGeom>
            <a:avLst/>
            <a:gdLst/>
            <a:ahLst/>
            <a:rect l="0" t="0" r="r" b="b"/>
            <a:pathLst>
              <a:path w="4631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525" y="0"/>
                </a:lnTo>
                <a:cubicBezTo>
                  <a:pt x="4539" y="0"/>
                  <a:pt x="4553" y="3"/>
                  <a:pt x="4566" y="8"/>
                </a:cubicBezTo>
                <a:cubicBezTo>
                  <a:pt x="4579" y="14"/>
                  <a:pt x="4590" y="21"/>
                  <a:pt x="4600" y="31"/>
                </a:cubicBezTo>
                <a:cubicBezTo>
                  <a:pt x="4610" y="41"/>
                  <a:pt x="4618" y="53"/>
                  <a:pt x="4623" y="65"/>
                </a:cubicBezTo>
                <a:cubicBezTo>
                  <a:pt x="4629" y="78"/>
                  <a:pt x="4631" y="92"/>
                  <a:pt x="4631" y="106"/>
                </a:cubicBezTo>
                <a:lnTo>
                  <a:pt x="4631" y="742"/>
                </a:lnTo>
                <a:cubicBezTo>
                  <a:pt x="4631" y="756"/>
                  <a:pt x="4629" y="770"/>
                  <a:pt x="4623" y="783"/>
                </a:cubicBezTo>
                <a:cubicBezTo>
                  <a:pt x="4618" y="795"/>
                  <a:pt x="4610" y="807"/>
                  <a:pt x="4600" y="817"/>
                </a:cubicBezTo>
                <a:cubicBezTo>
                  <a:pt x="4590" y="827"/>
                  <a:pt x="4579" y="834"/>
                  <a:pt x="4566" y="840"/>
                </a:cubicBezTo>
                <a:cubicBezTo>
                  <a:pt x="4553" y="845"/>
                  <a:pt x="4539" y="848"/>
                  <a:pt x="4525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1056960" y="3002400"/>
            <a:ext cx="38239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Beyond the 11 rubric fields,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620240" y="3083040"/>
            <a:ext cx="1551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ai_prediction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8200800" y="3047760"/>
            <a:ext cx="1190880" cy="305280"/>
          </a:xfrm>
          <a:custGeom>
            <a:avLst/>
            <a:gdLst/>
            <a:ahLst/>
            <a:rect l="0" t="0" r="r" b="b"/>
            <a:pathLst>
              <a:path w="3308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03" y="0"/>
                </a:lnTo>
                <a:cubicBezTo>
                  <a:pt x="3217" y="0"/>
                  <a:pt x="3230" y="3"/>
                  <a:pt x="3243" y="8"/>
                </a:cubicBezTo>
                <a:cubicBezTo>
                  <a:pt x="3256" y="14"/>
                  <a:pt x="3267" y="21"/>
                  <a:pt x="3277" y="31"/>
                </a:cubicBezTo>
                <a:cubicBezTo>
                  <a:pt x="3287" y="41"/>
                  <a:pt x="3295" y="53"/>
                  <a:pt x="3300" y="65"/>
                </a:cubicBezTo>
                <a:cubicBezTo>
                  <a:pt x="3306" y="78"/>
                  <a:pt x="3308" y="92"/>
                  <a:pt x="3308" y="106"/>
                </a:cubicBezTo>
                <a:lnTo>
                  <a:pt x="3308" y="742"/>
                </a:lnTo>
                <a:cubicBezTo>
                  <a:pt x="3308" y="756"/>
                  <a:pt x="3306" y="770"/>
                  <a:pt x="3300" y="783"/>
                </a:cubicBezTo>
                <a:cubicBezTo>
                  <a:pt x="3295" y="795"/>
                  <a:pt x="3287" y="807"/>
                  <a:pt x="3277" y="817"/>
                </a:cubicBezTo>
                <a:cubicBezTo>
                  <a:pt x="3267" y="827"/>
                  <a:pt x="3256" y="834"/>
                  <a:pt x="3243" y="840"/>
                </a:cubicBezTo>
                <a:cubicBezTo>
                  <a:pt x="3230" y="845"/>
                  <a:pt x="3217" y="848"/>
                  <a:pt x="3203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4" y="795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6257520" y="3002400"/>
            <a:ext cx="2015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 also captures: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8260200" y="308304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reasoning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9420480" y="3002400"/>
            <a:ext cx="1588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(classifier 1–2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4209840" y="3409920"/>
            <a:ext cx="1543320" cy="304920"/>
          </a:xfrm>
          <a:custGeom>
            <a:avLst/>
            <a:gdLst/>
            <a:ahLst/>
            <a:rect l="0" t="0" r="r" b="b"/>
            <a:pathLst>
              <a:path w="4287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4181" y="0"/>
                </a:lnTo>
                <a:cubicBezTo>
                  <a:pt x="4196" y="0"/>
                  <a:pt x="4209" y="2"/>
                  <a:pt x="4222" y="8"/>
                </a:cubicBezTo>
                <a:cubicBezTo>
                  <a:pt x="4235" y="13"/>
                  <a:pt x="4246" y="21"/>
                  <a:pt x="4256" y="31"/>
                </a:cubicBezTo>
                <a:cubicBezTo>
                  <a:pt x="4266" y="41"/>
                  <a:pt x="4274" y="52"/>
                  <a:pt x="4279" y="65"/>
                </a:cubicBezTo>
                <a:cubicBezTo>
                  <a:pt x="4285" y="78"/>
                  <a:pt x="4287" y="91"/>
                  <a:pt x="4287" y="105"/>
                </a:cubicBezTo>
                <a:lnTo>
                  <a:pt x="4287" y="741"/>
                </a:lnTo>
                <a:cubicBezTo>
                  <a:pt x="4287" y="755"/>
                  <a:pt x="4285" y="769"/>
                  <a:pt x="4279" y="782"/>
                </a:cubicBezTo>
                <a:cubicBezTo>
                  <a:pt x="4274" y="795"/>
                  <a:pt x="4266" y="806"/>
                  <a:pt x="4256" y="816"/>
                </a:cubicBezTo>
                <a:cubicBezTo>
                  <a:pt x="4246" y="826"/>
                  <a:pt x="4235" y="834"/>
                  <a:pt x="4222" y="839"/>
                </a:cubicBezTo>
                <a:cubicBezTo>
                  <a:pt x="4209" y="845"/>
                  <a:pt x="4196" y="847"/>
                  <a:pt x="4181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4" y="795"/>
                  <a:pt x="8" y="782"/>
                </a:cubicBezTo>
                <a:cubicBezTo>
                  <a:pt x="3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38200" y="3364200"/>
            <a:ext cx="25275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sentence justification),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4267080" y="3445200"/>
            <a:ext cx="1432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hitl_reasons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8048520" y="3409920"/>
            <a:ext cx="2619720" cy="304920"/>
          </a:xfrm>
          <a:custGeom>
            <a:avLst/>
            <a:gdLst/>
            <a:ahLst/>
            <a:rect l="0" t="0" r="r" b="b"/>
            <a:pathLst>
              <a:path w="7277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7171" y="0"/>
                </a:lnTo>
                <a:cubicBezTo>
                  <a:pt x="7185" y="0"/>
                  <a:pt x="7199" y="2"/>
                  <a:pt x="7211" y="8"/>
                </a:cubicBezTo>
                <a:cubicBezTo>
                  <a:pt x="7224" y="13"/>
                  <a:pt x="7236" y="21"/>
                  <a:pt x="7246" y="31"/>
                </a:cubicBezTo>
                <a:cubicBezTo>
                  <a:pt x="7256" y="41"/>
                  <a:pt x="7263" y="52"/>
                  <a:pt x="7269" y="65"/>
                </a:cubicBezTo>
                <a:cubicBezTo>
                  <a:pt x="7274" y="78"/>
                  <a:pt x="7277" y="91"/>
                  <a:pt x="7277" y="105"/>
                </a:cubicBezTo>
                <a:lnTo>
                  <a:pt x="7277" y="741"/>
                </a:lnTo>
                <a:cubicBezTo>
                  <a:pt x="7277" y="755"/>
                  <a:pt x="7274" y="769"/>
                  <a:pt x="7269" y="782"/>
                </a:cubicBezTo>
                <a:cubicBezTo>
                  <a:pt x="7263" y="795"/>
                  <a:pt x="7256" y="806"/>
                  <a:pt x="7246" y="816"/>
                </a:cubicBezTo>
                <a:cubicBezTo>
                  <a:pt x="7236" y="826"/>
                  <a:pt x="7224" y="834"/>
                  <a:pt x="7211" y="839"/>
                </a:cubicBezTo>
                <a:cubicBezTo>
                  <a:pt x="7199" y="845"/>
                  <a:pt x="7185" y="847"/>
                  <a:pt x="7171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785200" y="3364200"/>
            <a:ext cx="2085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(pause-rule tags),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8103960" y="3445200"/>
            <a:ext cx="2505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clarification_reasons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409920" y="3762360"/>
            <a:ext cx="2381400" cy="314640"/>
          </a:xfrm>
          <a:custGeom>
            <a:avLst/>
            <a:gdLst/>
            <a:ahLst/>
            <a:rect l="0" t="0" r="r" b="b"/>
            <a:pathLst>
              <a:path w="6615" h="874">
                <a:moveTo>
                  <a:pt x="0" y="768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6509" y="0"/>
                </a:lnTo>
                <a:cubicBezTo>
                  <a:pt x="6523" y="0"/>
                  <a:pt x="6537" y="2"/>
                  <a:pt x="6550" y="8"/>
                </a:cubicBezTo>
                <a:cubicBezTo>
                  <a:pt x="6563" y="13"/>
                  <a:pt x="6574" y="21"/>
                  <a:pt x="6584" y="31"/>
                </a:cubicBezTo>
                <a:cubicBezTo>
                  <a:pt x="6594" y="40"/>
                  <a:pt x="6602" y="52"/>
                  <a:pt x="6607" y="65"/>
                </a:cubicBezTo>
                <a:cubicBezTo>
                  <a:pt x="6612" y="78"/>
                  <a:pt x="6615" y="91"/>
                  <a:pt x="6615" y="105"/>
                </a:cubicBezTo>
                <a:lnTo>
                  <a:pt x="6615" y="768"/>
                </a:lnTo>
                <a:cubicBezTo>
                  <a:pt x="6615" y="782"/>
                  <a:pt x="6612" y="795"/>
                  <a:pt x="6607" y="808"/>
                </a:cubicBezTo>
                <a:cubicBezTo>
                  <a:pt x="6602" y="821"/>
                  <a:pt x="6594" y="833"/>
                  <a:pt x="6584" y="843"/>
                </a:cubicBezTo>
                <a:cubicBezTo>
                  <a:pt x="6574" y="853"/>
                  <a:pt x="6563" y="860"/>
                  <a:pt x="6550" y="866"/>
                </a:cubicBezTo>
                <a:cubicBezTo>
                  <a:pt x="6537" y="871"/>
                  <a:pt x="6523" y="874"/>
                  <a:pt x="6509" y="874"/>
                </a:cubicBezTo>
                <a:lnTo>
                  <a:pt x="105" y="874"/>
                </a:lnTo>
                <a:cubicBezTo>
                  <a:pt x="91" y="874"/>
                  <a:pt x="78" y="871"/>
                  <a:pt x="65" y="866"/>
                </a:cubicBezTo>
                <a:cubicBezTo>
                  <a:pt x="52" y="860"/>
                  <a:pt x="41" y="853"/>
                  <a:pt x="31" y="843"/>
                </a:cubicBezTo>
                <a:cubicBezTo>
                  <a:pt x="21" y="833"/>
                  <a:pt x="13" y="821"/>
                  <a:pt x="8" y="808"/>
                </a:cubicBezTo>
                <a:cubicBezTo>
                  <a:pt x="2" y="795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0695960" y="336420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3467160" y="3797640"/>
            <a:ext cx="2266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confidence_category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5972040" y="3762360"/>
            <a:ext cx="2743560" cy="314640"/>
          </a:xfrm>
          <a:custGeom>
            <a:avLst/>
            <a:gdLst/>
            <a:ahLst/>
            <a:rect l="0" t="0" r="r" b="b"/>
            <a:pathLst>
              <a:path w="7621" h="874">
                <a:moveTo>
                  <a:pt x="0" y="768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7515" y="0"/>
                </a:lnTo>
                <a:cubicBezTo>
                  <a:pt x="7529" y="0"/>
                  <a:pt x="7543" y="2"/>
                  <a:pt x="7556" y="8"/>
                </a:cubicBezTo>
                <a:cubicBezTo>
                  <a:pt x="7569" y="13"/>
                  <a:pt x="7580" y="21"/>
                  <a:pt x="7590" y="31"/>
                </a:cubicBezTo>
                <a:cubicBezTo>
                  <a:pt x="7600" y="40"/>
                  <a:pt x="7607" y="52"/>
                  <a:pt x="7613" y="65"/>
                </a:cubicBezTo>
                <a:cubicBezTo>
                  <a:pt x="7618" y="78"/>
                  <a:pt x="7621" y="91"/>
                  <a:pt x="7621" y="105"/>
                </a:cubicBezTo>
                <a:lnTo>
                  <a:pt x="7621" y="768"/>
                </a:lnTo>
                <a:cubicBezTo>
                  <a:pt x="7621" y="782"/>
                  <a:pt x="7618" y="795"/>
                  <a:pt x="7613" y="808"/>
                </a:cubicBezTo>
                <a:cubicBezTo>
                  <a:pt x="7607" y="821"/>
                  <a:pt x="7600" y="833"/>
                  <a:pt x="7590" y="843"/>
                </a:cubicBezTo>
                <a:cubicBezTo>
                  <a:pt x="7580" y="853"/>
                  <a:pt x="7569" y="860"/>
                  <a:pt x="7556" y="866"/>
                </a:cubicBezTo>
                <a:cubicBezTo>
                  <a:pt x="7543" y="871"/>
                  <a:pt x="7529" y="874"/>
                  <a:pt x="7515" y="874"/>
                </a:cubicBezTo>
                <a:lnTo>
                  <a:pt x="106" y="874"/>
                </a:lnTo>
                <a:cubicBezTo>
                  <a:pt x="92" y="874"/>
                  <a:pt x="78" y="871"/>
                  <a:pt x="65" y="866"/>
                </a:cubicBezTo>
                <a:cubicBezTo>
                  <a:pt x="52" y="860"/>
                  <a:pt x="41" y="853"/>
                  <a:pt x="31" y="843"/>
                </a:cubicBezTo>
                <a:cubicBezTo>
                  <a:pt x="21" y="833"/>
                  <a:pt x="13" y="821"/>
                  <a:pt x="8" y="808"/>
                </a:cubicBezTo>
                <a:cubicBezTo>
                  <a:pt x="3" y="795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5820120" y="371664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31440" y="3797640"/>
            <a:ext cx="2624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confidence_subcategory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8742600" y="371664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605840" y="4326480"/>
            <a:ext cx="3147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Replay into fine-tuning: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286080" y="4809960"/>
            <a:ext cx="2733840" cy="305280"/>
          </a:xfrm>
          <a:custGeom>
            <a:avLst/>
            <a:gdLst/>
            <a:ahLst/>
            <a:rect l="0" t="0" r="r" b="b"/>
            <a:pathLst>
              <a:path w="759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7488" y="0"/>
                </a:lnTo>
                <a:cubicBezTo>
                  <a:pt x="7502" y="0"/>
                  <a:pt x="7516" y="3"/>
                  <a:pt x="7529" y="8"/>
                </a:cubicBezTo>
                <a:cubicBezTo>
                  <a:pt x="7542" y="13"/>
                  <a:pt x="7553" y="21"/>
                  <a:pt x="7563" y="31"/>
                </a:cubicBezTo>
                <a:cubicBezTo>
                  <a:pt x="7573" y="41"/>
                  <a:pt x="7581" y="52"/>
                  <a:pt x="7586" y="65"/>
                </a:cubicBezTo>
                <a:cubicBezTo>
                  <a:pt x="7591" y="78"/>
                  <a:pt x="7594" y="92"/>
                  <a:pt x="7594" y="106"/>
                </a:cubicBezTo>
                <a:lnTo>
                  <a:pt x="7594" y="742"/>
                </a:lnTo>
                <a:cubicBezTo>
                  <a:pt x="7594" y="756"/>
                  <a:pt x="7591" y="769"/>
                  <a:pt x="7586" y="782"/>
                </a:cubicBezTo>
                <a:cubicBezTo>
                  <a:pt x="7581" y="795"/>
                  <a:pt x="7573" y="807"/>
                  <a:pt x="7563" y="817"/>
                </a:cubicBezTo>
                <a:cubicBezTo>
                  <a:pt x="7553" y="827"/>
                  <a:pt x="7542" y="834"/>
                  <a:pt x="7529" y="840"/>
                </a:cubicBezTo>
                <a:cubicBezTo>
                  <a:pt x="7516" y="845"/>
                  <a:pt x="7502" y="848"/>
                  <a:pt x="7488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930600" y="4764600"/>
            <a:ext cx="22233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1. Drop rows where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3339000" y="4845240"/>
            <a:ext cx="2624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human_override is None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6116400" y="4764600"/>
            <a:ext cx="34390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and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auto-resolved — no signal.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1247760" y="5600520"/>
            <a:ext cx="8820360" cy="305280"/>
          </a:xfrm>
          <a:custGeom>
            <a:avLst/>
            <a:gdLst/>
            <a:ahLst/>
            <a:rect l="0" t="0" r="r" b="b"/>
            <a:pathLst>
              <a:path w="24501" h="848">
                <a:moveTo>
                  <a:pt x="0" y="742"/>
                </a:moveTo>
                <a:lnTo>
                  <a:pt x="0" y="107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4395" y="0"/>
                </a:lnTo>
                <a:cubicBezTo>
                  <a:pt x="24409" y="0"/>
                  <a:pt x="24423" y="3"/>
                  <a:pt x="24436" y="8"/>
                </a:cubicBezTo>
                <a:cubicBezTo>
                  <a:pt x="24449" y="13"/>
                  <a:pt x="24460" y="21"/>
                  <a:pt x="24470" y="31"/>
                </a:cubicBezTo>
                <a:cubicBezTo>
                  <a:pt x="24480" y="41"/>
                  <a:pt x="24488" y="52"/>
                  <a:pt x="24493" y="65"/>
                </a:cubicBezTo>
                <a:cubicBezTo>
                  <a:pt x="24498" y="78"/>
                  <a:pt x="24501" y="92"/>
                  <a:pt x="24501" y="107"/>
                </a:cubicBezTo>
                <a:lnTo>
                  <a:pt x="24501" y="742"/>
                </a:lnTo>
                <a:cubicBezTo>
                  <a:pt x="24501" y="756"/>
                  <a:pt x="24498" y="769"/>
                  <a:pt x="24493" y="782"/>
                </a:cubicBezTo>
                <a:cubicBezTo>
                  <a:pt x="24488" y="795"/>
                  <a:pt x="24480" y="807"/>
                  <a:pt x="24470" y="817"/>
                </a:cubicBezTo>
                <a:cubicBezTo>
                  <a:pt x="24460" y="827"/>
                  <a:pt x="24449" y="834"/>
                  <a:pt x="24436" y="840"/>
                </a:cubicBezTo>
                <a:cubicBezTo>
                  <a:pt x="24423" y="845"/>
                  <a:pt x="24409" y="848"/>
                  <a:pt x="24395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930600" y="5193000"/>
            <a:ext cx="28450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2. Train classifier head on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1306080" y="5635800"/>
            <a:ext cx="87080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(full_transcript) → (final_decision.category, final_decision.subcategory)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0100160" y="5555160"/>
            <a:ext cx="1367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Overridden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219320" y="5916960"/>
            <a:ext cx="33145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rows are the correction signal.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524040" y="6391080"/>
            <a:ext cx="5601240" cy="305280"/>
          </a:xfrm>
          <a:custGeom>
            <a:avLst/>
            <a:gdLst/>
            <a:ahLst/>
            <a:rect l="0" t="0" r="r" b="b"/>
            <a:pathLst>
              <a:path w="15559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5453" y="0"/>
                </a:lnTo>
                <a:cubicBezTo>
                  <a:pt x="15467" y="0"/>
                  <a:pt x="15480" y="3"/>
                  <a:pt x="15493" y="8"/>
                </a:cubicBezTo>
                <a:cubicBezTo>
                  <a:pt x="15506" y="13"/>
                  <a:pt x="15518" y="21"/>
                  <a:pt x="15528" y="31"/>
                </a:cubicBezTo>
                <a:cubicBezTo>
                  <a:pt x="15538" y="41"/>
                  <a:pt x="15545" y="52"/>
                  <a:pt x="15551" y="65"/>
                </a:cubicBezTo>
                <a:cubicBezTo>
                  <a:pt x="15556" y="78"/>
                  <a:pt x="15559" y="92"/>
                  <a:pt x="15559" y="106"/>
                </a:cubicBezTo>
                <a:lnTo>
                  <a:pt x="15559" y="742"/>
                </a:lnTo>
                <a:cubicBezTo>
                  <a:pt x="15559" y="756"/>
                  <a:pt x="15556" y="769"/>
                  <a:pt x="15551" y="782"/>
                </a:cubicBezTo>
                <a:cubicBezTo>
                  <a:pt x="15545" y="795"/>
                  <a:pt x="15538" y="807"/>
                  <a:pt x="15528" y="817"/>
                </a:cubicBezTo>
                <a:cubicBezTo>
                  <a:pt x="15518" y="827"/>
                  <a:pt x="15506" y="834"/>
                  <a:pt x="15493" y="840"/>
                </a:cubicBezTo>
                <a:cubicBezTo>
                  <a:pt x="15480" y="845"/>
                  <a:pt x="15467" y="848"/>
                  <a:pt x="15453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930600" y="6345720"/>
            <a:ext cx="24861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3. Train HITL head on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582360" y="6426360"/>
            <a:ext cx="54874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(ai_prediction, hitl_reasons) → was_overridden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9155880" y="6345720"/>
            <a:ext cx="1864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calibrates the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219320" y="6707520"/>
            <a:ext cx="2086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gate against actual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3519720" y="6707520"/>
            <a:ext cx="19612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reviewer behavior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175616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11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609480" y="1618920"/>
            <a:ext cx="10973160" cy="19800"/>
          </a:xfrm>
          <a:custGeom>
            <a:avLst/>
            <a:gdLst/>
            <a:ahLst/>
            <a:rect l="0" t="0" r="r" b="b"/>
            <a:pathLst>
              <a:path w="30481" h="55">
                <a:moveTo>
                  <a:pt x="0" y="0"/>
                </a:moveTo>
                <a:lnTo>
                  <a:pt x="30481" y="0"/>
                </a:lnTo>
                <a:lnTo>
                  <a:pt x="30481" y="55"/>
                </a:lnTo>
                <a:lnTo>
                  <a:pt x="0" y="55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618840" y="1876320"/>
            <a:ext cx="3505680" cy="419400"/>
          </a:xfrm>
          <a:custGeom>
            <a:avLst/>
            <a:gdLst/>
            <a:ahLst/>
            <a:rect l="0" t="0" r="r" b="b"/>
            <a:pathLst>
              <a:path w="9738" h="1165">
                <a:moveTo>
                  <a:pt x="0" y="0"/>
                </a:moveTo>
                <a:lnTo>
                  <a:pt x="9738" y="0"/>
                </a:lnTo>
                <a:lnTo>
                  <a:pt x="973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4124160" y="1876320"/>
            <a:ext cx="952920" cy="419400"/>
          </a:xfrm>
          <a:custGeom>
            <a:avLst/>
            <a:gdLst/>
            <a:ahLst/>
            <a:rect l="0" t="0" r="r" b="b"/>
            <a:pathLst>
              <a:path w="2647" h="1165">
                <a:moveTo>
                  <a:pt x="0" y="0"/>
                </a:moveTo>
                <a:lnTo>
                  <a:pt x="2647" y="0"/>
                </a:lnTo>
                <a:lnTo>
                  <a:pt x="264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5076720" y="1876320"/>
            <a:ext cx="771840" cy="419400"/>
          </a:xfrm>
          <a:custGeom>
            <a:avLst/>
            <a:gdLst/>
            <a:ahLst/>
            <a:rect l="0" t="0" r="r" b="b"/>
            <a:pathLst>
              <a:path w="2144" h="1165">
                <a:moveTo>
                  <a:pt x="0" y="0"/>
                </a:moveTo>
                <a:lnTo>
                  <a:pt x="2144" y="0"/>
                </a:lnTo>
                <a:lnTo>
                  <a:pt x="2144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5848200" y="1876320"/>
            <a:ext cx="5734440" cy="419400"/>
          </a:xfrm>
          <a:custGeom>
            <a:avLst/>
            <a:gdLst/>
            <a:ahLst/>
            <a:rect l="0" t="0" r="r" b="b"/>
            <a:pathLst>
              <a:path w="15929" h="1165">
                <a:moveTo>
                  <a:pt x="0" y="0"/>
                </a:moveTo>
                <a:lnTo>
                  <a:pt x="15929" y="0"/>
                </a:lnTo>
                <a:lnTo>
                  <a:pt x="15929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618840" y="2295360"/>
            <a:ext cx="3505680" cy="571680"/>
          </a:xfrm>
          <a:custGeom>
            <a:avLst/>
            <a:gdLst/>
            <a:ahLst/>
            <a:rect l="0" t="0" r="r" b="b"/>
            <a:pathLst>
              <a:path w="9738" h="1588">
                <a:moveTo>
                  <a:pt x="0" y="0"/>
                </a:moveTo>
                <a:lnTo>
                  <a:pt x="9738" y="0"/>
                </a:lnTo>
                <a:lnTo>
                  <a:pt x="973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4124160" y="2295360"/>
            <a:ext cx="952920" cy="571680"/>
          </a:xfrm>
          <a:custGeom>
            <a:avLst/>
            <a:gdLst/>
            <a:ahLst/>
            <a:rect l="0" t="0" r="r" b="b"/>
            <a:pathLst>
              <a:path w="2647" h="1588">
                <a:moveTo>
                  <a:pt x="0" y="0"/>
                </a:moveTo>
                <a:lnTo>
                  <a:pt x="2647" y="0"/>
                </a:lnTo>
                <a:lnTo>
                  <a:pt x="264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5076720" y="2295360"/>
            <a:ext cx="771840" cy="571680"/>
          </a:xfrm>
          <a:custGeom>
            <a:avLst/>
            <a:gdLst/>
            <a:ahLst/>
            <a:rect l="0" t="0" r="r" b="b"/>
            <a:pathLst>
              <a:path w="2144" h="1588">
                <a:moveTo>
                  <a:pt x="0" y="0"/>
                </a:moveTo>
                <a:lnTo>
                  <a:pt x="2144" y="0"/>
                </a:lnTo>
                <a:lnTo>
                  <a:pt x="2144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5848200" y="2295360"/>
            <a:ext cx="5734440" cy="571680"/>
          </a:xfrm>
          <a:custGeom>
            <a:avLst/>
            <a:gdLst/>
            <a:ahLst/>
            <a:rect l="0" t="0" r="r" b="b"/>
            <a:pathLst>
              <a:path w="15929" h="1588">
                <a:moveTo>
                  <a:pt x="0" y="0"/>
                </a:moveTo>
                <a:lnTo>
                  <a:pt x="15929" y="0"/>
                </a:lnTo>
                <a:lnTo>
                  <a:pt x="15929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618840" y="3190680"/>
            <a:ext cx="3505680" cy="581400"/>
          </a:xfrm>
          <a:custGeom>
            <a:avLst/>
            <a:gdLst/>
            <a:ahLst/>
            <a:rect l="0" t="0" r="r" b="b"/>
            <a:pathLst>
              <a:path w="9738" h="1615">
                <a:moveTo>
                  <a:pt x="0" y="0"/>
                </a:moveTo>
                <a:lnTo>
                  <a:pt x="9738" y="0"/>
                </a:lnTo>
                <a:lnTo>
                  <a:pt x="973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4124160" y="3190680"/>
            <a:ext cx="952920" cy="581400"/>
          </a:xfrm>
          <a:custGeom>
            <a:avLst/>
            <a:gdLst/>
            <a:ahLst/>
            <a:rect l="0" t="0" r="r" b="b"/>
            <a:pathLst>
              <a:path w="2647" h="1615">
                <a:moveTo>
                  <a:pt x="0" y="0"/>
                </a:moveTo>
                <a:lnTo>
                  <a:pt x="2647" y="0"/>
                </a:lnTo>
                <a:lnTo>
                  <a:pt x="264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5076720" y="3190680"/>
            <a:ext cx="771840" cy="581400"/>
          </a:xfrm>
          <a:custGeom>
            <a:avLst/>
            <a:gdLst/>
            <a:ahLst/>
            <a:rect l="0" t="0" r="r" b="b"/>
            <a:pathLst>
              <a:path w="2144" h="1615">
                <a:moveTo>
                  <a:pt x="0" y="0"/>
                </a:moveTo>
                <a:lnTo>
                  <a:pt x="2144" y="0"/>
                </a:lnTo>
                <a:lnTo>
                  <a:pt x="214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5848200" y="3190680"/>
            <a:ext cx="5734440" cy="581400"/>
          </a:xfrm>
          <a:custGeom>
            <a:avLst/>
            <a:gdLst/>
            <a:ahLst/>
            <a:rect l="0" t="0" r="r" b="b"/>
            <a:pathLst>
              <a:path w="15929" h="1615">
                <a:moveTo>
                  <a:pt x="0" y="0"/>
                </a:moveTo>
                <a:lnTo>
                  <a:pt x="15929" y="0"/>
                </a:lnTo>
                <a:lnTo>
                  <a:pt x="1592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618840" y="4343040"/>
            <a:ext cx="3505680" cy="581400"/>
          </a:xfrm>
          <a:custGeom>
            <a:avLst/>
            <a:gdLst/>
            <a:ahLst/>
            <a:rect l="0" t="0" r="r" b="b"/>
            <a:pathLst>
              <a:path w="9738" h="1615">
                <a:moveTo>
                  <a:pt x="0" y="0"/>
                </a:moveTo>
                <a:lnTo>
                  <a:pt x="9738" y="0"/>
                </a:lnTo>
                <a:lnTo>
                  <a:pt x="973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4124160" y="4343040"/>
            <a:ext cx="952920" cy="581400"/>
          </a:xfrm>
          <a:custGeom>
            <a:avLst/>
            <a:gdLst/>
            <a:ahLst/>
            <a:rect l="0" t="0" r="r" b="b"/>
            <a:pathLst>
              <a:path w="2647" h="1615">
                <a:moveTo>
                  <a:pt x="0" y="0"/>
                </a:moveTo>
                <a:lnTo>
                  <a:pt x="2647" y="0"/>
                </a:lnTo>
                <a:lnTo>
                  <a:pt x="264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5076720" y="4343040"/>
            <a:ext cx="771840" cy="581400"/>
          </a:xfrm>
          <a:custGeom>
            <a:avLst/>
            <a:gdLst/>
            <a:ahLst/>
            <a:rect l="0" t="0" r="r" b="b"/>
            <a:pathLst>
              <a:path w="2144" h="1615">
                <a:moveTo>
                  <a:pt x="0" y="0"/>
                </a:moveTo>
                <a:lnTo>
                  <a:pt x="2144" y="0"/>
                </a:lnTo>
                <a:lnTo>
                  <a:pt x="214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5848200" y="4343040"/>
            <a:ext cx="5734440" cy="581400"/>
          </a:xfrm>
          <a:custGeom>
            <a:avLst/>
            <a:gdLst/>
            <a:ahLst/>
            <a:rect l="0" t="0" r="r" b="b"/>
            <a:pathLst>
              <a:path w="15929" h="1615">
                <a:moveTo>
                  <a:pt x="0" y="0"/>
                </a:moveTo>
                <a:lnTo>
                  <a:pt x="15929" y="0"/>
                </a:lnTo>
                <a:lnTo>
                  <a:pt x="1592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609480" y="1866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609480" y="1866600"/>
            <a:ext cx="3524400" cy="10080"/>
          </a:xfrm>
          <a:custGeom>
            <a:avLst/>
            <a:gdLst/>
            <a:ahLst/>
            <a:rect l="0" t="0" r="r" b="b"/>
            <a:pathLst>
              <a:path w="9790" h="28">
                <a:moveTo>
                  <a:pt x="0" y="0"/>
                </a:moveTo>
                <a:lnTo>
                  <a:pt x="9790" y="0"/>
                </a:lnTo>
                <a:lnTo>
                  <a:pt x="9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4124160" y="1866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4133520" y="186660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5076720" y="1866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5086080" y="186660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5848200" y="1866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5857560" y="1866600"/>
            <a:ext cx="5725080" cy="10080"/>
          </a:xfrm>
          <a:custGeom>
            <a:avLst/>
            <a:gdLst/>
            <a:ahLst/>
            <a:rect l="0" t="0" r="r" b="b"/>
            <a:pathLst>
              <a:path w="15903" h="28">
                <a:moveTo>
                  <a:pt x="0" y="0"/>
                </a:moveTo>
                <a:lnTo>
                  <a:pt x="15903" y="0"/>
                </a:lnTo>
                <a:lnTo>
                  <a:pt x="159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11572560" y="18666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609480" y="2285640"/>
            <a:ext cx="3524400" cy="10080"/>
          </a:xfrm>
          <a:custGeom>
            <a:avLst/>
            <a:gdLst/>
            <a:ahLst/>
            <a:rect l="0" t="0" r="r" b="b"/>
            <a:pathLst>
              <a:path w="9790" h="28">
                <a:moveTo>
                  <a:pt x="0" y="0"/>
                </a:moveTo>
                <a:lnTo>
                  <a:pt x="9790" y="0"/>
                </a:lnTo>
                <a:lnTo>
                  <a:pt x="9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4133520" y="2285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508608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5857560" y="2285640"/>
            <a:ext cx="5725080" cy="10080"/>
          </a:xfrm>
          <a:custGeom>
            <a:avLst/>
            <a:gdLst/>
            <a:ahLst/>
            <a:rect l="0" t="0" r="r" b="b"/>
            <a:pathLst>
              <a:path w="15903" h="28">
                <a:moveTo>
                  <a:pt x="0" y="0"/>
                </a:moveTo>
                <a:lnTo>
                  <a:pt x="15903" y="0"/>
                </a:lnTo>
                <a:lnTo>
                  <a:pt x="159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609480" y="229536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4124160" y="229536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5076720" y="229536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5848200" y="229536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11572560" y="229536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609480" y="28764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09480" y="2866680"/>
            <a:ext cx="3524400" cy="10080"/>
          </a:xfrm>
          <a:custGeom>
            <a:avLst/>
            <a:gdLst/>
            <a:ahLst/>
            <a:rect l="0" t="0" r="r" b="b"/>
            <a:pathLst>
              <a:path w="9790" h="28">
                <a:moveTo>
                  <a:pt x="0" y="0"/>
                </a:moveTo>
                <a:lnTo>
                  <a:pt x="9790" y="0"/>
                </a:lnTo>
                <a:lnTo>
                  <a:pt x="9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4124160" y="28764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4133520" y="286668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5076720" y="28764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5086080" y="286668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5848200" y="28764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5857560" y="2866680"/>
            <a:ext cx="5725080" cy="10080"/>
          </a:xfrm>
          <a:custGeom>
            <a:avLst/>
            <a:gdLst/>
            <a:ahLst/>
            <a:rect l="0" t="0" r="r" b="b"/>
            <a:pathLst>
              <a:path w="15903" h="28">
                <a:moveTo>
                  <a:pt x="0" y="0"/>
                </a:moveTo>
                <a:lnTo>
                  <a:pt x="15903" y="0"/>
                </a:lnTo>
                <a:lnTo>
                  <a:pt x="159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11572560" y="287640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09480" y="320004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09480" y="3190680"/>
            <a:ext cx="3524400" cy="9720"/>
          </a:xfrm>
          <a:custGeom>
            <a:avLst/>
            <a:gdLst/>
            <a:ahLst/>
            <a:rect l="0" t="0" r="r" b="b"/>
            <a:pathLst>
              <a:path w="9790" h="27">
                <a:moveTo>
                  <a:pt x="0" y="0"/>
                </a:moveTo>
                <a:lnTo>
                  <a:pt x="9790" y="0"/>
                </a:lnTo>
                <a:lnTo>
                  <a:pt x="9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4124160" y="320004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4133520" y="31906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5076720" y="320004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5086080" y="3190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5848200" y="320004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5857560" y="3190680"/>
            <a:ext cx="5725080" cy="9720"/>
          </a:xfrm>
          <a:custGeom>
            <a:avLst/>
            <a:gdLst/>
            <a:ahLst/>
            <a:rect l="0" t="0" r="r" b="b"/>
            <a:pathLst>
              <a:path w="15903" h="27">
                <a:moveTo>
                  <a:pt x="0" y="0"/>
                </a:moveTo>
                <a:lnTo>
                  <a:pt x="15903" y="0"/>
                </a:lnTo>
                <a:lnTo>
                  <a:pt x="159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11572560" y="320004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609480" y="37717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609480" y="3762360"/>
            <a:ext cx="3524400" cy="9720"/>
          </a:xfrm>
          <a:custGeom>
            <a:avLst/>
            <a:gdLst/>
            <a:ahLst/>
            <a:rect l="0" t="0" r="r" b="b"/>
            <a:pathLst>
              <a:path w="9790" h="27">
                <a:moveTo>
                  <a:pt x="0" y="0"/>
                </a:moveTo>
                <a:lnTo>
                  <a:pt x="9790" y="0"/>
                </a:lnTo>
                <a:lnTo>
                  <a:pt x="9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4124160" y="37717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4133520" y="37623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5076720" y="37717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5086080" y="37623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5848200" y="37717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5857560" y="3762360"/>
            <a:ext cx="5725080" cy="9720"/>
          </a:xfrm>
          <a:custGeom>
            <a:avLst/>
            <a:gdLst/>
            <a:ahLst/>
            <a:rect l="0" t="0" r="r" b="b"/>
            <a:pathLst>
              <a:path w="15903" h="27">
                <a:moveTo>
                  <a:pt x="0" y="0"/>
                </a:moveTo>
                <a:lnTo>
                  <a:pt x="15903" y="0"/>
                </a:lnTo>
                <a:lnTo>
                  <a:pt x="159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11572560" y="377172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609480" y="43527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0"/>
                </a:moveTo>
                <a:lnTo>
                  <a:pt x="27" y="0"/>
                </a:lnTo>
                <a:lnTo>
                  <a:pt x="2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609480" y="4343040"/>
            <a:ext cx="3524400" cy="10080"/>
          </a:xfrm>
          <a:custGeom>
            <a:avLst/>
            <a:gdLst/>
            <a:ahLst/>
            <a:rect l="0" t="0" r="r" b="b"/>
            <a:pathLst>
              <a:path w="9790" h="28">
                <a:moveTo>
                  <a:pt x="0" y="0"/>
                </a:moveTo>
                <a:lnTo>
                  <a:pt x="9790" y="0"/>
                </a:lnTo>
                <a:lnTo>
                  <a:pt x="9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4124160" y="43527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0"/>
                </a:moveTo>
                <a:lnTo>
                  <a:pt x="27" y="0"/>
                </a:lnTo>
                <a:lnTo>
                  <a:pt x="2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4133520" y="4343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5076720" y="43527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0"/>
                </a:moveTo>
                <a:lnTo>
                  <a:pt x="27" y="0"/>
                </a:lnTo>
                <a:lnTo>
                  <a:pt x="2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5086080" y="4343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5848200" y="43527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0"/>
                </a:moveTo>
                <a:lnTo>
                  <a:pt x="27" y="0"/>
                </a:lnTo>
                <a:lnTo>
                  <a:pt x="2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5857560" y="4343040"/>
            <a:ext cx="5725080" cy="10080"/>
          </a:xfrm>
          <a:custGeom>
            <a:avLst/>
            <a:gdLst/>
            <a:ahLst/>
            <a:rect l="0" t="0" r="r" b="b"/>
            <a:pathLst>
              <a:path w="15903" h="28">
                <a:moveTo>
                  <a:pt x="0" y="0"/>
                </a:moveTo>
                <a:lnTo>
                  <a:pt x="15903" y="0"/>
                </a:lnTo>
                <a:lnTo>
                  <a:pt x="159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11572560" y="4352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28" y="0"/>
                </a:lnTo>
                <a:lnTo>
                  <a:pt x="2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609480" y="492408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609480" y="4914720"/>
            <a:ext cx="3524400" cy="9720"/>
          </a:xfrm>
          <a:custGeom>
            <a:avLst/>
            <a:gdLst/>
            <a:ahLst/>
            <a:rect l="0" t="0" r="r" b="b"/>
            <a:pathLst>
              <a:path w="9790" h="27">
                <a:moveTo>
                  <a:pt x="0" y="0"/>
                </a:moveTo>
                <a:lnTo>
                  <a:pt x="9790" y="0"/>
                </a:lnTo>
                <a:lnTo>
                  <a:pt x="97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4124160" y="492408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4133520" y="491472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5076720" y="492408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5086080" y="491472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5848200" y="492408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5857560" y="4914720"/>
            <a:ext cx="5725080" cy="9720"/>
          </a:xfrm>
          <a:custGeom>
            <a:avLst/>
            <a:gdLst/>
            <a:ahLst/>
            <a:rect l="0" t="0" r="r" b="b"/>
            <a:pathLst>
              <a:path w="15903" h="27">
                <a:moveTo>
                  <a:pt x="0" y="0"/>
                </a:moveTo>
                <a:lnTo>
                  <a:pt x="15903" y="0"/>
                </a:lnTo>
                <a:lnTo>
                  <a:pt x="159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11572560" y="492408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609480" y="5486040"/>
            <a:ext cx="3524400" cy="10080"/>
          </a:xfrm>
          <a:custGeom>
            <a:avLst/>
            <a:gdLst/>
            <a:ahLst/>
            <a:rect l="0" t="0" r="r" b="b"/>
            <a:pathLst>
              <a:path w="9790" h="28">
                <a:moveTo>
                  <a:pt x="0" y="0"/>
                </a:moveTo>
                <a:lnTo>
                  <a:pt x="9790" y="0"/>
                </a:lnTo>
                <a:lnTo>
                  <a:pt x="97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4133520" y="5486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5086080" y="5486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5857560" y="5486040"/>
            <a:ext cx="5725080" cy="10080"/>
          </a:xfrm>
          <a:custGeom>
            <a:avLst/>
            <a:gdLst/>
            <a:ahLst/>
            <a:rect l="0" t="0" r="r" b="b"/>
            <a:pathLst>
              <a:path w="15903" h="28">
                <a:moveTo>
                  <a:pt x="0" y="0"/>
                </a:moveTo>
                <a:lnTo>
                  <a:pt x="15903" y="0"/>
                </a:lnTo>
                <a:lnTo>
                  <a:pt x="159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2664360" y="1013400"/>
            <a:ext cx="838908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11 · Composite trajectory — 87.95 → 92.33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68520" y="1991880"/>
            <a:ext cx="30240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RUN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179240" y="1991880"/>
            <a:ext cx="82368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COMPOSITE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5134320" y="1905840"/>
            <a:ext cx="4809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FALSE-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5134320" y="2086920"/>
            <a:ext cx="24768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911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5902920" y="1991880"/>
            <a:ext cx="11390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WHAT CHANGED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1562040" y="2485800"/>
            <a:ext cx="695520" cy="219600"/>
          </a:xfrm>
          <a:custGeom>
            <a:avLst/>
            <a:gdLst/>
            <a:ahLst/>
            <a:rect l="0" t="0" r="r" b="b"/>
            <a:pathLst>
              <a:path w="1932" h="610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826" y="0"/>
                </a:lnTo>
                <a:cubicBezTo>
                  <a:pt x="1840" y="0"/>
                  <a:pt x="1854" y="3"/>
                  <a:pt x="1867" y="8"/>
                </a:cubicBezTo>
                <a:cubicBezTo>
                  <a:pt x="1880" y="14"/>
                  <a:pt x="1891" y="21"/>
                  <a:pt x="1901" y="31"/>
                </a:cubicBezTo>
                <a:cubicBezTo>
                  <a:pt x="1911" y="41"/>
                  <a:pt x="1919" y="52"/>
                  <a:pt x="1924" y="65"/>
                </a:cubicBezTo>
                <a:cubicBezTo>
                  <a:pt x="1929" y="78"/>
                  <a:pt x="1932" y="93"/>
                  <a:pt x="1932" y="107"/>
                </a:cubicBezTo>
                <a:lnTo>
                  <a:pt x="1932" y="504"/>
                </a:lnTo>
                <a:cubicBezTo>
                  <a:pt x="1932" y="518"/>
                  <a:pt x="1929" y="531"/>
                  <a:pt x="1924" y="544"/>
                </a:cubicBezTo>
                <a:cubicBezTo>
                  <a:pt x="1919" y="557"/>
                  <a:pt x="1911" y="569"/>
                  <a:pt x="1901" y="579"/>
                </a:cubicBezTo>
                <a:cubicBezTo>
                  <a:pt x="1891" y="589"/>
                  <a:pt x="1880" y="596"/>
                  <a:pt x="1867" y="602"/>
                </a:cubicBezTo>
                <a:cubicBezTo>
                  <a:pt x="1854" y="607"/>
                  <a:pt x="1840" y="610"/>
                  <a:pt x="1826" y="610"/>
                </a:cubicBezTo>
                <a:lnTo>
                  <a:pt x="105" y="610"/>
                </a:lnTo>
                <a:cubicBezTo>
                  <a:pt x="91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687600" y="2455200"/>
            <a:ext cx="7408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baseline 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622880" y="251100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33fc3bc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278800" y="24552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4198320" y="2455200"/>
            <a:ext cx="427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87.95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5153400" y="245520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922000" y="2331360"/>
            <a:ext cx="3905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First end-to-end pipeline (issues #16/#19/#20/#21 +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5922000" y="2579040"/>
            <a:ext cx="9684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orchestrator)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2466720" y="2933640"/>
            <a:ext cx="695880" cy="219240"/>
          </a:xfrm>
          <a:custGeom>
            <a:avLst/>
            <a:gdLst/>
            <a:ahLst/>
            <a:rect l="0" t="0" r="r" b="b"/>
            <a:pathLst>
              <a:path w="1933" h="609">
                <a:moveTo>
                  <a:pt x="0" y="503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1826" y="0"/>
                </a:lnTo>
                <a:cubicBezTo>
                  <a:pt x="1841" y="0"/>
                  <a:pt x="1854" y="2"/>
                  <a:pt x="1867" y="8"/>
                </a:cubicBezTo>
                <a:cubicBezTo>
                  <a:pt x="1880" y="13"/>
                  <a:pt x="1892" y="21"/>
                  <a:pt x="1902" y="31"/>
                </a:cubicBezTo>
                <a:cubicBezTo>
                  <a:pt x="1912" y="41"/>
                  <a:pt x="1919" y="52"/>
                  <a:pt x="1925" y="66"/>
                </a:cubicBezTo>
                <a:cubicBezTo>
                  <a:pt x="1930" y="79"/>
                  <a:pt x="1933" y="92"/>
                  <a:pt x="1933" y="106"/>
                </a:cubicBezTo>
                <a:lnTo>
                  <a:pt x="1933" y="503"/>
                </a:lnTo>
                <a:cubicBezTo>
                  <a:pt x="1933" y="517"/>
                  <a:pt x="1930" y="531"/>
                  <a:pt x="1925" y="544"/>
                </a:cubicBezTo>
                <a:cubicBezTo>
                  <a:pt x="1919" y="557"/>
                  <a:pt x="1912" y="568"/>
                  <a:pt x="1902" y="578"/>
                </a:cubicBezTo>
                <a:cubicBezTo>
                  <a:pt x="1892" y="588"/>
                  <a:pt x="1880" y="596"/>
                  <a:pt x="1867" y="601"/>
                </a:cubicBezTo>
                <a:cubicBezTo>
                  <a:pt x="1854" y="607"/>
                  <a:pt x="1841" y="609"/>
                  <a:pt x="1826" y="609"/>
                </a:cubicBezTo>
                <a:lnTo>
                  <a:pt x="106" y="609"/>
                </a:lnTo>
                <a:cubicBezTo>
                  <a:pt x="92" y="609"/>
                  <a:pt x="79" y="607"/>
                  <a:pt x="66" y="601"/>
                </a:cubicBezTo>
                <a:cubicBezTo>
                  <a:pt x="53" y="596"/>
                  <a:pt x="41" y="588"/>
                  <a:pt x="31" y="578"/>
                </a:cubicBezTo>
                <a:cubicBezTo>
                  <a:pt x="21" y="568"/>
                  <a:pt x="14" y="557"/>
                  <a:pt x="8" y="544"/>
                </a:cubicBezTo>
                <a:cubicBezTo>
                  <a:pt x="3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87600" y="2902680"/>
            <a:ext cx="1509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trap-cascade HITL 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2526120" y="295884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7511166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3182040" y="290268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4198320" y="2902680"/>
            <a:ext cx="427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88.30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5153400" y="290268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5922000" y="2902680"/>
            <a:ext cx="23428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hitl_f1 0.684 → 0.719 (#63/#64)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2809800" y="3390840"/>
            <a:ext cx="695520" cy="209880"/>
          </a:xfrm>
          <a:custGeom>
            <a:avLst/>
            <a:gdLst/>
            <a:ahLst/>
            <a:rect l="0" t="0" r="r" b="b"/>
            <a:pathLst>
              <a:path w="1932" h="583">
                <a:moveTo>
                  <a:pt x="0" y="47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826" y="0"/>
                </a:lnTo>
                <a:cubicBezTo>
                  <a:pt x="1840" y="0"/>
                  <a:pt x="1854" y="2"/>
                  <a:pt x="1867" y="8"/>
                </a:cubicBezTo>
                <a:cubicBezTo>
                  <a:pt x="1880" y="13"/>
                  <a:pt x="1891" y="21"/>
                  <a:pt x="1901" y="31"/>
                </a:cubicBezTo>
                <a:cubicBezTo>
                  <a:pt x="1911" y="41"/>
                  <a:pt x="1919" y="52"/>
                  <a:pt x="1924" y="65"/>
                </a:cubicBezTo>
                <a:cubicBezTo>
                  <a:pt x="1929" y="78"/>
                  <a:pt x="1932" y="91"/>
                  <a:pt x="1932" y="105"/>
                </a:cubicBezTo>
                <a:lnTo>
                  <a:pt x="1932" y="477"/>
                </a:lnTo>
                <a:cubicBezTo>
                  <a:pt x="1932" y="491"/>
                  <a:pt x="1929" y="504"/>
                  <a:pt x="1924" y="517"/>
                </a:cubicBezTo>
                <a:cubicBezTo>
                  <a:pt x="1919" y="530"/>
                  <a:pt x="1911" y="542"/>
                  <a:pt x="1901" y="552"/>
                </a:cubicBezTo>
                <a:cubicBezTo>
                  <a:pt x="1891" y="562"/>
                  <a:pt x="1880" y="569"/>
                  <a:pt x="1867" y="575"/>
                </a:cubicBezTo>
                <a:cubicBezTo>
                  <a:pt x="1854" y="580"/>
                  <a:pt x="1840" y="583"/>
                  <a:pt x="1826" y="583"/>
                </a:cubicBezTo>
                <a:lnTo>
                  <a:pt x="106" y="583"/>
                </a:lnTo>
                <a:cubicBezTo>
                  <a:pt x="92" y="583"/>
                  <a:pt x="78" y="580"/>
                  <a:pt x="65" y="575"/>
                </a:cubicBezTo>
                <a:cubicBezTo>
                  <a:pt x="52" y="569"/>
                  <a:pt x="41" y="562"/>
                  <a:pt x="31" y="552"/>
                </a:cubicBezTo>
                <a:cubicBezTo>
                  <a:pt x="21" y="542"/>
                  <a:pt x="13" y="530"/>
                  <a:pt x="8" y="517"/>
                </a:cubicBezTo>
                <a:cubicBezTo>
                  <a:pt x="2" y="504"/>
                  <a:pt x="0" y="491"/>
                  <a:pt x="0" y="47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687600" y="3359880"/>
            <a:ext cx="1765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phone-history fallback 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2870640" y="341604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98b2c16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526560" y="335988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4198320" y="3359880"/>
            <a:ext cx="427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88.10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5153400" y="335988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5922000" y="3236040"/>
            <a:ext cx="4600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fields 88 → 91 (#65); profile-echo override blocks stale-profile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5922000" y="3483720"/>
            <a:ext cx="750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LLM echo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990440" y="3962160"/>
            <a:ext cx="695880" cy="219600"/>
          </a:xfrm>
          <a:custGeom>
            <a:avLst/>
            <a:gdLst/>
            <a:ahLst/>
            <a:rect l="0" t="0" r="r" b="b"/>
            <a:pathLst>
              <a:path w="1933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3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504"/>
                </a:lnTo>
                <a:cubicBezTo>
                  <a:pt x="1933" y="518"/>
                  <a:pt x="1930" y="531"/>
                  <a:pt x="1925" y="544"/>
                </a:cubicBezTo>
                <a:cubicBezTo>
                  <a:pt x="1919" y="557"/>
                  <a:pt x="1912" y="569"/>
                  <a:pt x="1902" y="579"/>
                </a:cubicBezTo>
                <a:cubicBezTo>
                  <a:pt x="1892" y="589"/>
                  <a:pt x="1880" y="596"/>
                  <a:pt x="1867" y="602"/>
                </a:cubicBezTo>
                <a:cubicBezTo>
                  <a:pt x="1854" y="607"/>
                  <a:pt x="1841" y="610"/>
                  <a:pt x="1827" y="610"/>
                </a:cubicBezTo>
                <a:lnTo>
                  <a:pt x="106" y="610"/>
                </a:lnTo>
                <a:cubicBezTo>
                  <a:pt x="92" y="610"/>
                  <a:pt x="79" y="607"/>
                  <a:pt x="66" y="602"/>
                </a:cubicBezTo>
                <a:cubicBezTo>
                  <a:pt x="53" y="596"/>
                  <a:pt x="41" y="589"/>
                  <a:pt x="31" y="579"/>
                </a:cubicBezTo>
                <a:cubicBezTo>
                  <a:pt x="21" y="569"/>
                  <a:pt x="14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687600" y="3931560"/>
            <a:ext cx="1110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stacked main 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2048760" y="398736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8262a79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2704680" y="393156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4198320" y="3931560"/>
            <a:ext cx="427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90.88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5153400" y="393156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922000" y="3807720"/>
            <a:ext cx="4426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clarif_f1 0.75 → 0.92 · auto-res 85.9 → 97.7 · vendor 84.5 →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5922000" y="405540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87.5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87600" y="4379040"/>
            <a:ext cx="31111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validator benign-context override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1552320" y="4657680"/>
            <a:ext cx="695880" cy="219240"/>
          </a:xfrm>
          <a:custGeom>
            <a:avLst/>
            <a:gdLst/>
            <a:ahLst/>
            <a:rect l="0" t="0" r="r" b="b"/>
            <a:pathLst>
              <a:path w="1933" h="609">
                <a:moveTo>
                  <a:pt x="0" y="503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2"/>
                  <a:pt x="1867" y="8"/>
                </a:cubicBezTo>
                <a:cubicBezTo>
                  <a:pt x="1880" y="13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1"/>
                  <a:pt x="1933" y="105"/>
                </a:cubicBezTo>
                <a:lnTo>
                  <a:pt x="1933" y="503"/>
                </a:lnTo>
                <a:cubicBezTo>
                  <a:pt x="1933" y="517"/>
                  <a:pt x="1930" y="531"/>
                  <a:pt x="1925" y="544"/>
                </a:cubicBezTo>
                <a:cubicBezTo>
                  <a:pt x="1919" y="557"/>
                  <a:pt x="1912" y="568"/>
                  <a:pt x="1902" y="578"/>
                </a:cubicBezTo>
                <a:cubicBezTo>
                  <a:pt x="1892" y="588"/>
                  <a:pt x="1880" y="596"/>
                  <a:pt x="1867" y="601"/>
                </a:cubicBezTo>
                <a:cubicBezTo>
                  <a:pt x="1854" y="606"/>
                  <a:pt x="1841" y="609"/>
                  <a:pt x="1827" y="609"/>
                </a:cubicBezTo>
                <a:lnTo>
                  <a:pt x="106" y="609"/>
                </a:lnTo>
                <a:cubicBezTo>
                  <a:pt x="92" y="609"/>
                  <a:pt x="79" y="606"/>
                  <a:pt x="66" y="601"/>
                </a:cubicBezTo>
                <a:cubicBezTo>
                  <a:pt x="53" y="596"/>
                  <a:pt x="41" y="588"/>
                  <a:pt x="31" y="578"/>
                </a:cubicBezTo>
                <a:cubicBezTo>
                  <a:pt x="21" y="568"/>
                  <a:pt x="14" y="557"/>
                  <a:pt x="8" y="544"/>
                </a:cubicBezTo>
                <a:cubicBezTo>
                  <a:pt x="3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87600" y="4626720"/>
            <a:ext cx="8341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(PR #74,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1611720" y="468288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c6b9255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2267640" y="462672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4198320" y="4502880"/>
            <a:ext cx="513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91.20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5153400" y="450288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5922000" y="4379040"/>
            <a:ext cx="473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Suppresses 9 false-911s on "burnt popcorn" canary on test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5922000" y="4626720"/>
            <a:ext cx="21024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— would have cost −45 raw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2581200" y="5114880"/>
            <a:ext cx="695520" cy="219240"/>
          </a:xfrm>
          <a:custGeom>
            <a:avLst/>
            <a:gdLst/>
            <a:ahLst/>
            <a:rect l="0" t="0" r="r" b="b"/>
            <a:pathLst>
              <a:path w="1932" h="609">
                <a:moveTo>
                  <a:pt x="0" y="503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826" y="0"/>
                </a:lnTo>
                <a:cubicBezTo>
                  <a:pt x="1840" y="0"/>
                  <a:pt x="1854" y="2"/>
                  <a:pt x="1867" y="8"/>
                </a:cubicBezTo>
                <a:cubicBezTo>
                  <a:pt x="1880" y="13"/>
                  <a:pt x="1891" y="21"/>
                  <a:pt x="1901" y="31"/>
                </a:cubicBezTo>
                <a:cubicBezTo>
                  <a:pt x="1911" y="41"/>
                  <a:pt x="1919" y="52"/>
                  <a:pt x="1924" y="65"/>
                </a:cubicBezTo>
                <a:cubicBezTo>
                  <a:pt x="1929" y="78"/>
                  <a:pt x="1932" y="92"/>
                  <a:pt x="1932" y="106"/>
                </a:cubicBezTo>
                <a:lnTo>
                  <a:pt x="1932" y="503"/>
                </a:lnTo>
                <a:cubicBezTo>
                  <a:pt x="1932" y="517"/>
                  <a:pt x="1929" y="531"/>
                  <a:pt x="1924" y="544"/>
                </a:cubicBezTo>
                <a:cubicBezTo>
                  <a:pt x="1919" y="557"/>
                  <a:pt x="1911" y="568"/>
                  <a:pt x="1901" y="578"/>
                </a:cubicBezTo>
                <a:cubicBezTo>
                  <a:pt x="1891" y="588"/>
                  <a:pt x="1880" y="596"/>
                  <a:pt x="1867" y="601"/>
                </a:cubicBezTo>
                <a:cubicBezTo>
                  <a:pt x="1854" y="606"/>
                  <a:pt x="1840" y="609"/>
                  <a:pt x="1826" y="609"/>
                </a:cubicBezTo>
                <a:lnTo>
                  <a:pt x="106" y="609"/>
                </a:lnTo>
                <a:cubicBezTo>
                  <a:pt x="92" y="609"/>
                  <a:pt x="78" y="606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2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687600" y="5083920"/>
            <a:ext cx="1857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levers 1+2 (PR #84,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637360" y="514008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4eb9b3f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293280" y="508392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4198320" y="5083920"/>
            <a:ext cx="513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92.33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5153400" y="5083920"/>
            <a:ext cx="171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4ADE80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5922000" y="4960080"/>
            <a:ext cx="4415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vendor 87.5 → 94.0 · risk 84 → 86.5 · hitl_f1 +0.029 — 2.5σ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5922000" y="5207760"/>
            <a:ext cx="1300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above noise floor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609480" y="5628240"/>
            <a:ext cx="813096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All runs: 200-row dev set, gpt-4o-mini @ T=0 seed=7. Noise floor on identical agent code: ±0.45 composite (run f-prime).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1172988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12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618840" y="2504880"/>
            <a:ext cx="2962800" cy="238320"/>
          </a:xfrm>
          <a:custGeom>
            <a:avLst/>
            <a:gdLst/>
            <a:ahLst/>
            <a:rect l="0" t="0" r="r" b="b"/>
            <a:pathLst>
              <a:path w="8230" h="662">
                <a:moveTo>
                  <a:pt x="0" y="0"/>
                </a:moveTo>
                <a:lnTo>
                  <a:pt x="8230" y="0"/>
                </a:lnTo>
                <a:lnTo>
                  <a:pt x="8230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3581280" y="2504880"/>
            <a:ext cx="1152720" cy="238320"/>
          </a:xfrm>
          <a:custGeom>
            <a:avLst/>
            <a:gdLst/>
            <a:ahLst/>
            <a:rect l="0" t="0" r="r" b="b"/>
            <a:pathLst>
              <a:path w="3202" h="662">
                <a:moveTo>
                  <a:pt x="0" y="0"/>
                </a:moveTo>
                <a:lnTo>
                  <a:pt x="3202" y="0"/>
                </a:lnTo>
                <a:lnTo>
                  <a:pt x="3202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4733640" y="2504880"/>
            <a:ext cx="1248120" cy="238320"/>
          </a:xfrm>
          <a:custGeom>
            <a:avLst/>
            <a:gdLst/>
            <a:ahLst/>
            <a:rect l="0" t="0" r="r" b="b"/>
            <a:pathLst>
              <a:path w="3467" h="662">
                <a:moveTo>
                  <a:pt x="0" y="0"/>
                </a:moveTo>
                <a:lnTo>
                  <a:pt x="3467" y="0"/>
                </a:lnTo>
                <a:lnTo>
                  <a:pt x="3467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618840" y="2742840"/>
            <a:ext cx="2962800" cy="324360"/>
          </a:xfrm>
          <a:custGeom>
            <a:avLst/>
            <a:gdLst/>
            <a:ahLst/>
            <a:rect l="0" t="0" r="r" b="b"/>
            <a:pathLst>
              <a:path w="8230" h="901">
                <a:moveTo>
                  <a:pt x="0" y="0"/>
                </a:moveTo>
                <a:lnTo>
                  <a:pt x="8230" y="0"/>
                </a:lnTo>
                <a:lnTo>
                  <a:pt x="8230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3581280" y="2742840"/>
            <a:ext cx="1152720" cy="324360"/>
          </a:xfrm>
          <a:custGeom>
            <a:avLst/>
            <a:gdLst/>
            <a:ahLst/>
            <a:rect l="0" t="0" r="r" b="b"/>
            <a:pathLst>
              <a:path w="3202" h="901">
                <a:moveTo>
                  <a:pt x="0" y="0"/>
                </a:moveTo>
                <a:lnTo>
                  <a:pt x="3202" y="0"/>
                </a:lnTo>
                <a:lnTo>
                  <a:pt x="3202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4733640" y="2742840"/>
            <a:ext cx="1248120" cy="324360"/>
          </a:xfrm>
          <a:custGeom>
            <a:avLst/>
            <a:gdLst/>
            <a:ahLst/>
            <a:rect l="0" t="0" r="r" b="b"/>
            <a:pathLst>
              <a:path w="3467" h="901">
                <a:moveTo>
                  <a:pt x="0" y="0"/>
                </a:moveTo>
                <a:lnTo>
                  <a:pt x="3467" y="0"/>
                </a:lnTo>
                <a:lnTo>
                  <a:pt x="346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618840" y="3400200"/>
            <a:ext cx="2962800" cy="324360"/>
          </a:xfrm>
          <a:custGeom>
            <a:avLst/>
            <a:gdLst/>
            <a:ahLst/>
            <a:rect l="0" t="0" r="r" b="b"/>
            <a:pathLst>
              <a:path w="8230" h="901">
                <a:moveTo>
                  <a:pt x="0" y="0"/>
                </a:moveTo>
                <a:lnTo>
                  <a:pt x="8230" y="0"/>
                </a:lnTo>
                <a:lnTo>
                  <a:pt x="8230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3581280" y="3400200"/>
            <a:ext cx="1152720" cy="324360"/>
          </a:xfrm>
          <a:custGeom>
            <a:avLst/>
            <a:gdLst/>
            <a:ahLst/>
            <a:rect l="0" t="0" r="r" b="b"/>
            <a:pathLst>
              <a:path w="3202" h="901">
                <a:moveTo>
                  <a:pt x="0" y="0"/>
                </a:moveTo>
                <a:lnTo>
                  <a:pt x="3202" y="0"/>
                </a:lnTo>
                <a:lnTo>
                  <a:pt x="3202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4733640" y="3400200"/>
            <a:ext cx="1248120" cy="324360"/>
          </a:xfrm>
          <a:custGeom>
            <a:avLst/>
            <a:gdLst/>
            <a:ahLst/>
            <a:rect l="0" t="0" r="r" b="b"/>
            <a:pathLst>
              <a:path w="3467" h="901">
                <a:moveTo>
                  <a:pt x="0" y="0"/>
                </a:moveTo>
                <a:lnTo>
                  <a:pt x="3467" y="0"/>
                </a:lnTo>
                <a:lnTo>
                  <a:pt x="346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618840" y="4047840"/>
            <a:ext cx="2962800" cy="324360"/>
          </a:xfrm>
          <a:custGeom>
            <a:avLst/>
            <a:gdLst/>
            <a:ahLst/>
            <a:rect l="0" t="0" r="r" b="b"/>
            <a:pathLst>
              <a:path w="8230" h="901">
                <a:moveTo>
                  <a:pt x="0" y="0"/>
                </a:moveTo>
                <a:lnTo>
                  <a:pt x="8230" y="0"/>
                </a:lnTo>
                <a:lnTo>
                  <a:pt x="8230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3581280" y="4047840"/>
            <a:ext cx="1152720" cy="324360"/>
          </a:xfrm>
          <a:custGeom>
            <a:avLst/>
            <a:gdLst/>
            <a:ahLst/>
            <a:rect l="0" t="0" r="r" b="b"/>
            <a:pathLst>
              <a:path w="3202" h="901">
                <a:moveTo>
                  <a:pt x="0" y="0"/>
                </a:moveTo>
                <a:lnTo>
                  <a:pt x="3202" y="0"/>
                </a:lnTo>
                <a:lnTo>
                  <a:pt x="3202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4733640" y="4047840"/>
            <a:ext cx="1248120" cy="324360"/>
          </a:xfrm>
          <a:custGeom>
            <a:avLst/>
            <a:gdLst/>
            <a:ahLst/>
            <a:rect l="0" t="0" r="r" b="b"/>
            <a:pathLst>
              <a:path w="3467" h="901">
                <a:moveTo>
                  <a:pt x="0" y="0"/>
                </a:moveTo>
                <a:lnTo>
                  <a:pt x="3467" y="0"/>
                </a:lnTo>
                <a:lnTo>
                  <a:pt x="346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618840" y="4705200"/>
            <a:ext cx="2962800" cy="324000"/>
          </a:xfrm>
          <a:custGeom>
            <a:avLst/>
            <a:gdLst/>
            <a:ahLst/>
            <a:rect l="0" t="0" r="r" b="b"/>
            <a:pathLst>
              <a:path w="8230" h="900">
                <a:moveTo>
                  <a:pt x="0" y="0"/>
                </a:moveTo>
                <a:lnTo>
                  <a:pt x="8230" y="0"/>
                </a:lnTo>
                <a:lnTo>
                  <a:pt x="8230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3581280" y="4705200"/>
            <a:ext cx="1152720" cy="324000"/>
          </a:xfrm>
          <a:custGeom>
            <a:avLst/>
            <a:gdLst/>
            <a:ahLst/>
            <a:rect l="0" t="0" r="r" b="b"/>
            <a:pathLst>
              <a:path w="3202" h="900">
                <a:moveTo>
                  <a:pt x="0" y="0"/>
                </a:moveTo>
                <a:lnTo>
                  <a:pt x="3202" y="0"/>
                </a:lnTo>
                <a:lnTo>
                  <a:pt x="3202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4733640" y="4705200"/>
            <a:ext cx="1248120" cy="324000"/>
          </a:xfrm>
          <a:custGeom>
            <a:avLst/>
            <a:gdLst/>
            <a:ahLst/>
            <a:rect l="0" t="0" r="r" b="b"/>
            <a:pathLst>
              <a:path w="3467" h="900">
                <a:moveTo>
                  <a:pt x="0" y="0"/>
                </a:moveTo>
                <a:lnTo>
                  <a:pt x="3467" y="0"/>
                </a:lnTo>
                <a:lnTo>
                  <a:pt x="346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618840" y="5352840"/>
            <a:ext cx="2962800" cy="333720"/>
          </a:xfrm>
          <a:custGeom>
            <a:avLst/>
            <a:gdLst/>
            <a:ahLst/>
            <a:rect l="0" t="0" r="r" b="b"/>
            <a:pathLst>
              <a:path w="8230" h="927">
                <a:moveTo>
                  <a:pt x="0" y="0"/>
                </a:moveTo>
                <a:lnTo>
                  <a:pt x="8230" y="0"/>
                </a:lnTo>
                <a:lnTo>
                  <a:pt x="8230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3581280" y="5352840"/>
            <a:ext cx="1152720" cy="333720"/>
          </a:xfrm>
          <a:custGeom>
            <a:avLst/>
            <a:gdLst/>
            <a:ahLst/>
            <a:rect l="0" t="0" r="r" b="b"/>
            <a:pathLst>
              <a:path w="3202" h="927">
                <a:moveTo>
                  <a:pt x="0" y="0"/>
                </a:moveTo>
                <a:lnTo>
                  <a:pt x="3202" y="0"/>
                </a:lnTo>
                <a:lnTo>
                  <a:pt x="3202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4733640" y="5352840"/>
            <a:ext cx="1248120" cy="333720"/>
          </a:xfrm>
          <a:custGeom>
            <a:avLst/>
            <a:gdLst/>
            <a:ahLst/>
            <a:rect l="0" t="0" r="r" b="b"/>
            <a:pathLst>
              <a:path w="3467" h="927">
                <a:moveTo>
                  <a:pt x="0" y="0"/>
                </a:moveTo>
                <a:lnTo>
                  <a:pt x="3467" y="0"/>
                </a:lnTo>
                <a:lnTo>
                  <a:pt x="346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609480" y="2495520"/>
            <a:ext cx="9720" cy="257400"/>
          </a:xfrm>
          <a:custGeom>
            <a:avLst/>
            <a:gdLst/>
            <a:ahLst/>
            <a:rect l="0" t="0" r="r" b="b"/>
            <a:pathLst>
              <a:path w="27" h="715">
                <a:moveTo>
                  <a:pt x="0" y="0"/>
                </a:moveTo>
                <a:lnTo>
                  <a:pt x="27" y="0"/>
                </a:lnTo>
                <a:lnTo>
                  <a:pt x="27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609480" y="2495520"/>
            <a:ext cx="2981520" cy="9720"/>
          </a:xfrm>
          <a:custGeom>
            <a:avLst/>
            <a:gdLst/>
            <a:ahLst/>
            <a:rect l="0" t="0" r="r" b="b"/>
            <a:pathLst>
              <a:path w="8282" h="27">
                <a:moveTo>
                  <a:pt x="0" y="0"/>
                </a:moveTo>
                <a:lnTo>
                  <a:pt x="8282" y="0"/>
                </a:lnTo>
                <a:lnTo>
                  <a:pt x="8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3581280" y="2495520"/>
            <a:ext cx="9720" cy="257400"/>
          </a:xfrm>
          <a:custGeom>
            <a:avLst/>
            <a:gdLst/>
            <a:ahLst/>
            <a:rect l="0" t="0" r="r" b="b"/>
            <a:pathLst>
              <a:path w="27" h="715">
                <a:moveTo>
                  <a:pt x="0" y="0"/>
                </a:moveTo>
                <a:lnTo>
                  <a:pt x="27" y="0"/>
                </a:lnTo>
                <a:lnTo>
                  <a:pt x="27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3590640" y="2495520"/>
            <a:ext cx="1143360" cy="9720"/>
          </a:xfrm>
          <a:custGeom>
            <a:avLst/>
            <a:gdLst/>
            <a:ahLst/>
            <a:rect l="0" t="0" r="r" b="b"/>
            <a:pathLst>
              <a:path w="3176" h="27">
                <a:moveTo>
                  <a:pt x="0" y="0"/>
                </a:moveTo>
                <a:lnTo>
                  <a:pt x="3176" y="0"/>
                </a:lnTo>
                <a:lnTo>
                  <a:pt x="31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4724280" y="2495520"/>
            <a:ext cx="9720" cy="257400"/>
          </a:xfrm>
          <a:custGeom>
            <a:avLst/>
            <a:gdLst/>
            <a:ahLst/>
            <a:rect l="0" t="0" r="r" b="b"/>
            <a:pathLst>
              <a:path w="27" h="715">
                <a:moveTo>
                  <a:pt x="0" y="0"/>
                </a:moveTo>
                <a:lnTo>
                  <a:pt x="27" y="0"/>
                </a:lnTo>
                <a:lnTo>
                  <a:pt x="27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4733640" y="249552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5972040" y="2495520"/>
            <a:ext cx="9720" cy="257400"/>
          </a:xfrm>
          <a:custGeom>
            <a:avLst/>
            <a:gdLst/>
            <a:ahLst/>
            <a:rect l="0" t="0" r="r" b="b"/>
            <a:pathLst>
              <a:path w="27" h="715">
                <a:moveTo>
                  <a:pt x="0" y="0"/>
                </a:moveTo>
                <a:lnTo>
                  <a:pt x="27" y="0"/>
                </a:lnTo>
                <a:lnTo>
                  <a:pt x="27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609480" y="2742840"/>
            <a:ext cx="2981520" cy="10080"/>
          </a:xfrm>
          <a:custGeom>
            <a:avLst/>
            <a:gdLst/>
            <a:ahLst/>
            <a:rect l="0" t="0" r="r" b="b"/>
            <a:pathLst>
              <a:path w="8282" h="28">
                <a:moveTo>
                  <a:pt x="0" y="0"/>
                </a:moveTo>
                <a:lnTo>
                  <a:pt x="8282" y="0"/>
                </a:lnTo>
                <a:lnTo>
                  <a:pt x="8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3590640" y="2742840"/>
            <a:ext cx="1143360" cy="10080"/>
          </a:xfrm>
          <a:custGeom>
            <a:avLst/>
            <a:gdLst/>
            <a:ahLst/>
            <a:rect l="0" t="0" r="r" b="b"/>
            <a:pathLst>
              <a:path w="3176" h="28">
                <a:moveTo>
                  <a:pt x="0" y="0"/>
                </a:moveTo>
                <a:lnTo>
                  <a:pt x="3176" y="0"/>
                </a:lnTo>
                <a:lnTo>
                  <a:pt x="31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4733640" y="274284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609480" y="27525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3581280" y="27525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4724280" y="27525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5972040" y="27525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609480" y="3076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609480" y="3066840"/>
            <a:ext cx="2981520" cy="10080"/>
          </a:xfrm>
          <a:custGeom>
            <a:avLst/>
            <a:gdLst/>
            <a:ahLst/>
            <a:rect l="0" t="0" r="r" b="b"/>
            <a:pathLst>
              <a:path w="8282" h="28">
                <a:moveTo>
                  <a:pt x="0" y="0"/>
                </a:moveTo>
                <a:lnTo>
                  <a:pt x="8282" y="0"/>
                </a:lnTo>
                <a:lnTo>
                  <a:pt x="8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3581280" y="3076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3590640" y="3066840"/>
            <a:ext cx="1143360" cy="10080"/>
          </a:xfrm>
          <a:custGeom>
            <a:avLst/>
            <a:gdLst/>
            <a:ahLst/>
            <a:rect l="0" t="0" r="r" b="b"/>
            <a:pathLst>
              <a:path w="3176" h="28">
                <a:moveTo>
                  <a:pt x="0" y="0"/>
                </a:moveTo>
                <a:lnTo>
                  <a:pt x="3176" y="0"/>
                </a:lnTo>
                <a:lnTo>
                  <a:pt x="31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4724280" y="3076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4733640" y="306684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5972040" y="3076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609480" y="3400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609480" y="3390840"/>
            <a:ext cx="2981520" cy="9720"/>
          </a:xfrm>
          <a:custGeom>
            <a:avLst/>
            <a:gdLst/>
            <a:ahLst/>
            <a:rect l="0" t="0" r="r" b="b"/>
            <a:pathLst>
              <a:path w="8282" h="27">
                <a:moveTo>
                  <a:pt x="0" y="0"/>
                </a:moveTo>
                <a:lnTo>
                  <a:pt x="8282" y="0"/>
                </a:lnTo>
                <a:lnTo>
                  <a:pt x="8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3581280" y="3400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3590640" y="3390840"/>
            <a:ext cx="1143360" cy="9720"/>
          </a:xfrm>
          <a:custGeom>
            <a:avLst/>
            <a:gdLst/>
            <a:ahLst/>
            <a:rect l="0" t="0" r="r" b="b"/>
            <a:pathLst>
              <a:path w="3176" h="27">
                <a:moveTo>
                  <a:pt x="0" y="0"/>
                </a:moveTo>
                <a:lnTo>
                  <a:pt x="3176" y="0"/>
                </a:lnTo>
                <a:lnTo>
                  <a:pt x="31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4724280" y="3400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4733640" y="339084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5972040" y="3400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609480" y="37242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609480" y="3714480"/>
            <a:ext cx="2981520" cy="10080"/>
          </a:xfrm>
          <a:custGeom>
            <a:avLst/>
            <a:gdLst/>
            <a:ahLst/>
            <a:rect l="0" t="0" r="r" b="b"/>
            <a:pathLst>
              <a:path w="8282" h="28">
                <a:moveTo>
                  <a:pt x="0" y="0"/>
                </a:moveTo>
                <a:lnTo>
                  <a:pt x="8282" y="0"/>
                </a:lnTo>
                <a:lnTo>
                  <a:pt x="8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3581280" y="37242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3590640" y="3714480"/>
            <a:ext cx="1143360" cy="10080"/>
          </a:xfrm>
          <a:custGeom>
            <a:avLst/>
            <a:gdLst/>
            <a:ahLst/>
            <a:rect l="0" t="0" r="r" b="b"/>
            <a:pathLst>
              <a:path w="3176" h="28">
                <a:moveTo>
                  <a:pt x="0" y="0"/>
                </a:moveTo>
                <a:lnTo>
                  <a:pt x="3176" y="0"/>
                </a:lnTo>
                <a:lnTo>
                  <a:pt x="31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4724280" y="37242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4733640" y="371448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5972040" y="37242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609480" y="4057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609480" y="4047840"/>
            <a:ext cx="2981520" cy="10440"/>
          </a:xfrm>
          <a:custGeom>
            <a:avLst/>
            <a:gdLst/>
            <a:ahLst/>
            <a:rect l="0" t="0" r="r" b="b"/>
            <a:pathLst>
              <a:path w="8282" h="29">
                <a:moveTo>
                  <a:pt x="0" y="0"/>
                </a:moveTo>
                <a:lnTo>
                  <a:pt x="8282" y="0"/>
                </a:lnTo>
                <a:lnTo>
                  <a:pt x="828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3581280" y="4057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3590640" y="4047840"/>
            <a:ext cx="1143360" cy="10440"/>
          </a:xfrm>
          <a:custGeom>
            <a:avLst/>
            <a:gdLst/>
            <a:ahLst/>
            <a:rect l="0" t="0" r="r" b="b"/>
            <a:pathLst>
              <a:path w="3176" h="29">
                <a:moveTo>
                  <a:pt x="0" y="0"/>
                </a:moveTo>
                <a:lnTo>
                  <a:pt x="3176" y="0"/>
                </a:lnTo>
                <a:lnTo>
                  <a:pt x="317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4724280" y="4057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4733640" y="4047840"/>
            <a:ext cx="1248120" cy="10440"/>
          </a:xfrm>
          <a:custGeom>
            <a:avLst/>
            <a:gdLst/>
            <a:ahLst/>
            <a:rect l="0" t="0" r="r" b="b"/>
            <a:pathLst>
              <a:path w="3467" h="29">
                <a:moveTo>
                  <a:pt x="0" y="0"/>
                </a:moveTo>
                <a:lnTo>
                  <a:pt x="3467" y="0"/>
                </a:lnTo>
                <a:lnTo>
                  <a:pt x="3467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5972040" y="4057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609480" y="4381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609480" y="4371840"/>
            <a:ext cx="2981520" cy="9720"/>
          </a:xfrm>
          <a:custGeom>
            <a:avLst/>
            <a:gdLst/>
            <a:ahLst/>
            <a:rect l="0" t="0" r="r" b="b"/>
            <a:pathLst>
              <a:path w="8282" h="27">
                <a:moveTo>
                  <a:pt x="0" y="0"/>
                </a:moveTo>
                <a:lnTo>
                  <a:pt x="8282" y="0"/>
                </a:lnTo>
                <a:lnTo>
                  <a:pt x="8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3581280" y="4381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3590640" y="4371840"/>
            <a:ext cx="1143360" cy="9720"/>
          </a:xfrm>
          <a:custGeom>
            <a:avLst/>
            <a:gdLst/>
            <a:ahLst/>
            <a:rect l="0" t="0" r="r" b="b"/>
            <a:pathLst>
              <a:path w="3176" h="27">
                <a:moveTo>
                  <a:pt x="0" y="0"/>
                </a:moveTo>
                <a:lnTo>
                  <a:pt x="3176" y="0"/>
                </a:lnTo>
                <a:lnTo>
                  <a:pt x="31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4724280" y="4381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4733640" y="437184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5972040" y="4381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609480" y="47052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09480" y="4695480"/>
            <a:ext cx="2981520" cy="10080"/>
          </a:xfrm>
          <a:custGeom>
            <a:avLst/>
            <a:gdLst/>
            <a:ahLst/>
            <a:rect l="0" t="0" r="r" b="b"/>
            <a:pathLst>
              <a:path w="8282" h="28">
                <a:moveTo>
                  <a:pt x="0" y="0"/>
                </a:moveTo>
                <a:lnTo>
                  <a:pt x="8282" y="0"/>
                </a:lnTo>
                <a:lnTo>
                  <a:pt x="8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3581280" y="47052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3590640" y="4695480"/>
            <a:ext cx="1143360" cy="10080"/>
          </a:xfrm>
          <a:custGeom>
            <a:avLst/>
            <a:gdLst/>
            <a:ahLst/>
            <a:rect l="0" t="0" r="r" b="b"/>
            <a:pathLst>
              <a:path w="3176" h="28">
                <a:moveTo>
                  <a:pt x="0" y="0"/>
                </a:moveTo>
                <a:lnTo>
                  <a:pt x="3176" y="0"/>
                </a:lnTo>
                <a:lnTo>
                  <a:pt x="31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4724280" y="47052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4733640" y="469548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5972040" y="470520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609480" y="5028840"/>
            <a:ext cx="9720" cy="334080"/>
          </a:xfrm>
          <a:custGeom>
            <a:avLst/>
            <a:gdLst/>
            <a:ahLst/>
            <a:rect l="0" t="0" r="r" b="b"/>
            <a:pathLst>
              <a:path w="27" h="928">
                <a:moveTo>
                  <a:pt x="0" y="0"/>
                </a:moveTo>
                <a:lnTo>
                  <a:pt x="27" y="0"/>
                </a:lnTo>
                <a:lnTo>
                  <a:pt x="27" y="928"/>
                </a:lnTo>
                <a:lnTo>
                  <a:pt x="0" y="9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609480" y="5019480"/>
            <a:ext cx="2981520" cy="9720"/>
          </a:xfrm>
          <a:custGeom>
            <a:avLst/>
            <a:gdLst/>
            <a:ahLst/>
            <a:rect l="0" t="0" r="r" b="b"/>
            <a:pathLst>
              <a:path w="8282" h="27">
                <a:moveTo>
                  <a:pt x="0" y="0"/>
                </a:moveTo>
                <a:lnTo>
                  <a:pt x="8282" y="0"/>
                </a:lnTo>
                <a:lnTo>
                  <a:pt x="8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3581280" y="5028840"/>
            <a:ext cx="9720" cy="334080"/>
          </a:xfrm>
          <a:custGeom>
            <a:avLst/>
            <a:gdLst/>
            <a:ahLst/>
            <a:rect l="0" t="0" r="r" b="b"/>
            <a:pathLst>
              <a:path w="27" h="928">
                <a:moveTo>
                  <a:pt x="0" y="0"/>
                </a:moveTo>
                <a:lnTo>
                  <a:pt x="27" y="0"/>
                </a:lnTo>
                <a:lnTo>
                  <a:pt x="27" y="928"/>
                </a:lnTo>
                <a:lnTo>
                  <a:pt x="0" y="9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3590640" y="5019480"/>
            <a:ext cx="1143360" cy="9720"/>
          </a:xfrm>
          <a:custGeom>
            <a:avLst/>
            <a:gdLst/>
            <a:ahLst/>
            <a:rect l="0" t="0" r="r" b="b"/>
            <a:pathLst>
              <a:path w="3176" h="27">
                <a:moveTo>
                  <a:pt x="0" y="0"/>
                </a:moveTo>
                <a:lnTo>
                  <a:pt x="3176" y="0"/>
                </a:lnTo>
                <a:lnTo>
                  <a:pt x="31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4724280" y="5028840"/>
            <a:ext cx="9720" cy="334080"/>
          </a:xfrm>
          <a:custGeom>
            <a:avLst/>
            <a:gdLst/>
            <a:ahLst/>
            <a:rect l="0" t="0" r="r" b="b"/>
            <a:pathLst>
              <a:path w="27" h="928">
                <a:moveTo>
                  <a:pt x="0" y="0"/>
                </a:moveTo>
                <a:lnTo>
                  <a:pt x="27" y="0"/>
                </a:lnTo>
                <a:lnTo>
                  <a:pt x="27" y="928"/>
                </a:lnTo>
                <a:lnTo>
                  <a:pt x="0" y="9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4733640" y="501948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5972040" y="5028840"/>
            <a:ext cx="9720" cy="334080"/>
          </a:xfrm>
          <a:custGeom>
            <a:avLst/>
            <a:gdLst/>
            <a:ahLst/>
            <a:rect l="0" t="0" r="r" b="b"/>
            <a:pathLst>
              <a:path w="27" h="928">
                <a:moveTo>
                  <a:pt x="0" y="0"/>
                </a:moveTo>
                <a:lnTo>
                  <a:pt x="27" y="0"/>
                </a:lnTo>
                <a:lnTo>
                  <a:pt x="27" y="928"/>
                </a:lnTo>
                <a:lnTo>
                  <a:pt x="0" y="9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609480" y="5362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609480" y="5352840"/>
            <a:ext cx="2981520" cy="10080"/>
          </a:xfrm>
          <a:custGeom>
            <a:avLst/>
            <a:gdLst/>
            <a:ahLst/>
            <a:rect l="0" t="0" r="r" b="b"/>
            <a:pathLst>
              <a:path w="8282" h="28">
                <a:moveTo>
                  <a:pt x="0" y="0"/>
                </a:moveTo>
                <a:lnTo>
                  <a:pt x="8282" y="0"/>
                </a:lnTo>
                <a:lnTo>
                  <a:pt x="8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3581280" y="5362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3590640" y="5352840"/>
            <a:ext cx="1143360" cy="10080"/>
          </a:xfrm>
          <a:custGeom>
            <a:avLst/>
            <a:gdLst/>
            <a:ahLst/>
            <a:rect l="0" t="0" r="r" b="b"/>
            <a:pathLst>
              <a:path w="3176" h="28">
                <a:moveTo>
                  <a:pt x="0" y="0"/>
                </a:moveTo>
                <a:lnTo>
                  <a:pt x="3176" y="0"/>
                </a:lnTo>
                <a:lnTo>
                  <a:pt x="31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4724280" y="5362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4733640" y="535284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5972040" y="53625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609480" y="5686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09480" y="5676840"/>
            <a:ext cx="2981520" cy="9720"/>
          </a:xfrm>
          <a:custGeom>
            <a:avLst/>
            <a:gdLst/>
            <a:ahLst/>
            <a:rect l="0" t="0" r="r" b="b"/>
            <a:pathLst>
              <a:path w="8282" h="27">
                <a:moveTo>
                  <a:pt x="0" y="0"/>
                </a:moveTo>
                <a:lnTo>
                  <a:pt x="8282" y="0"/>
                </a:lnTo>
                <a:lnTo>
                  <a:pt x="8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3581280" y="5686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3590640" y="5676840"/>
            <a:ext cx="1143360" cy="9720"/>
          </a:xfrm>
          <a:custGeom>
            <a:avLst/>
            <a:gdLst/>
            <a:ahLst/>
            <a:rect l="0" t="0" r="r" b="b"/>
            <a:pathLst>
              <a:path w="3176" h="27">
                <a:moveTo>
                  <a:pt x="0" y="0"/>
                </a:moveTo>
                <a:lnTo>
                  <a:pt x="3176" y="0"/>
                </a:lnTo>
                <a:lnTo>
                  <a:pt x="31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4724280" y="5686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4733640" y="567684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5972040" y="56862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09480" y="6000480"/>
            <a:ext cx="2981520" cy="10080"/>
          </a:xfrm>
          <a:custGeom>
            <a:avLst/>
            <a:gdLst/>
            <a:ahLst/>
            <a:rect l="0" t="0" r="r" b="b"/>
            <a:pathLst>
              <a:path w="8282" h="28">
                <a:moveTo>
                  <a:pt x="0" y="0"/>
                </a:moveTo>
                <a:lnTo>
                  <a:pt x="8282" y="0"/>
                </a:lnTo>
                <a:lnTo>
                  <a:pt x="8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3590640" y="6000480"/>
            <a:ext cx="1143360" cy="10080"/>
          </a:xfrm>
          <a:custGeom>
            <a:avLst/>
            <a:gdLst/>
            <a:ahLst/>
            <a:rect l="0" t="0" r="r" b="b"/>
            <a:pathLst>
              <a:path w="3176" h="28">
                <a:moveTo>
                  <a:pt x="0" y="0"/>
                </a:moveTo>
                <a:lnTo>
                  <a:pt x="3176" y="0"/>
                </a:lnTo>
                <a:lnTo>
                  <a:pt x="31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4733640" y="600048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3067920" y="546480"/>
            <a:ext cx="746280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12 · Per-axis composite + safety story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1105560" y="1649880"/>
            <a:ext cx="46792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Per-axis at submission (composite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825640" y="2011680"/>
            <a:ext cx="9255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92.33):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668520" y="2534760"/>
            <a:ext cx="3301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AXIS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3636000" y="2534760"/>
            <a:ext cx="28188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DEV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785120" y="2534760"/>
            <a:ext cx="55620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WEIGHT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687600" y="2778840"/>
            <a:ext cx="6555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category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655080" y="277884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99.5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4804200" y="2778840"/>
            <a:ext cx="342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687600" y="3102840"/>
            <a:ext cx="11577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subcategory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3655080" y="310284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97.0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4804200" y="310284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15%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687600" y="3436200"/>
            <a:ext cx="70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risk_level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3655080" y="343620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86.5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804200" y="3436200"/>
            <a:ext cx="342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687600" y="3760200"/>
            <a:ext cx="5695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hitl_f1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3655080" y="376020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74.8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804200" y="376020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15%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687600" y="4083840"/>
            <a:ext cx="5889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clarif_f1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3655080" y="408384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92.0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804200" y="4083840"/>
            <a:ext cx="2473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5%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687600" y="4417200"/>
            <a:ext cx="399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fields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3655080" y="4417200"/>
            <a:ext cx="33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91.0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04200" y="4417200"/>
            <a:ext cx="342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687600" y="4741200"/>
            <a:ext cx="6361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vendor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3655080" y="474120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94.0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804200" y="474120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87600" y="5064840"/>
            <a:ext cx="14421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auto_resolution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655080" y="506484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98.8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804200" y="5064840"/>
            <a:ext cx="3992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87600" y="5388840"/>
            <a:ext cx="1044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call_summary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3655080" y="5388840"/>
            <a:ext cx="427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100.0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804200" y="5388840"/>
            <a:ext cx="2473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5%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687600" y="5722200"/>
            <a:ext cx="797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trainer_log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3655080" y="5722200"/>
            <a:ext cx="427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100.0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6224400" y="3852720"/>
            <a:ext cx="5353560" cy="1505160"/>
          </a:xfrm>
          <a:custGeom>
            <a:avLst/>
            <a:gdLst/>
            <a:ahLst/>
            <a:rect l="0" t="0" r="r" b="b"/>
            <a:pathLst>
              <a:path w="14871" h="4181">
                <a:moveTo>
                  <a:pt x="0" y="4089"/>
                </a:moveTo>
                <a:lnTo>
                  <a:pt x="0" y="92"/>
                </a:lnTo>
                <a:cubicBezTo>
                  <a:pt x="0" y="80"/>
                  <a:pt x="2" y="68"/>
                  <a:pt x="5" y="57"/>
                </a:cubicBezTo>
                <a:cubicBezTo>
                  <a:pt x="8" y="46"/>
                  <a:pt x="13" y="36"/>
                  <a:pt x="19" y="27"/>
                </a:cubicBezTo>
                <a:cubicBezTo>
                  <a:pt x="26" y="18"/>
                  <a:pt x="33" y="12"/>
                  <a:pt x="41" y="7"/>
                </a:cubicBezTo>
                <a:cubicBezTo>
                  <a:pt x="49" y="2"/>
                  <a:pt x="57" y="0"/>
                  <a:pt x="66" y="0"/>
                </a:cubicBezTo>
                <a:lnTo>
                  <a:pt x="14778" y="0"/>
                </a:lnTo>
                <a:cubicBezTo>
                  <a:pt x="14790" y="0"/>
                  <a:pt x="14802" y="2"/>
                  <a:pt x="14813" y="7"/>
                </a:cubicBezTo>
                <a:cubicBezTo>
                  <a:pt x="14825" y="12"/>
                  <a:pt x="14835" y="18"/>
                  <a:pt x="14843" y="27"/>
                </a:cubicBezTo>
                <a:cubicBezTo>
                  <a:pt x="14852" y="36"/>
                  <a:pt x="14859" y="46"/>
                  <a:pt x="14864" y="57"/>
                </a:cubicBezTo>
                <a:cubicBezTo>
                  <a:pt x="14868" y="68"/>
                  <a:pt x="14871" y="80"/>
                  <a:pt x="14871" y="92"/>
                </a:cubicBezTo>
                <a:lnTo>
                  <a:pt x="14871" y="4089"/>
                </a:lnTo>
                <a:cubicBezTo>
                  <a:pt x="14871" y="4101"/>
                  <a:pt x="14868" y="4113"/>
                  <a:pt x="14864" y="4124"/>
                </a:cubicBezTo>
                <a:cubicBezTo>
                  <a:pt x="14859" y="4135"/>
                  <a:pt x="14852" y="4146"/>
                  <a:pt x="14843" y="4154"/>
                </a:cubicBezTo>
                <a:cubicBezTo>
                  <a:pt x="14835" y="4163"/>
                  <a:pt x="14825" y="4170"/>
                  <a:pt x="14813" y="4174"/>
                </a:cubicBezTo>
                <a:cubicBezTo>
                  <a:pt x="14802" y="4179"/>
                  <a:pt x="14790" y="4181"/>
                  <a:pt x="14778" y="4181"/>
                </a:cubicBezTo>
                <a:lnTo>
                  <a:pt x="66" y="4181"/>
                </a:lnTo>
                <a:cubicBezTo>
                  <a:pt x="57" y="4181"/>
                  <a:pt x="49" y="4179"/>
                  <a:pt x="41" y="4174"/>
                </a:cubicBezTo>
                <a:cubicBezTo>
                  <a:pt x="33" y="4170"/>
                  <a:pt x="26" y="4163"/>
                  <a:pt x="19" y="4154"/>
                </a:cubicBezTo>
                <a:cubicBezTo>
                  <a:pt x="13" y="4146"/>
                  <a:pt x="8" y="4135"/>
                  <a:pt x="5" y="4124"/>
                </a:cubicBezTo>
                <a:cubicBezTo>
                  <a:pt x="2" y="4113"/>
                  <a:pt x="0" y="4101"/>
                  <a:pt x="0" y="4089"/>
                </a:cubicBezTo>
                <a:close/>
              </a:path>
            </a:pathLst>
          </a:custGeom>
          <a:solidFill>
            <a:srgbClr val="01040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6244560" y="3857400"/>
            <a:ext cx="5320440" cy="14760"/>
          </a:xfrm>
          <a:custGeom>
            <a:avLst/>
            <a:gdLst/>
            <a:ahLst/>
            <a:rect l="0" t="0" r="r" b="b"/>
            <a:pathLst>
              <a:path w="14779" h="41">
                <a:moveTo>
                  <a:pt x="14764" y="41"/>
                </a:moveTo>
                <a:lnTo>
                  <a:pt x="100" y="41"/>
                </a:lnTo>
                <a:lnTo>
                  <a:pt x="0" y="6"/>
                </a:lnTo>
                <a:cubicBezTo>
                  <a:pt x="3" y="2"/>
                  <a:pt x="6" y="0"/>
                  <a:pt x="10" y="0"/>
                </a:cubicBezTo>
                <a:lnTo>
                  <a:pt x="14722" y="0"/>
                </a:lnTo>
                <a:cubicBezTo>
                  <a:pt x="14744" y="0"/>
                  <a:pt x="14763" y="8"/>
                  <a:pt x="14778" y="23"/>
                </a:cubicBezTo>
                <a:cubicBezTo>
                  <a:pt x="14779" y="24"/>
                  <a:pt x="14779" y="24"/>
                  <a:pt x="14779" y="25"/>
                </a:cubicBezTo>
                <a:lnTo>
                  <a:pt x="14764" y="41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6244560" y="5338440"/>
            <a:ext cx="5320440" cy="14760"/>
          </a:xfrm>
          <a:custGeom>
            <a:avLst/>
            <a:gdLst/>
            <a:ahLst/>
            <a:rect l="0" t="0" r="r" b="b"/>
            <a:pathLst>
              <a:path w="14779" h="41">
                <a:moveTo>
                  <a:pt x="100" y="0"/>
                </a:moveTo>
                <a:lnTo>
                  <a:pt x="14764" y="0"/>
                </a:lnTo>
                <a:lnTo>
                  <a:pt x="14779" y="16"/>
                </a:lnTo>
                <a:cubicBezTo>
                  <a:pt x="14779" y="17"/>
                  <a:pt x="14779" y="17"/>
                  <a:pt x="14778" y="18"/>
                </a:cubicBezTo>
                <a:cubicBezTo>
                  <a:pt x="14763" y="33"/>
                  <a:pt x="14744" y="41"/>
                  <a:pt x="14722" y="41"/>
                </a:cubicBezTo>
                <a:lnTo>
                  <a:pt x="10" y="41"/>
                </a:lnTo>
                <a:cubicBezTo>
                  <a:pt x="6" y="41"/>
                  <a:pt x="3" y="39"/>
                  <a:pt x="0" y="35"/>
                </a:cubicBezTo>
                <a:lnTo>
                  <a:pt x="100" y="0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11558520" y="3865680"/>
            <a:ext cx="14400" cy="1479240"/>
          </a:xfrm>
          <a:custGeom>
            <a:avLst/>
            <a:gdLst/>
            <a:ahLst/>
            <a:rect l="0" t="0" r="r" b="b"/>
            <a:pathLst>
              <a:path w="40" h="4109">
                <a:moveTo>
                  <a:pt x="0" y="4092"/>
                </a:moveTo>
                <a:lnTo>
                  <a:pt x="0" y="17"/>
                </a:lnTo>
                <a:lnTo>
                  <a:pt x="17" y="0"/>
                </a:lnTo>
                <a:cubicBezTo>
                  <a:pt x="33" y="16"/>
                  <a:pt x="40" y="35"/>
                  <a:pt x="40" y="56"/>
                </a:cubicBezTo>
                <a:lnTo>
                  <a:pt x="40" y="4053"/>
                </a:lnTo>
                <a:cubicBezTo>
                  <a:pt x="40" y="4075"/>
                  <a:pt x="33" y="4093"/>
                  <a:pt x="17" y="4109"/>
                </a:cubicBezTo>
                <a:lnTo>
                  <a:pt x="0" y="4092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6238800" y="3859560"/>
            <a:ext cx="9360" cy="1491840"/>
          </a:xfrm>
          <a:custGeom>
            <a:avLst/>
            <a:gdLst/>
            <a:ahLst/>
            <a:rect l="0" t="0" r="r" b="b"/>
            <a:pathLst>
              <a:path w="26" h="4144">
                <a:moveTo>
                  <a:pt x="26" y="2"/>
                </a:moveTo>
                <a:lnTo>
                  <a:pt x="26" y="4141"/>
                </a:lnTo>
                <a:lnTo>
                  <a:pt x="17" y="4144"/>
                </a:lnTo>
                <a:cubicBezTo>
                  <a:pt x="14" y="4140"/>
                  <a:pt x="11" y="4134"/>
                  <a:pt x="8" y="4126"/>
                </a:cubicBezTo>
                <a:cubicBezTo>
                  <a:pt x="3" y="4110"/>
                  <a:pt x="0" y="4092"/>
                  <a:pt x="0" y="4070"/>
                </a:cubicBezTo>
                <a:lnTo>
                  <a:pt x="0" y="73"/>
                </a:lnTo>
                <a:cubicBezTo>
                  <a:pt x="0" y="52"/>
                  <a:pt x="3" y="33"/>
                  <a:pt x="8" y="17"/>
                </a:cubicBezTo>
                <a:cubicBezTo>
                  <a:pt x="11" y="9"/>
                  <a:pt x="14" y="4"/>
                  <a:pt x="17" y="0"/>
                </a:cubicBezTo>
                <a:lnTo>
                  <a:pt x="26" y="2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4804200" y="5722200"/>
            <a:ext cx="342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6597360" y="1649880"/>
            <a:ext cx="49554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Safety story — 0 false-911 across all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7919640" y="2011680"/>
            <a:ext cx="2098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measured runs.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6629040" y="3019320"/>
            <a:ext cx="4172400" cy="304920"/>
          </a:xfrm>
          <a:custGeom>
            <a:avLst/>
            <a:gdLst/>
            <a:ahLst/>
            <a:rect l="0" t="0" r="r" b="b"/>
            <a:pathLst>
              <a:path w="11590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11484" y="0"/>
                </a:lnTo>
                <a:cubicBezTo>
                  <a:pt x="11498" y="0"/>
                  <a:pt x="11512" y="2"/>
                  <a:pt x="11525" y="8"/>
                </a:cubicBezTo>
                <a:cubicBezTo>
                  <a:pt x="11538" y="13"/>
                  <a:pt x="11549" y="21"/>
                  <a:pt x="11559" y="31"/>
                </a:cubicBezTo>
                <a:cubicBezTo>
                  <a:pt x="11569" y="41"/>
                  <a:pt x="11577" y="52"/>
                  <a:pt x="11582" y="65"/>
                </a:cubicBezTo>
                <a:cubicBezTo>
                  <a:pt x="11588" y="78"/>
                  <a:pt x="11590" y="92"/>
                  <a:pt x="11590" y="106"/>
                </a:cubicBezTo>
                <a:lnTo>
                  <a:pt x="11590" y="742"/>
                </a:lnTo>
                <a:cubicBezTo>
                  <a:pt x="11590" y="756"/>
                  <a:pt x="11588" y="769"/>
                  <a:pt x="11582" y="782"/>
                </a:cubicBezTo>
                <a:cubicBezTo>
                  <a:pt x="11577" y="795"/>
                  <a:pt x="11569" y="807"/>
                  <a:pt x="11559" y="816"/>
                </a:cubicBezTo>
                <a:cubicBezTo>
                  <a:pt x="11549" y="826"/>
                  <a:pt x="11538" y="834"/>
                  <a:pt x="11525" y="839"/>
                </a:cubicBezTo>
                <a:cubicBezTo>
                  <a:pt x="11512" y="845"/>
                  <a:pt x="11498" y="847"/>
                  <a:pt x="11484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2" y="807"/>
                  <a:pt x="14" y="795"/>
                  <a:pt x="9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7710480" y="2611800"/>
            <a:ext cx="2216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The −5/case rule for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689160" y="3054600"/>
            <a:ext cx="40561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dispatched_emergency_services=true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10831320" y="2973600"/>
            <a:ext cx="3459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on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7421040" y="3335760"/>
            <a:ext cx="2789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benign calls. Mechanism: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6463440" y="4053960"/>
            <a:ext cx="19274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911 ⇔  risk_level == EMERGENCY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6463440" y="4206240"/>
            <a:ext cx="231300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   AND subcategory ∈ life-safety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6463440" y="4368240"/>
            <a:ext cx="32119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       {active_threat, entrapment, fire_smoke,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6463440" y="4530240"/>
            <a:ext cx="250560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        gas_chemical, panel_hazard}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6463440" y="4692240"/>
            <a:ext cx="2377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   AND hard urgency cue extracted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6463440" y="4853880"/>
            <a:ext cx="31478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   AND non-fallback, confident classification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6463440" y="5006520"/>
            <a:ext cx="295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   AND no benign-context override (PR #74)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6249600" y="5612040"/>
            <a:ext cx="56149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16 over-escalation traps × 0 false-911 = 0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8391600" y="5964480"/>
            <a:ext cx="10908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penalty.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480000" y="6326640"/>
            <a:ext cx="4363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Test-set 800-row dry-run audit: 67 of 67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6266880" y="6688440"/>
            <a:ext cx="47793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911 dispatches passed benign context gate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1172484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13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609480" y="2847960"/>
            <a:ext cx="10973160" cy="19080"/>
          </a:xfrm>
          <a:custGeom>
            <a:avLst/>
            <a:gdLst/>
            <a:ahLst/>
            <a:rect l="0" t="0" r="r" b="b"/>
            <a:pathLst>
              <a:path w="30481" h="53">
                <a:moveTo>
                  <a:pt x="0" y="0"/>
                </a:moveTo>
                <a:lnTo>
                  <a:pt x="30481" y="0"/>
                </a:lnTo>
                <a:lnTo>
                  <a:pt x="30481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1599840" y="3114360"/>
            <a:ext cx="8992080" cy="1048320"/>
          </a:xfrm>
          <a:custGeom>
            <a:avLst/>
            <a:gdLst/>
            <a:ahLst/>
            <a:rect l="0" t="0" r="r" b="b"/>
            <a:pathLst>
              <a:path w="24978" h="2912">
                <a:moveTo>
                  <a:pt x="17" y="131"/>
                </a:moveTo>
                <a:cubicBezTo>
                  <a:pt x="27" y="105"/>
                  <a:pt x="43" y="82"/>
                  <a:pt x="62" y="62"/>
                </a:cubicBezTo>
                <a:cubicBezTo>
                  <a:pt x="82" y="43"/>
                  <a:pt x="105" y="27"/>
                  <a:pt x="131" y="16"/>
                </a:cubicBezTo>
                <a:cubicBezTo>
                  <a:pt x="157" y="6"/>
                  <a:pt x="184" y="0"/>
                  <a:pt x="212" y="0"/>
                </a:cubicBezTo>
                <a:lnTo>
                  <a:pt x="24767" y="0"/>
                </a:lnTo>
                <a:cubicBezTo>
                  <a:pt x="24795" y="0"/>
                  <a:pt x="24822" y="6"/>
                  <a:pt x="24847" y="16"/>
                </a:cubicBezTo>
                <a:cubicBezTo>
                  <a:pt x="24873" y="27"/>
                  <a:pt x="24896" y="43"/>
                  <a:pt x="24916" y="62"/>
                </a:cubicBezTo>
                <a:cubicBezTo>
                  <a:pt x="24936" y="82"/>
                  <a:pt x="24951" y="105"/>
                  <a:pt x="24962" y="131"/>
                </a:cubicBezTo>
                <a:cubicBezTo>
                  <a:pt x="24973" y="157"/>
                  <a:pt x="24978" y="184"/>
                  <a:pt x="24978" y="212"/>
                </a:cubicBezTo>
                <a:lnTo>
                  <a:pt x="24978" y="2700"/>
                </a:lnTo>
                <a:cubicBezTo>
                  <a:pt x="24978" y="2728"/>
                  <a:pt x="24973" y="2755"/>
                  <a:pt x="24962" y="2781"/>
                </a:cubicBezTo>
                <a:cubicBezTo>
                  <a:pt x="24951" y="2807"/>
                  <a:pt x="24936" y="2830"/>
                  <a:pt x="24916" y="2850"/>
                </a:cubicBezTo>
                <a:cubicBezTo>
                  <a:pt x="24896" y="2870"/>
                  <a:pt x="24873" y="2885"/>
                  <a:pt x="24847" y="2896"/>
                </a:cubicBezTo>
                <a:cubicBezTo>
                  <a:pt x="24822" y="2906"/>
                  <a:pt x="24795" y="2912"/>
                  <a:pt x="24766" y="2912"/>
                </a:cubicBezTo>
                <a:lnTo>
                  <a:pt x="212" y="2912"/>
                </a:lnTo>
                <a:cubicBezTo>
                  <a:pt x="184" y="2912"/>
                  <a:pt x="157" y="2906"/>
                  <a:pt x="131" y="2896"/>
                </a:cubicBezTo>
                <a:cubicBezTo>
                  <a:pt x="105" y="2885"/>
                  <a:pt x="82" y="2870"/>
                  <a:pt x="62" y="2850"/>
                </a:cubicBezTo>
                <a:cubicBezTo>
                  <a:pt x="43" y="2830"/>
                  <a:pt x="27" y="2807"/>
                  <a:pt x="17" y="2781"/>
                </a:cubicBezTo>
                <a:cubicBezTo>
                  <a:pt x="6" y="2755"/>
                  <a:pt x="0" y="2728"/>
                  <a:pt x="0" y="2700"/>
                </a:cubicBezTo>
                <a:lnTo>
                  <a:pt x="0" y="212"/>
                </a:lnTo>
                <a:cubicBezTo>
                  <a:pt x="0" y="184"/>
                  <a:pt x="6" y="157"/>
                  <a:pt x="17" y="13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5357520" y="3636720"/>
            <a:ext cx="333720" cy="3960"/>
          </a:xfrm>
          <a:custGeom>
            <a:avLst/>
            <a:gdLst/>
            <a:ahLst/>
            <a:rect l="0" t="0" r="r" b="b"/>
            <a:pathLst>
              <a:path w="927" h="11">
                <a:moveTo>
                  <a:pt x="0" y="0"/>
                </a:moveTo>
                <a:lnTo>
                  <a:pt x="20" y="0"/>
                </a:lnTo>
                <a:lnTo>
                  <a:pt x="20" y="11"/>
                </a:lnTo>
                <a:lnTo>
                  <a:pt x="0" y="11"/>
                </a:lnTo>
                <a:lnTo>
                  <a:pt x="0" y="0"/>
                </a:lnTo>
                <a:moveTo>
                  <a:pt x="40" y="0"/>
                </a:moveTo>
                <a:lnTo>
                  <a:pt x="60" y="0"/>
                </a:lnTo>
                <a:lnTo>
                  <a:pt x="60" y="11"/>
                </a:lnTo>
                <a:lnTo>
                  <a:pt x="40" y="11"/>
                </a:lnTo>
                <a:lnTo>
                  <a:pt x="40" y="0"/>
                </a:lnTo>
                <a:moveTo>
                  <a:pt x="80" y="0"/>
                </a:moveTo>
                <a:lnTo>
                  <a:pt x="81" y="0"/>
                </a:lnTo>
                <a:lnTo>
                  <a:pt x="98" y="0"/>
                </a:lnTo>
                <a:lnTo>
                  <a:pt x="98" y="11"/>
                </a:lnTo>
                <a:lnTo>
                  <a:pt x="81" y="11"/>
                </a:lnTo>
                <a:lnTo>
                  <a:pt x="80" y="11"/>
                </a:lnTo>
                <a:lnTo>
                  <a:pt x="80" y="0"/>
                </a:lnTo>
                <a:moveTo>
                  <a:pt x="117" y="0"/>
                </a:moveTo>
                <a:lnTo>
                  <a:pt x="138" y="0"/>
                </a:lnTo>
                <a:lnTo>
                  <a:pt x="138" y="11"/>
                </a:lnTo>
                <a:lnTo>
                  <a:pt x="117" y="11"/>
                </a:lnTo>
                <a:lnTo>
                  <a:pt x="117" y="0"/>
                </a:lnTo>
                <a:moveTo>
                  <a:pt x="160" y="0"/>
                </a:moveTo>
                <a:lnTo>
                  <a:pt x="179" y="0"/>
                </a:lnTo>
                <a:lnTo>
                  <a:pt x="179" y="11"/>
                </a:lnTo>
                <a:lnTo>
                  <a:pt x="160" y="11"/>
                </a:lnTo>
                <a:lnTo>
                  <a:pt x="160" y="0"/>
                </a:lnTo>
                <a:moveTo>
                  <a:pt x="198" y="0"/>
                </a:moveTo>
                <a:lnTo>
                  <a:pt x="219" y="0"/>
                </a:lnTo>
                <a:lnTo>
                  <a:pt x="219" y="11"/>
                </a:lnTo>
                <a:lnTo>
                  <a:pt x="198" y="11"/>
                </a:lnTo>
                <a:lnTo>
                  <a:pt x="198" y="0"/>
                </a:lnTo>
                <a:moveTo>
                  <a:pt x="240" y="0"/>
                </a:moveTo>
                <a:lnTo>
                  <a:pt x="260" y="0"/>
                </a:lnTo>
                <a:lnTo>
                  <a:pt x="260" y="11"/>
                </a:lnTo>
                <a:lnTo>
                  <a:pt x="240" y="11"/>
                </a:lnTo>
                <a:lnTo>
                  <a:pt x="240" y="0"/>
                </a:lnTo>
                <a:moveTo>
                  <a:pt x="280" y="0"/>
                </a:moveTo>
                <a:lnTo>
                  <a:pt x="299" y="0"/>
                </a:lnTo>
                <a:lnTo>
                  <a:pt x="299" y="11"/>
                </a:lnTo>
                <a:lnTo>
                  <a:pt x="280" y="11"/>
                </a:lnTo>
                <a:lnTo>
                  <a:pt x="280" y="0"/>
                </a:lnTo>
                <a:moveTo>
                  <a:pt x="320" y="0"/>
                </a:moveTo>
                <a:lnTo>
                  <a:pt x="340" y="0"/>
                </a:lnTo>
                <a:lnTo>
                  <a:pt x="340" y="11"/>
                </a:lnTo>
                <a:lnTo>
                  <a:pt x="320" y="11"/>
                </a:lnTo>
                <a:lnTo>
                  <a:pt x="320" y="0"/>
                </a:lnTo>
                <a:moveTo>
                  <a:pt x="361" y="0"/>
                </a:moveTo>
                <a:lnTo>
                  <a:pt x="381" y="0"/>
                </a:lnTo>
                <a:lnTo>
                  <a:pt x="381" y="11"/>
                </a:lnTo>
                <a:lnTo>
                  <a:pt x="361" y="11"/>
                </a:lnTo>
                <a:lnTo>
                  <a:pt x="361" y="0"/>
                </a:lnTo>
                <a:moveTo>
                  <a:pt x="402" y="0"/>
                </a:moveTo>
                <a:lnTo>
                  <a:pt x="422" y="0"/>
                </a:lnTo>
                <a:lnTo>
                  <a:pt x="422" y="11"/>
                </a:lnTo>
                <a:lnTo>
                  <a:pt x="402" y="11"/>
                </a:lnTo>
                <a:lnTo>
                  <a:pt x="402" y="0"/>
                </a:lnTo>
                <a:moveTo>
                  <a:pt x="442" y="0"/>
                </a:moveTo>
                <a:lnTo>
                  <a:pt x="462" y="0"/>
                </a:lnTo>
                <a:lnTo>
                  <a:pt x="462" y="11"/>
                </a:lnTo>
                <a:lnTo>
                  <a:pt x="442" y="11"/>
                </a:lnTo>
                <a:lnTo>
                  <a:pt x="442" y="0"/>
                </a:lnTo>
                <a:moveTo>
                  <a:pt x="482" y="0"/>
                </a:moveTo>
                <a:lnTo>
                  <a:pt x="503" y="0"/>
                </a:lnTo>
                <a:lnTo>
                  <a:pt x="503" y="11"/>
                </a:lnTo>
                <a:lnTo>
                  <a:pt x="482" y="11"/>
                </a:lnTo>
                <a:lnTo>
                  <a:pt x="482" y="0"/>
                </a:lnTo>
                <a:moveTo>
                  <a:pt x="523" y="0"/>
                </a:moveTo>
                <a:lnTo>
                  <a:pt x="543" y="0"/>
                </a:lnTo>
                <a:lnTo>
                  <a:pt x="543" y="11"/>
                </a:lnTo>
                <a:lnTo>
                  <a:pt x="523" y="11"/>
                </a:lnTo>
                <a:lnTo>
                  <a:pt x="523" y="0"/>
                </a:lnTo>
                <a:moveTo>
                  <a:pt x="563" y="0"/>
                </a:moveTo>
                <a:lnTo>
                  <a:pt x="583" y="0"/>
                </a:lnTo>
                <a:lnTo>
                  <a:pt x="583" y="11"/>
                </a:lnTo>
                <a:lnTo>
                  <a:pt x="563" y="11"/>
                </a:lnTo>
                <a:lnTo>
                  <a:pt x="563" y="0"/>
                </a:lnTo>
                <a:moveTo>
                  <a:pt x="603" y="0"/>
                </a:moveTo>
                <a:lnTo>
                  <a:pt x="624" y="0"/>
                </a:lnTo>
                <a:lnTo>
                  <a:pt x="624" y="11"/>
                </a:lnTo>
                <a:lnTo>
                  <a:pt x="603" y="11"/>
                </a:lnTo>
                <a:lnTo>
                  <a:pt x="603" y="0"/>
                </a:lnTo>
                <a:moveTo>
                  <a:pt x="644" y="0"/>
                </a:moveTo>
                <a:lnTo>
                  <a:pt x="664" y="0"/>
                </a:lnTo>
                <a:lnTo>
                  <a:pt x="664" y="11"/>
                </a:lnTo>
                <a:lnTo>
                  <a:pt x="644" y="11"/>
                </a:lnTo>
                <a:lnTo>
                  <a:pt x="644" y="0"/>
                </a:lnTo>
                <a:moveTo>
                  <a:pt x="683" y="0"/>
                </a:moveTo>
                <a:lnTo>
                  <a:pt x="703" y="0"/>
                </a:lnTo>
                <a:lnTo>
                  <a:pt x="703" y="11"/>
                </a:lnTo>
                <a:lnTo>
                  <a:pt x="683" y="11"/>
                </a:lnTo>
                <a:lnTo>
                  <a:pt x="683" y="0"/>
                </a:lnTo>
                <a:moveTo>
                  <a:pt x="724" y="0"/>
                </a:moveTo>
                <a:lnTo>
                  <a:pt x="745" y="0"/>
                </a:lnTo>
                <a:lnTo>
                  <a:pt x="745" y="11"/>
                </a:lnTo>
                <a:lnTo>
                  <a:pt x="724" y="11"/>
                </a:lnTo>
                <a:lnTo>
                  <a:pt x="724" y="0"/>
                </a:lnTo>
                <a:moveTo>
                  <a:pt x="764" y="0"/>
                </a:moveTo>
                <a:lnTo>
                  <a:pt x="783" y="0"/>
                </a:lnTo>
                <a:lnTo>
                  <a:pt x="783" y="11"/>
                </a:lnTo>
                <a:lnTo>
                  <a:pt x="764" y="11"/>
                </a:lnTo>
                <a:lnTo>
                  <a:pt x="764" y="0"/>
                </a:lnTo>
                <a:moveTo>
                  <a:pt x="805" y="0"/>
                </a:moveTo>
                <a:lnTo>
                  <a:pt x="826" y="0"/>
                </a:lnTo>
                <a:lnTo>
                  <a:pt x="826" y="11"/>
                </a:lnTo>
                <a:lnTo>
                  <a:pt x="805" y="11"/>
                </a:lnTo>
                <a:lnTo>
                  <a:pt x="805" y="0"/>
                </a:lnTo>
                <a:moveTo>
                  <a:pt x="844" y="0"/>
                </a:moveTo>
                <a:lnTo>
                  <a:pt x="853" y="0"/>
                </a:lnTo>
                <a:lnTo>
                  <a:pt x="863" y="0"/>
                </a:lnTo>
                <a:lnTo>
                  <a:pt x="863" y="11"/>
                </a:lnTo>
                <a:lnTo>
                  <a:pt x="853" y="11"/>
                </a:lnTo>
                <a:lnTo>
                  <a:pt x="844" y="11"/>
                </a:lnTo>
                <a:lnTo>
                  <a:pt x="844" y="0"/>
                </a:lnTo>
                <a:moveTo>
                  <a:pt x="883" y="0"/>
                </a:moveTo>
                <a:lnTo>
                  <a:pt x="903" y="0"/>
                </a:lnTo>
                <a:lnTo>
                  <a:pt x="903" y="11"/>
                </a:lnTo>
                <a:lnTo>
                  <a:pt x="883" y="11"/>
                </a:lnTo>
                <a:lnTo>
                  <a:pt x="883" y="0"/>
                </a:lnTo>
                <a:moveTo>
                  <a:pt x="923" y="0"/>
                </a:moveTo>
                <a:lnTo>
                  <a:pt x="927" y="0"/>
                </a:lnTo>
                <a:lnTo>
                  <a:pt x="927" y="11"/>
                </a:lnTo>
                <a:lnTo>
                  <a:pt x="923" y="11"/>
                </a:lnTo>
                <a:lnTo>
                  <a:pt x="9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5676480" y="362376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0" y="0"/>
                </a:moveTo>
                <a:lnTo>
                  <a:pt x="81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5676480" y="362376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16" y="4"/>
                </a:moveTo>
                <a:lnTo>
                  <a:pt x="24" y="7"/>
                </a:lnTo>
                <a:lnTo>
                  <a:pt x="31" y="11"/>
                </a:lnTo>
                <a:lnTo>
                  <a:pt x="39" y="15"/>
                </a:lnTo>
                <a:lnTo>
                  <a:pt x="46" y="18"/>
                </a:lnTo>
                <a:lnTo>
                  <a:pt x="53" y="22"/>
                </a:lnTo>
                <a:lnTo>
                  <a:pt x="60" y="25"/>
                </a:lnTo>
                <a:lnTo>
                  <a:pt x="68" y="29"/>
                </a:lnTo>
                <a:lnTo>
                  <a:pt x="75" y="33"/>
                </a:lnTo>
                <a:lnTo>
                  <a:pt x="81" y="36"/>
                </a:lnTo>
                <a:lnTo>
                  <a:pt x="81" y="45"/>
                </a:lnTo>
                <a:lnTo>
                  <a:pt x="77" y="47"/>
                </a:lnTo>
                <a:lnTo>
                  <a:pt x="70" y="51"/>
                </a:lnTo>
                <a:lnTo>
                  <a:pt x="63" y="55"/>
                </a:lnTo>
                <a:lnTo>
                  <a:pt x="59" y="47"/>
                </a:lnTo>
                <a:lnTo>
                  <a:pt x="67" y="44"/>
                </a:lnTo>
                <a:lnTo>
                  <a:pt x="72" y="41"/>
                </a:lnTo>
                <a:lnTo>
                  <a:pt x="71" y="40"/>
                </a:lnTo>
                <a:lnTo>
                  <a:pt x="64" y="36"/>
                </a:lnTo>
                <a:lnTo>
                  <a:pt x="57" y="33"/>
                </a:lnTo>
                <a:lnTo>
                  <a:pt x="50" y="29"/>
                </a:lnTo>
                <a:lnTo>
                  <a:pt x="42" y="25"/>
                </a:lnTo>
                <a:lnTo>
                  <a:pt x="35" y="22"/>
                </a:lnTo>
                <a:lnTo>
                  <a:pt x="27" y="18"/>
                </a:lnTo>
                <a:lnTo>
                  <a:pt x="20" y="15"/>
                </a:lnTo>
                <a:lnTo>
                  <a:pt x="13" y="11"/>
                </a:lnTo>
                <a:lnTo>
                  <a:pt x="6" y="7"/>
                </a:lnTo>
                <a:lnTo>
                  <a:pt x="4" y="7"/>
                </a:lnTo>
                <a:lnTo>
                  <a:pt x="4" y="11"/>
                </a:lnTo>
                <a:lnTo>
                  <a:pt x="4" y="19"/>
                </a:lnTo>
                <a:lnTo>
                  <a:pt x="4" y="27"/>
                </a:lnTo>
                <a:lnTo>
                  <a:pt x="4" y="35"/>
                </a:lnTo>
                <a:lnTo>
                  <a:pt x="4" y="43"/>
                </a:lnTo>
                <a:lnTo>
                  <a:pt x="4" y="52"/>
                </a:lnTo>
                <a:lnTo>
                  <a:pt x="4" y="61"/>
                </a:lnTo>
                <a:lnTo>
                  <a:pt x="4" y="69"/>
                </a:lnTo>
                <a:lnTo>
                  <a:pt x="4" y="75"/>
                </a:lnTo>
                <a:lnTo>
                  <a:pt x="8" y="73"/>
                </a:lnTo>
                <a:lnTo>
                  <a:pt x="15" y="70"/>
                </a:lnTo>
                <a:lnTo>
                  <a:pt x="16" y="72"/>
                </a:lnTo>
                <a:lnTo>
                  <a:pt x="15" y="70"/>
                </a:lnTo>
                <a:lnTo>
                  <a:pt x="23" y="66"/>
                </a:lnTo>
                <a:lnTo>
                  <a:pt x="30" y="63"/>
                </a:lnTo>
                <a:lnTo>
                  <a:pt x="33" y="66"/>
                </a:lnTo>
                <a:lnTo>
                  <a:pt x="30" y="63"/>
                </a:lnTo>
                <a:lnTo>
                  <a:pt x="38" y="59"/>
                </a:lnTo>
                <a:lnTo>
                  <a:pt x="45" y="55"/>
                </a:lnTo>
                <a:lnTo>
                  <a:pt x="52" y="51"/>
                </a:lnTo>
                <a:lnTo>
                  <a:pt x="56" y="59"/>
                </a:lnTo>
                <a:lnTo>
                  <a:pt x="49" y="63"/>
                </a:lnTo>
                <a:lnTo>
                  <a:pt x="41" y="66"/>
                </a:lnTo>
                <a:lnTo>
                  <a:pt x="34" y="70"/>
                </a:lnTo>
                <a:lnTo>
                  <a:pt x="26" y="73"/>
                </a:lnTo>
                <a:lnTo>
                  <a:pt x="25" y="72"/>
                </a:lnTo>
                <a:lnTo>
                  <a:pt x="26" y="73"/>
                </a:lnTo>
                <a:lnTo>
                  <a:pt x="19" y="77"/>
                </a:lnTo>
                <a:lnTo>
                  <a:pt x="12" y="81"/>
                </a:lnTo>
                <a:lnTo>
                  <a:pt x="9" y="82"/>
                </a:lnTo>
                <a:lnTo>
                  <a:pt x="0" y="82"/>
                </a:lnTo>
                <a:lnTo>
                  <a:pt x="0" y="0"/>
                </a:lnTo>
                <a:lnTo>
                  <a:pt x="9" y="0"/>
                </a:lnTo>
                <a:lnTo>
                  <a:pt x="16" y="4"/>
                </a:lnTo>
                <a:moveTo>
                  <a:pt x="63" y="55"/>
                </a:moveTo>
                <a:lnTo>
                  <a:pt x="56" y="59"/>
                </a:lnTo>
                <a:lnTo>
                  <a:pt x="52" y="51"/>
                </a:lnTo>
                <a:lnTo>
                  <a:pt x="59" y="47"/>
                </a:lnTo>
                <a:lnTo>
                  <a:pt x="63" y="5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5447880" y="3594600"/>
            <a:ext cx="166320" cy="87840"/>
          </a:xfrm>
          <a:custGeom>
            <a:avLst/>
            <a:gdLst/>
            <a:ahLst/>
            <a:rect l="0" t="0" r="r" b="b"/>
            <a:pathLst>
              <a:path w="462" h="244">
                <a:moveTo>
                  <a:pt x="0" y="0"/>
                </a:moveTo>
                <a:lnTo>
                  <a:pt x="462" y="0"/>
                </a:lnTo>
                <a:lnTo>
                  <a:pt x="46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5447880" y="3594600"/>
            <a:ext cx="166320" cy="87840"/>
          </a:xfrm>
          <a:custGeom>
            <a:avLst/>
            <a:gdLst/>
            <a:ahLst/>
            <a:rect l="0" t="0" r="r" b="b"/>
            <a:pathLst>
              <a:path w="462" h="244">
                <a:moveTo>
                  <a:pt x="0" y="0"/>
                </a:moveTo>
                <a:lnTo>
                  <a:pt x="462" y="0"/>
                </a:lnTo>
                <a:lnTo>
                  <a:pt x="46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2265480" y="2242080"/>
            <a:ext cx="945324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13 · Scale thought-experiment — 10K calls / day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5705280" y="3258000"/>
            <a:ext cx="4742640" cy="761400"/>
          </a:xfrm>
          <a:custGeom>
            <a:avLst/>
            <a:gdLst/>
            <a:ahLst/>
            <a:rect l="0" t="0" r="r" b="b"/>
            <a:pathLst>
              <a:path w="13174" h="2115">
                <a:moveTo>
                  <a:pt x="0" y="0"/>
                </a:moveTo>
                <a:lnTo>
                  <a:pt x="13174" y="0"/>
                </a:lnTo>
                <a:lnTo>
                  <a:pt x="13174" y="2115"/>
                </a:lnTo>
                <a:lnTo>
                  <a:pt x="0" y="2115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5705280" y="3258000"/>
            <a:ext cx="4742640" cy="761400"/>
          </a:xfrm>
          <a:custGeom>
            <a:avLst/>
            <a:gdLst/>
            <a:ahLst/>
            <a:rect l="0" t="0" r="r" b="b"/>
            <a:pathLst>
              <a:path w="13174" h="2115">
                <a:moveTo>
                  <a:pt x="0" y="0"/>
                </a:moveTo>
                <a:lnTo>
                  <a:pt x="13174" y="0"/>
                </a:lnTo>
                <a:lnTo>
                  <a:pt x="13174" y="2115"/>
                </a:lnTo>
                <a:lnTo>
                  <a:pt x="0" y="211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AAA33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5447880" y="3602160"/>
            <a:ext cx="16884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evolve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5831640" y="3444840"/>
            <a:ext cx="622080" cy="387360"/>
          </a:xfrm>
          <a:custGeom>
            <a:avLst/>
            <a:gdLst/>
            <a:ahLst/>
            <a:rect l="0" t="0" r="r" b="b"/>
            <a:pathLst>
              <a:path w="1728" h="1076">
                <a:moveTo>
                  <a:pt x="0" y="146"/>
                </a:moveTo>
                <a:cubicBezTo>
                  <a:pt x="0" y="151"/>
                  <a:pt x="2" y="156"/>
                  <a:pt x="4" y="161"/>
                </a:cubicBezTo>
                <a:cubicBezTo>
                  <a:pt x="7" y="166"/>
                  <a:pt x="11" y="170"/>
                  <a:pt x="17" y="175"/>
                </a:cubicBezTo>
                <a:cubicBezTo>
                  <a:pt x="22" y="180"/>
                  <a:pt x="29" y="184"/>
                  <a:pt x="37" y="189"/>
                </a:cubicBezTo>
                <a:cubicBezTo>
                  <a:pt x="46" y="194"/>
                  <a:pt x="55" y="198"/>
                  <a:pt x="66" y="202"/>
                </a:cubicBezTo>
                <a:cubicBezTo>
                  <a:pt x="77" y="207"/>
                  <a:pt x="89" y="211"/>
                  <a:pt x="102" y="215"/>
                </a:cubicBezTo>
                <a:cubicBezTo>
                  <a:pt x="115" y="220"/>
                  <a:pt x="130" y="224"/>
                  <a:pt x="146" y="228"/>
                </a:cubicBezTo>
                <a:cubicBezTo>
                  <a:pt x="161" y="232"/>
                  <a:pt x="178" y="236"/>
                  <a:pt x="196" y="239"/>
                </a:cubicBezTo>
                <a:cubicBezTo>
                  <a:pt x="215" y="243"/>
                  <a:pt x="234" y="247"/>
                  <a:pt x="254" y="250"/>
                </a:cubicBezTo>
                <a:cubicBezTo>
                  <a:pt x="274" y="253"/>
                  <a:pt x="295" y="257"/>
                  <a:pt x="317" y="260"/>
                </a:cubicBezTo>
                <a:cubicBezTo>
                  <a:pt x="339" y="263"/>
                  <a:pt x="361" y="265"/>
                  <a:pt x="385" y="268"/>
                </a:cubicBezTo>
                <a:cubicBezTo>
                  <a:pt x="408" y="271"/>
                  <a:pt x="433" y="273"/>
                  <a:pt x="458" y="275"/>
                </a:cubicBezTo>
                <a:cubicBezTo>
                  <a:pt x="482" y="278"/>
                  <a:pt x="508" y="280"/>
                  <a:pt x="534" y="282"/>
                </a:cubicBezTo>
                <a:cubicBezTo>
                  <a:pt x="560" y="283"/>
                  <a:pt x="587" y="285"/>
                  <a:pt x="614" y="286"/>
                </a:cubicBezTo>
                <a:cubicBezTo>
                  <a:pt x="641" y="288"/>
                  <a:pt x="668" y="289"/>
                  <a:pt x="696" y="290"/>
                </a:cubicBezTo>
                <a:cubicBezTo>
                  <a:pt x="724" y="291"/>
                  <a:pt x="752" y="292"/>
                  <a:pt x="780" y="292"/>
                </a:cubicBezTo>
                <a:cubicBezTo>
                  <a:pt x="808" y="293"/>
                  <a:pt x="836" y="293"/>
                  <a:pt x="865" y="293"/>
                </a:cubicBezTo>
                <a:cubicBezTo>
                  <a:pt x="893" y="293"/>
                  <a:pt x="921" y="293"/>
                  <a:pt x="949" y="292"/>
                </a:cubicBezTo>
                <a:cubicBezTo>
                  <a:pt x="977" y="292"/>
                  <a:pt x="1005" y="291"/>
                  <a:pt x="1033" y="290"/>
                </a:cubicBezTo>
                <a:cubicBezTo>
                  <a:pt x="1061" y="289"/>
                  <a:pt x="1088" y="288"/>
                  <a:pt x="1115" y="286"/>
                </a:cubicBezTo>
                <a:cubicBezTo>
                  <a:pt x="1142" y="285"/>
                  <a:pt x="1169" y="283"/>
                  <a:pt x="1195" y="282"/>
                </a:cubicBezTo>
                <a:cubicBezTo>
                  <a:pt x="1221" y="280"/>
                  <a:pt x="1247" y="278"/>
                  <a:pt x="1272" y="275"/>
                </a:cubicBezTo>
                <a:cubicBezTo>
                  <a:pt x="1296" y="273"/>
                  <a:pt x="1321" y="271"/>
                  <a:pt x="1344" y="268"/>
                </a:cubicBezTo>
                <a:cubicBezTo>
                  <a:pt x="1368" y="265"/>
                  <a:pt x="1390" y="263"/>
                  <a:pt x="1412" y="260"/>
                </a:cubicBezTo>
                <a:cubicBezTo>
                  <a:pt x="1434" y="257"/>
                  <a:pt x="1455" y="253"/>
                  <a:pt x="1475" y="250"/>
                </a:cubicBezTo>
                <a:cubicBezTo>
                  <a:pt x="1495" y="247"/>
                  <a:pt x="1514" y="243"/>
                  <a:pt x="1532" y="239"/>
                </a:cubicBezTo>
                <a:cubicBezTo>
                  <a:pt x="1550" y="236"/>
                  <a:pt x="1567" y="232"/>
                  <a:pt x="1582" y="228"/>
                </a:cubicBezTo>
                <a:cubicBezTo>
                  <a:pt x="1598" y="224"/>
                  <a:pt x="1613" y="220"/>
                  <a:pt x="1626" y="215"/>
                </a:cubicBezTo>
                <a:cubicBezTo>
                  <a:pt x="1639" y="211"/>
                  <a:pt x="1651" y="207"/>
                  <a:pt x="1662" y="202"/>
                </a:cubicBezTo>
                <a:cubicBezTo>
                  <a:pt x="1673" y="198"/>
                  <a:pt x="1683" y="194"/>
                  <a:pt x="1691" y="189"/>
                </a:cubicBezTo>
                <a:cubicBezTo>
                  <a:pt x="1699" y="184"/>
                  <a:pt x="1706" y="180"/>
                  <a:pt x="1711" y="175"/>
                </a:cubicBezTo>
                <a:cubicBezTo>
                  <a:pt x="1717" y="170"/>
                  <a:pt x="1721" y="166"/>
                  <a:pt x="1724" y="161"/>
                </a:cubicBezTo>
                <a:cubicBezTo>
                  <a:pt x="1727" y="156"/>
                  <a:pt x="1728" y="151"/>
                  <a:pt x="1728" y="146"/>
                </a:cubicBezTo>
                <a:cubicBezTo>
                  <a:pt x="1728" y="142"/>
                  <a:pt x="1727" y="137"/>
                  <a:pt x="1724" y="132"/>
                </a:cubicBezTo>
                <a:cubicBezTo>
                  <a:pt x="1721" y="127"/>
                  <a:pt x="1717" y="123"/>
                  <a:pt x="1711" y="118"/>
                </a:cubicBezTo>
                <a:cubicBezTo>
                  <a:pt x="1706" y="113"/>
                  <a:pt x="1699" y="109"/>
                  <a:pt x="1691" y="104"/>
                </a:cubicBezTo>
                <a:cubicBezTo>
                  <a:pt x="1683" y="99"/>
                  <a:pt x="1673" y="95"/>
                  <a:pt x="1662" y="91"/>
                </a:cubicBezTo>
                <a:cubicBezTo>
                  <a:pt x="1651" y="86"/>
                  <a:pt x="1639" y="82"/>
                  <a:pt x="1626" y="78"/>
                </a:cubicBezTo>
                <a:cubicBezTo>
                  <a:pt x="1613" y="73"/>
                  <a:pt x="1598" y="69"/>
                  <a:pt x="1582" y="65"/>
                </a:cubicBezTo>
                <a:cubicBezTo>
                  <a:pt x="1567" y="61"/>
                  <a:pt x="1550" y="57"/>
                  <a:pt x="1532" y="54"/>
                </a:cubicBezTo>
                <a:cubicBezTo>
                  <a:pt x="1514" y="50"/>
                  <a:pt x="1495" y="46"/>
                  <a:pt x="1475" y="43"/>
                </a:cubicBezTo>
                <a:cubicBezTo>
                  <a:pt x="1455" y="40"/>
                  <a:pt x="1434" y="36"/>
                  <a:pt x="1412" y="33"/>
                </a:cubicBezTo>
                <a:cubicBezTo>
                  <a:pt x="1390" y="30"/>
                  <a:pt x="1368" y="28"/>
                  <a:pt x="1344" y="25"/>
                </a:cubicBezTo>
                <a:cubicBezTo>
                  <a:pt x="1321" y="22"/>
                  <a:pt x="1296" y="20"/>
                  <a:pt x="1272" y="18"/>
                </a:cubicBezTo>
                <a:cubicBezTo>
                  <a:pt x="1247" y="15"/>
                  <a:pt x="1221" y="13"/>
                  <a:pt x="1195" y="11"/>
                </a:cubicBezTo>
                <a:cubicBezTo>
                  <a:pt x="1169" y="10"/>
                  <a:pt x="1142" y="8"/>
                  <a:pt x="1115" y="7"/>
                </a:cubicBezTo>
                <a:cubicBezTo>
                  <a:pt x="1088" y="5"/>
                  <a:pt x="1061" y="4"/>
                  <a:pt x="1033" y="3"/>
                </a:cubicBezTo>
                <a:cubicBezTo>
                  <a:pt x="1005" y="2"/>
                  <a:pt x="977" y="1"/>
                  <a:pt x="949" y="1"/>
                </a:cubicBezTo>
                <a:cubicBezTo>
                  <a:pt x="921" y="0"/>
                  <a:pt x="893" y="0"/>
                  <a:pt x="865" y="0"/>
                </a:cubicBezTo>
                <a:cubicBezTo>
                  <a:pt x="836" y="0"/>
                  <a:pt x="808" y="0"/>
                  <a:pt x="780" y="1"/>
                </a:cubicBezTo>
                <a:cubicBezTo>
                  <a:pt x="752" y="1"/>
                  <a:pt x="724" y="2"/>
                  <a:pt x="696" y="3"/>
                </a:cubicBezTo>
                <a:cubicBezTo>
                  <a:pt x="668" y="4"/>
                  <a:pt x="641" y="5"/>
                  <a:pt x="614" y="7"/>
                </a:cubicBezTo>
                <a:cubicBezTo>
                  <a:pt x="587" y="8"/>
                  <a:pt x="560" y="10"/>
                  <a:pt x="534" y="11"/>
                </a:cubicBezTo>
                <a:cubicBezTo>
                  <a:pt x="508" y="13"/>
                  <a:pt x="482" y="15"/>
                  <a:pt x="458" y="18"/>
                </a:cubicBezTo>
                <a:cubicBezTo>
                  <a:pt x="433" y="20"/>
                  <a:pt x="408" y="22"/>
                  <a:pt x="385" y="25"/>
                </a:cubicBezTo>
                <a:cubicBezTo>
                  <a:pt x="361" y="28"/>
                  <a:pt x="339" y="30"/>
                  <a:pt x="317" y="33"/>
                </a:cubicBezTo>
                <a:cubicBezTo>
                  <a:pt x="295" y="36"/>
                  <a:pt x="274" y="40"/>
                  <a:pt x="254" y="43"/>
                </a:cubicBezTo>
                <a:cubicBezTo>
                  <a:pt x="234" y="46"/>
                  <a:pt x="215" y="50"/>
                  <a:pt x="196" y="54"/>
                </a:cubicBezTo>
                <a:cubicBezTo>
                  <a:pt x="178" y="57"/>
                  <a:pt x="161" y="61"/>
                  <a:pt x="146" y="65"/>
                </a:cubicBezTo>
                <a:cubicBezTo>
                  <a:pt x="130" y="69"/>
                  <a:pt x="115" y="73"/>
                  <a:pt x="102" y="78"/>
                </a:cubicBezTo>
                <a:cubicBezTo>
                  <a:pt x="89" y="82"/>
                  <a:pt x="77" y="86"/>
                  <a:pt x="66" y="91"/>
                </a:cubicBezTo>
                <a:cubicBezTo>
                  <a:pt x="55" y="95"/>
                  <a:pt x="46" y="99"/>
                  <a:pt x="37" y="104"/>
                </a:cubicBezTo>
                <a:cubicBezTo>
                  <a:pt x="29" y="109"/>
                  <a:pt x="22" y="113"/>
                  <a:pt x="17" y="118"/>
                </a:cubicBezTo>
                <a:cubicBezTo>
                  <a:pt x="11" y="123"/>
                  <a:pt x="7" y="127"/>
                  <a:pt x="4" y="132"/>
                </a:cubicBezTo>
                <a:cubicBezTo>
                  <a:pt x="2" y="137"/>
                  <a:pt x="0" y="142"/>
                  <a:pt x="0" y="146"/>
                </a:cubicBezTo>
                <a:lnTo>
                  <a:pt x="0" y="930"/>
                </a:lnTo>
                <a:cubicBezTo>
                  <a:pt x="0" y="934"/>
                  <a:pt x="2" y="939"/>
                  <a:pt x="4" y="944"/>
                </a:cubicBezTo>
                <a:cubicBezTo>
                  <a:pt x="7" y="949"/>
                  <a:pt x="11" y="954"/>
                  <a:pt x="17" y="958"/>
                </a:cubicBezTo>
                <a:cubicBezTo>
                  <a:pt x="22" y="963"/>
                  <a:pt x="29" y="968"/>
                  <a:pt x="37" y="972"/>
                </a:cubicBezTo>
                <a:cubicBezTo>
                  <a:pt x="46" y="977"/>
                  <a:pt x="55" y="981"/>
                  <a:pt x="66" y="986"/>
                </a:cubicBezTo>
                <a:cubicBezTo>
                  <a:pt x="77" y="990"/>
                  <a:pt x="89" y="994"/>
                  <a:pt x="102" y="999"/>
                </a:cubicBezTo>
                <a:cubicBezTo>
                  <a:pt x="115" y="1003"/>
                  <a:pt x="130" y="1007"/>
                  <a:pt x="146" y="1011"/>
                </a:cubicBezTo>
                <a:cubicBezTo>
                  <a:pt x="161" y="1015"/>
                  <a:pt x="178" y="1019"/>
                  <a:pt x="196" y="1022"/>
                </a:cubicBezTo>
                <a:cubicBezTo>
                  <a:pt x="215" y="1026"/>
                  <a:pt x="234" y="1030"/>
                  <a:pt x="254" y="1033"/>
                </a:cubicBezTo>
                <a:cubicBezTo>
                  <a:pt x="274" y="1036"/>
                  <a:pt x="295" y="1040"/>
                  <a:pt x="317" y="1043"/>
                </a:cubicBezTo>
                <a:cubicBezTo>
                  <a:pt x="339" y="1046"/>
                  <a:pt x="361" y="1049"/>
                  <a:pt x="385" y="1051"/>
                </a:cubicBezTo>
                <a:cubicBezTo>
                  <a:pt x="408" y="1054"/>
                  <a:pt x="433" y="1056"/>
                  <a:pt x="458" y="1059"/>
                </a:cubicBezTo>
                <a:cubicBezTo>
                  <a:pt x="482" y="1061"/>
                  <a:pt x="508" y="1063"/>
                  <a:pt x="534" y="1065"/>
                </a:cubicBezTo>
                <a:cubicBezTo>
                  <a:pt x="560" y="1067"/>
                  <a:pt x="587" y="1068"/>
                  <a:pt x="614" y="1070"/>
                </a:cubicBezTo>
                <a:cubicBezTo>
                  <a:pt x="641" y="1071"/>
                  <a:pt x="668" y="1072"/>
                  <a:pt x="696" y="1073"/>
                </a:cubicBezTo>
                <a:cubicBezTo>
                  <a:pt x="724" y="1074"/>
                  <a:pt x="752" y="1075"/>
                  <a:pt x="780" y="1075"/>
                </a:cubicBezTo>
                <a:cubicBezTo>
                  <a:pt x="808" y="1076"/>
                  <a:pt x="836" y="1076"/>
                  <a:pt x="865" y="1076"/>
                </a:cubicBezTo>
                <a:cubicBezTo>
                  <a:pt x="893" y="1076"/>
                  <a:pt x="921" y="1076"/>
                  <a:pt x="949" y="1075"/>
                </a:cubicBezTo>
                <a:cubicBezTo>
                  <a:pt x="977" y="1075"/>
                  <a:pt x="1005" y="1074"/>
                  <a:pt x="1033" y="1073"/>
                </a:cubicBezTo>
                <a:cubicBezTo>
                  <a:pt x="1061" y="1072"/>
                  <a:pt x="1088" y="1071"/>
                  <a:pt x="1115" y="1070"/>
                </a:cubicBezTo>
                <a:cubicBezTo>
                  <a:pt x="1142" y="1068"/>
                  <a:pt x="1169" y="1067"/>
                  <a:pt x="1195" y="1065"/>
                </a:cubicBezTo>
                <a:cubicBezTo>
                  <a:pt x="1221" y="1063"/>
                  <a:pt x="1247" y="1061"/>
                  <a:pt x="1272" y="1059"/>
                </a:cubicBezTo>
                <a:cubicBezTo>
                  <a:pt x="1296" y="1056"/>
                  <a:pt x="1321" y="1054"/>
                  <a:pt x="1344" y="1051"/>
                </a:cubicBezTo>
                <a:cubicBezTo>
                  <a:pt x="1368" y="1049"/>
                  <a:pt x="1390" y="1046"/>
                  <a:pt x="1412" y="1043"/>
                </a:cubicBezTo>
                <a:cubicBezTo>
                  <a:pt x="1434" y="1040"/>
                  <a:pt x="1455" y="1036"/>
                  <a:pt x="1475" y="1033"/>
                </a:cubicBezTo>
                <a:cubicBezTo>
                  <a:pt x="1495" y="1030"/>
                  <a:pt x="1514" y="1026"/>
                  <a:pt x="1532" y="1022"/>
                </a:cubicBezTo>
                <a:cubicBezTo>
                  <a:pt x="1550" y="1019"/>
                  <a:pt x="1567" y="1015"/>
                  <a:pt x="1582" y="1011"/>
                </a:cubicBezTo>
                <a:cubicBezTo>
                  <a:pt x="1598" y="1007"/>
                  <a:pt x="1613" y="1003"/>
                  <a:pt x="1626" y="999"/>
                </a:cubicBezTo>
                <a:cubicBezTo>
                  <a:pt x="1639" y="994"/>
                  <a:pt x="1651" y="990"/>
                  <a:pt x="1662" y="986"/>
                </a:cubicBezTo>
                <a:cubicBezTo>
                  <a:pt x="1673" y="981"/>
                  <a:pt x="1683" y="977"/>
                  <a:pt x="1691" y="972"/>
                </a:cubicBezTo>
                <a:cubicBezTo>
                  <a:pt x="1699" y="968"/>
                  <a:pt x="1706" y="963"/>
                  <a:pt x="1711" y="958"/>
                </a:cubicBezTo>
                <a:cubicBezTo>
                  <a:pt x="1717" y="954"/>
                  <a:pt x="1721" y="949"/>
                  <a:pt x="1724" y="944"/>
                </a:cubicBezTo>
                <a:cubicBezTo>
                  <a:pt x="1727" y="939"/>
                  <a:pt x="1728" y="934"/>
                  <a:pt x="1728" y="930"/>
                </a:cubicBezTo>
                <a:lnTo>
                  <a:pt x="1728" y="146"/>
                </a:lnTo>
                <a:lnTo>
                  <a:pt x="0" y="146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5831640" y="3444840"/>
            <a:ext cx="622080" cy="387360"/>
          </a:xfrm>
          <a:custGeom>
            <a:avLst/>
            <a:gdLst/>
            <a:ahLst/>
            <a:rect l="0" t="0" r="r" b="b"/>
            <a:pathLst>
              <a:path fill="none" w="1728" h="1076">
                <a:moveTo>
                  <a:pt x="0" y="146"/>
                </a:moveTo>
                <a:cubicBezTo>
                  <a:pt x="0" y="151"/>
                  <a:pt x="2" y="156"/>
                  <a:pt x="4" y="161"/>
                </a:cubicBezTo>
                <a:cubicBezTo>
                  <a:pt x="7" y="166"/>
                  <a:pt x="11" y="170"/>
                  <a:pt x="17" y="175"/>
                </a:cubicBezTo>
                <a:cubicBezTo>
                  <a:pt x="22" y="180"/>
                  <a:pt x="29" y="184"/>
                  <a:pt x="37" y="189"/>
                </a:cubicBezTo>
                <a:cubicBezTo>
                  <a:pt x="46" y="194"/>
                  <a:pt x="55" y="198"/>
                  <a:pt x="66" y="202"/>
                </a:cubicBezTo>
                <a:cubicBezTo>
                  <a:pt x="77" y="207"/>
                  <a:pt x="89" y="211"/>
                  <a:pt x="102" y="215"/>
                </a:cubicBezTo>
                <a:cubicBezTo>
                  <a:pt x="115" y="220"/>
                  <a:pt x="130" y="224"/>
                  <a:pt x="146" y="228"/>
                </a:cubicBezTo>
                <a:cubicBezTo>
                  <a:pt x="161" y="232"/>
                  <a:pt x="178" y="236"/>
                  <a:pt x="196" y="239"/>
                </a:cubicBezTo>
                <a:cubicBezTo>
                  <a:pt x="215" y="243"/>
                  <a:pt x="234" y="247"/>
                  <a:pt x="254" y="250"/>
                </a:cubicBezTo>
                <a:cubicBezTo>
                  <a:pt x="274" y="253"/>
                  <a:pt x="295" y="257"/>
                  <a:pt x="317" y="260"/>
                </a:cubicBezTo>
                <a:cubicBezTo>
                  <a:pt x="339" y="263"/>
                  <a:pt x="361" y="265"/>
                  <a:pt x="385" y="268"/>
                </a:cubicBezTo>
                <a:cubicBezTo>
                  <a:pt x="408" y="271"/>
                  <a:pt x="433" y="273"/>
                  <a:pt x="458" y="275"/>
                </a:cubicBezTo>
                <a:cubicBezTo>
                  <a:pt x="482" y="278"/>
                  <a:pt x="508" y="280"/>
                  <a:pt x="534" y="282"/>
                </a:cubicBezTo>
                <a:cubicBezTo>
                  <a:pt x="560" y="283"/>
                  <a:pt x="587" y="285"/>
                  <a:pt x="614" y="286"/>
                </a:cubicBezTo>
                <a:cubicBezTo>
                  <a:pt x="641" y="288"/>
                  <a:pt x="668" y="289"/>
                  <a:pt x="696" y="290"/>
                </a:cubicBezTo>
                <a:cubicBezTo>
                  <a:pt x="724" y="291"/>
                  <a:pt x="752" y="292"/>
                  <a:pt x="780" y="292"/>
                </a:cubicBezTo>
                <a:cubicBezTo>
                  <a:pt x="808" y="293"/>
                  <a:pt x="836" y="293"/>
                  <a:pt x="865" y="293"/>
                </a:cubicBezTo>
                <a:cubicBezTo>
                  <a:pt x="893" y="293"/>
                  <a:pt x="921" y="293"/>
                  <a:pt x="949" y="292"/>
                </a:cubicBezTo>
                <a:cubicBezTo>
                  <a:pt x="977" y="292"/>
                  <a:pt x="1005" y="291"/>
                  <a:pt x="1033" y="290"/>
                </a:cubicBezTo>
                <a:cubicBezTo>
                  <a:pt x="1061" y="289"/>
                  <a:pt x="1088" y="288"/>
                  <a:pt x="1115" y="286"/>
                </a:cubicBezTo>
                <a:cubicBezTo>
                  <a:pt x="1142" y="285"/>
                  <a:pt x="1169" y="283"/>
                  <a:pt x="1195" y="282"/>
                </a:cubicBezTo>
                <a:cubicBezTo>
                  <a:pt x="1221" y="280"/>
                  <a:pt x="1247" y="278"/>
                  <a:pt x="1272" y="275"/>
                </a:cubicBezTo>
                <a:cubicBezTo>
                  <a:pt x="1296" y="273"/>
                  <a:pt x="1321" y="271"/>
                  <a:pt x="1344" y="268"/>
                </a:cubicBezTo>
                <a:cubicBezTo>
                  <a:pt x="1368" y="265"/>
                  <a:pt x="1390" y="263"/>
                  <a:pt x="1412" y="260"/>
                </a:cubicBezTo>
                <a:cubicBezTo>
                  <a:pt x="1434" y="257"/>
                  <a:pt x="1455" y="253"/>
                  <a:pt x="1475" y="250"/>
                </a:cubicBezTo>
                <a:cubicBezTo>
                  <a:pt x="1495" y="247"/>
                  <a:pt x="1514" y="243"/>
                  <a:pt x="1532" y="239"/>
                </a:cubicBezTo>
                <a:cubicBezTo>
                  <a:pt x="1550" y="236"/>
                  <a:pt x="1567" y="232"/>
                  <a:pt x="1582" y="228"/>
                </a:cubicBezTo>
                <a:cubicBezTo>
                  <a:pt x="1598" y="224"/>
                  <a:pt x="1613" y="220"/>
                  <a:pt x="1626" y="215"/>
                </a:cubicBezTo>
                <a:cubicBezTo>
                  <a:pt x="1639" y="211"/>
                  <a:pt x="1651" y="207"/>
                  <a:pt x="1662" y="202"/>
                </a:cubicBezTo>
                <a:cubicBezTo>
                  <a:pt x="1673" y="198"/>
                  <a:pt x="1683" y="194"/>
                  <a:pt x="1691" y="189"/>
                </a:cubicBezTo>
                <a:cubicBezTo>
                  <a:pt x="1699" y="184"/>
                  <a:pt x="1706" y="180"/>
                  <a:pt x="1711" y="175"/>
                </a:cubicBezTo>
                <a:cubicBezTo>
                  <a:pt x="1717" y="170"/>
                  <a:pt x="1721" y="166"/>
                  <a:pt x="1724" y="161"/>
                </a:cubicBezTo>
                <a:cubicBezTo>
                  <a:pt x="1727" y="156"/>
                  <a:pt x="1728" y="151"/>
                  <a:pt x="1728" y="146"/>
                </a:cubicBezTo>
                <a:cubicBezTo>
                  <a:pt x="1728" y="142"/>
                  <a:pt x="1727" y="137"/>
                  <a:pt x="1724" y="132"/>
                </a:cubicBezTo>
                <a:cubicBezTo>
                  <a:pt x="1721" y="127"/>
                  <a:pt x="1717" y="123"/>
                  <a:pt x="1711" y="118"/>
                </a:cubicBezTo>
                <a:cubicBezTo>
                  <a:pt x="1706" y="113"/>
                  <a:pt x="1699" y="109"/>
                  <a:pt x="1691" y="104"/>
                </a:cubicBezTo>
                <a:cubicBezTo>
                  <a:pt x="1683" y="99"/>
                  <a:pt x="1673" y="95"/>
                  <a:pt x="1662" y="91"/>
                </a:cubicBezTo>
                <a:cubicBezTo>
                  <a:pt x="1651" y="86"/>
                  <a:pt x="1639" y="82"/>
                  <a:pt x="1626" y="78"/>
                </a:cubicBezTo>
                <a:cubicBezTo>
                  <a:pt x="1613" y="73"/>
                  <a:pt x="1598" y="69"/>
                  <a:pt x="1582" y="65"/>
                </a:cubicBezTo>
                <a:cubicBezTo>
                  <a:pt x="1567" y="61"/>
                  <a:pt x="1550" y="57"/>
                  <a:pt x="1532" y="54"/>
                </a:cubicBezTo>
                <a:cubicBezTo>
                  <a:pt x="1514" y="50"/>
                  <a:pt x="1495" y="46"/>
                  <a:pt x="1475" y="43"/>
                </a:cubicBezTo>
                <a:cubicBezTo>
                  <a:pt x="1455" y="40"/>
                  <a:pt x="1434" y="36"/>
                  <a:pt x="1412" y="33"/>
                </a:cubicBezTo>
                <a:cubicBezTo>
                  <a:pt x="1390" y="30"/>
                  <a:pt x="1368" y="28"/>
                  <a:pt x="1344" y="25"/>
                </a:cubicBezTo>
                <a:cubicBezTo>
                  <a:pt x="1321" y="22"/>
                  <a:pt x="1296" y="20"/>
                  <a:pt x="1272" y="18"/>
                </a:cubicBezTo>
                <a:cubicBezTo>
                  <a:pt x="1247" y="15"/>
                  <a:pt x="1221" y="13"/>
                  <a:pt x="1195" y="11"/>
                </a:cubicBezTo>
                <a:cubicBezTo>
                  <a:pt x="1169" y="10"/>
                  <a:pt x="1142" y="8"/>
                  <a:pt x="1115" y="7"/>
                </a:cubicBezTo>
                <a:cubicBezTo>
                  <a:pt x="1088" y="5"/>
                  <a:pt x="1061" y="4"/>
                  <a:pt x="1033" y="3"/>
                </a:cubicBezTo>
                <a:cubicBezTo>
                  <a:pt x="1005" y="2"/>
                  <a:pt x="977" y="1"/>
                  <a:pt x="949" y="1"/>
                </a:cubicBezTo>
                <a:cubicBezTo>
                  <a:pt x="921" y="0"/>
                  <a:pt x="893" y="0"/>
                  <a:pt x="865" y="0"/>
                </a:cubicBezTo>
                <a:cubicBezTo>
                  <a:pt x="836" y="0"/>
                  <a:pt x="808" y="0"/>
                  <a:pt x="780" y="1"/>
                </a:cubicBezTo>
                <a:cubicBezTo>
                  <a:pt x="752" y="1"/>
                  <a:pt x="724" y="2"/>
                  <a:pt x="696" y="3"/>
                </a:cubicBezTo>
                <a:cubicBezTo>
                  <a:pt x="668" y="4"/>
                  <a:pt x="641" y="5"/>
                  <a:pt x="614" y="7"/>
                </a:cubicBezTo>
                <a:cubicBezTo>
                  <a:pt x="587" y="8"/>
                  <a:pt x="560" y="10"/>
                  <a:pt x="534" y="11"/>
                </a:cubicBezTo>
                <a:cubicBezTo>
                  <a:pt x="508" y="13"/>
                  <a:pt x="482" y="15"/>
                  <a:pt x="458" y="18"/>
                </a:cubicBezTo>
                <a:cubicBezTo>
                  <a:pt x="433" y="20"/>
                  <a:pt x="408" y="22"/>
                  <a:pt x="385" y="25"/>
                </a:cubicBezTo>
                <a:cubicBezTo>
                  <a:pt x="361" y="28"/>
                  <a:pt x="339" y="30"/>
                  <a:pt x="317" y="33"/>
                </a:cubicBezTo>
                <a:cubicBezTo>
                  <a:pt x="295" y="36"/>
                  <a:pt x="274" y="40"/>
                  <a:pt x="254" y="43"/>
                </a:cubicBezTo>
                <a:cubicBezTo>
                  <a:pt x="234" y="46"/>
                  <a:pt x="215" y="50"/>
                  <a:pt x="196" y="54"/>
                </a:cubicBezTo>
                <a:cubicBezTo>
                  <a:pt x="178" y="57"/>
                  <a:pt x="161" y="61"/>
                  <a:pt x="146" y="65"/>
                </a:cubicBezTo>
                <a:cubicBezTo>
                  <a:pt x="130" y="69"/>
                  <a:pt x="115" y="73"/>
                  <a:pt x="102" y="78"/>
                </a:cubicBezTo>
                <a:cubicBezTo>
                  <a:pt x="89" y="82"/>
                  <a:pt x="77" y="86"/>
                  <a:pt x="66" y="91"/>
                </a:cubicBezTo>
                <a:cubicBezTo>
                  <a:pt x="55" y="95"/>
                  <a:pt x="46" y="99"/>
                  <a:pt x="37" y="104"/>
                </a:cubicBezTo>
                <a:cubicBezTo>
                  <a:pt x="29" y="109"/>
                  <a:pt x="22" y="113"/>
                  <a:pt x="17" y="118"/>
                </a:cubicBezTo>
                <a:cubicBezTo>
                  <a:pt x="11" y="123"/>
                  <a:pt x="7" y="127"/>
                  <a:pt x="4" y="132"/>
                </a:cubicBezTo>
                <a:cubicBezTo>
                  <a:pt x="2" y="137"/>
                  <a:pt x="0" y="142"/>
                  <a:pt x="0" y="146"/>
                </a:cubicBezTo>
                <a:lnTo>
                  <a:pt x="0" y="930"/>
                </a:lnTo>
                <a:cubicBezTo>
                  <a:pt x="0" y="934"/>
                  <a:pt x="2" y="939"/>
                  <a:pt x="4" y="944"/>
                </a:cubicBezTo>
                <a:cubicBezTo>
                  <a:pt x="7" y="949"/>
                  <a:pt x="11" y="954"/>
                  <a:pt x="17" y="958"/>
                </a:cubicBezTo>
                <a:cubicBezTo>
                  <a:pt x="22" y="963"/>
                  <a:pt x="29" y="968"/>
                  <a:pt x="37" y="972"/>
                </a:cubicBezTo>
                <a:cubicBezTo>
                  <a:pt x="46" y="977"/>
                  <a:pt x="55" y="981"/>
                  <a:pt x="66" y="986"/>
                </a:cubicBezTo>
                <a:cubicBezTo>
                  <a:pt x="77" y="990"/>
                  <a:pt x="89" y="994"/>
                  <a:pt x="102" y="999"/>
                </a:cubicBezTo>
                <a:cubicBezTo>
                  <a:pt x="115" y="1003"/>
                  <a:pt x="130" y="1007"/>
                  <a:pt x="146" y="1011"/>
                </a:cubicBezTo>
                <a:cubicBezTo>
                  <a:pt x="161" y="1015"/>
                  <a:pt x="178" y="1019"/>
                  <a:pt x="196" y="1022"/>
                </a:cubicBezTo>
                <a:cubicBezTo>
                  <a:pt x="215" y="1026"/>
                  <a:pt x="234" y="1030"/>
                  <a:pt x="254" y="1033"/>
                </a:cubicBezTo>
                <a:cubicBezTo>
                  <a:pt x="274" y="1036"/>
                  <a:pt x="295" y="1040"/>
                  <a:pt x="317" y="1043"/>
                </a:cubicBezTo>
                <a:cubicBezTo>
                  <a:pt x="339" y="1046"/>
                  <a:pt x="361" y="1049"/>
                  <a:pt x="385" y="1051"/>
                </a:cubicBezTo>
                <a:cubicBezTo>
                  <a:pt x="408" y="1054"/>
                  <a:pt x="433" y="1056"/>
                  <a:pt x="458" y="1059"/>
                </a:cubicBezTo>
                <a:cubicBezTo>
                  <a:pt x="482" y="1061"/>
                  <a:pt x="508" y="1063"/>
                  <a:pt x="534" y="1065"/>
                </a:cubicBezTo>
                <a:cubicBezTo>
                  <a:pt x="560" y="1067"/>
                  <a:pt x="587" y="1068"/>
                  <a:pt x="614" y="1070"/>
                </a:cubicBezTo>
                <a:cubicBezTo>
                  <a:pt x="641" y="1071"/>
                  <a:pt x="668" y="1072"/>
                  <a:pt x="696" y="1073"/>
                </a:cubicBezTo>
                <a:cubicBezTo>
                  <a:pt x="724" y="1074"/>
                  <a:pt x="752" y="1075"/>
                  <a:pt x="780" y="1075"/>
                </a:cubicBezTo>
                <a:cubicBezTo>
                  <a:pt x="808" y="1076"/>
                  <a:pt x="836" y="1076"/>
                  <a:pt x="865" y="1076"/>
                </a:cubicBezTo>
                <a:cubicBezTo>
                  <a:pt x="893" y="1076"/>
                  <a:pt x="921" y="1076"/>
                  <a:pt x="949" y="1075"/>
                </a:cubicBezTo>
                <a:cubicBezTo>
                  <a:pt x="977" y="1075"/>
                  <a:pt x="1005" y="1074"/>
                  <a:pt x="1033" y="1073"/>
                </a:cubicBezTo>
                <a:cubicBezTo>
                  <a:pt x="1061" y="1072"/>
                  <a:pt x="1088" y="1071"/>
                  <a:pt x="1115" y="1070"/>
                </a:cubicBezTo>
                <a:cubicBezTo>
                  <a:pt x="1142" y="1068"/>
                  <a:pt x="1169" y="1067"/>
                  <a:pt x="1195" y="1065"/>
                </a:cubicBezTo>
                <a:cubicBezTo>
                  <a:pt x="1221" y="1063"/>
                  <a:pt x="1247" y="1061"/>
                  <a:pt x="1272" y="1059"/>
                </a:cubicBezTo>
                <a:cubicBezTo>
                  <a:pt x="1296" y="1056"/>
                  <a:pt x="1321" y="1054"/>
                  <a:pt x="1344" y="1051"/>
                </a:cubicBezTo>
                <a:cubicBezTo>
                  <a:pt x="1368" y="1049"/>
                  <a:pt x="1390" y="1046"/>
                  <a:pt x="1412" y="1043"/>
                </a:cubicBezTo>
                <a:cubicBezTo>
                  <a:pt x="1434" y="1040"/>
                  <a:pt x="1455" y="1036"/>
                  <a:pt x="1475" y="1033"/>
                </a:cubicBezTo>
                <a:cubicBezTo>
                  <a:pt x="1495" y="1030"/>
                  <a:pt x="1514" y="1026"/>
                  <a:pt x="1532" y="1022"/>
                </a:cubicBezTo>
                <a:cubicBezTo>
                  <a:pt x="1550" y="1019"/>
                  <a:pt x="1567" y="1015"/>
                  <a:pt x="1582" y="1011"/>
                </a:cubicBezTo>
                <a:cubicBezTo>
                  <a:pt x="1598" y="1007"/>
                  <a:pt x="1613" y="1003"/>
                  <a:pt x="1626" y="999"/>
                </a:cubicBezTo>
                <a:cubicBezTo>
                  <a:pt x="1639" y="994"/>
                  <a:pt x="1651" y="990"/>
                  <a:pt x="1662" y="986"/>
                </a:cubicBezTo>
                <a:cubicBezTo>
                  <a:pt x="1673" y="981"/>
                  <a:pt x="1683" y="977"/>
                  <a:pt x="1691" y="972"/>
                </a:cubicBezTo>
                <a:cubicBezTo>
                  <a:pt x="1699" y="968"/>
                  <a:pt x="1706" y="963"/>
                  <a:pt x="1711" y="958"/>
                </a:cubicBezTo>
                <a:cubicBezTo>
                  <a:pt x="1717" y="954"/>
                  <a:pt x="1721" y="949"/>
                  <a:pt x="1724" y="944"/>
                </a:cubicBezTo>
                <a:cubicBezTo>
                  <a:pt x="1727" y="939"/>
                  <a:pt x="1728" y="934"/>
                  <a:pt x="1728" y="930"/>
                </a:cubicBezTo>
                <a:lnTo>
                  <a:pt x="1728" y="146"/>
                </a:lnTo>
              </a:path>
            </a:pathLst>
          </a:custGeom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7779240" y="3265200"/>
            <a:ext cx="59796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10K calls/day (~7/min)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5859000" y="3594960"/>
            <a:ext cx="57276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Postgres checkpointer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6633720" y="3496680"/>
            <a:ext cx="732600" cy="283680"/>
          </a:xfrm>
          <a:custGeom>
            <a:avLst/>
            <a:gdLst/>
            <a:ahLst/>
            <a:rect l="0" t="0" r="r" b="b"/>
            <a:pathLst>
              <a:path w="2035" h="788">
                <a:moveTo>
                  <a:pt x="0" y="0"/>
                </a:moveTo>
                <a:lnTo>
                  <a:pt x="2035" y="0"/>
                </a:lnTo>
                <a:lnTo>
                  <a:pt x="2035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6633720" y="3496680"/>
            <a:ext cx="732600" cy="283680"/>
          </a:xfrm>
          <a:custGeom>
            <a:avLst/>
            <a:gdLst/>
            <a:ahLst/>
            <a:rect l="0" t="0" r="r" b="b"/>
            <a:pathLst>
              <a:path w="2035" h="788">
                <a:moveTo>
                  <a:pt x="0" y="0"/>
                </a:moveTo>
                <a:lnTo>
                  <a:pt x="2035" y="0"/>
                </a:lnTo>
                <a:lnTo>
                  <a:pt x="2035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880240" y="3682080"/>
            <a:ext cx="52776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thread_id = call-XXX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765480" y="3558600"/>
            <a:ext cx="47160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k=8 async workers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7546320" y="3394080"/>
            <a:ext cx="776160" cy="488880"/>
          </a:xfrm>
          <a:custGeom>
            <a:avLst/>
            <a:gdLst/>
            <a:ahLst/>
            <a:rect l="0" t="0" r="r" b="b"/>
            <a:pathLst>
              <a:path w="2156" h="1358">
                <a:moveTo>
                  <a:pt x="0" y="160"/>
                </a:moveTo>
                <a:cubicBezTo>
                  <a:pt x="0" y="165"/>
                  <a:pt x="2" y="170"/>
                  <a:pt x="6" y="175"/>
                </a:cubicBezTo>
                <a:cubicBezTo>
                  <a:pt x="9" y="181"/>
                  <a:pt x="14" y="186"/>
                  <a:pt x="21" y="191"/>
                </a:cubicBezTo>
                <a:cubicBezTo>
                  <a:pt x="28" y="196"/>
                  <a:pt x="37" y="201"/>
                  <a:pt x="47" y="206"/>
                </a:cubicBezTo>
                <a:cubicBezTo>
                  <a:pt x="57" y="211"/>
                  <a:pt x="69" y="216"/>
                  <a:pt x="82" y="221"/>
                </a:cubicBezTo>
                <a:cubicBezTo>
                  <a:pt x="96" y="226"/>
                  <a:pt x="111" y="230"/>
                  <a:pt x="128" y="235"/>
                </a:cubicBezTo>
                <a:cubicBezTo>
                  <a:pt x="144" y="240"/>
                  <a:pt x="162" y="244"/>
                  <a:pt x="182" y="248"/>
                </a:cubicBezTo>
                <a:cubicBezTo>
                  <a:pt x="202" y="253"/>
                  <a:pt x="223" y="257"/>
                  <a:pt x="245" y="261"/>
                </a:cubicBezTo>
                <a:cubicBezTo>
                  <a:pt x="267" y="265"/>
                  <a:pt x="291" y="269"/>
                  <a:pt x="316" y="273"/>
                </a:cubicBezTo>
                <a:cubicBezTo>
                  <a:pt x="341" y="276"/>
                  <a:pt x="367" y="280"/>
                  <a:pt x="394" y="283"/>
                </a:cubicBezTo>
                <a:cubicBezTo>
                  <a:pt x="422" y="286"/>
                  <a:pt x="450" y="289"/>
                  <a:pt x="479" y="292"/>
                </a:cubicBezTo>
                <a:cubicBezTo>
                  <a:pt x="509" y="295"/>
                  <a:pt x="539" y="298"/>
                  <a:pt x="570" y="300"/>
                </a:cubicBezTo>
                <a:cubicBezTo>
                  <a:pt x="601" y="303"/>
                  <a:pt x="633" y="305"/>
                  <a:pt x="665" y="307"/>
                </a:cubicBezTo>
                <a:cubicBezTo>
                  <a:pt x="698" y="309"/>
                  <a:pt x="731" y="311"/>
                  <a:pt x="765" y="312"/>
                </a:cubicBezTo>
                <a:cubicBezTo>
                  <a:pt x="799" y="314"/>
                  <a:pt x="833" y="315"/>
                  <a:pt x="868" y="316"/>
                </a:cubicBezTo>
                <a:cubicBezTo>
                  <a:pt x="902" y="317"/>
                  <a:pt x="937" y="318"/>
                  <a:pt x="972" y="319"/>
                </a:cubicBezTo>
                <a:cubicBezTo>
                  <a:pt x="1007" y="319"/>
                  <a:pt x="1042" y="319"/>
                  <a:pt x="1078" y="319"/>
                </a:cubicBezTo>
                <a:cubicBezTo>
                  <a:pt x="1113" y="319"/>
                  <a:pt x="1148" y="319"/>
                  <a:pt x="1183" y="319"/>
                </a:cubicBezTo>
                <a:cubicBezTo>
                  <a:pt x="1218" y="318"/>
                  <a:pt x="1253" y="317"/>
                  <a:pt x="1288" y="316"/>
                </a:cubicBezTo>
                <a:cubicBezTo>
                  <a:pt x="1322" y="315"/>
                  <a:pt x="1357" y="314"/>
                  <a:pt x="1390" y="312"/>
                </a:cubicBezTo>
                <a:cubicBezTo>
                  <a:pt x="1424" y="311"/>
                  <a:pt x="1457" y="309"/>
                  <a:pt x="1490" y="307"/>
                </a:cubicBezTo>
                <a:cubicBezTo>
                  <a:pt x="1522" y="305"/>
                  <a:pt x="1554" y="303"/>
                  <a:pt x="1585" y="300"/>
                </a:cubicBezTo>
                <a:cubicBezTo>
                  <a:pt x="1617" y="298"/>
                  <a:pt x="1647" y="295"/>
                  <a:pt x="1677" y="292"/>
                </a:cubicBezTo>
                <a:cubicBezTo>
                  <a:pt x="1706" y="289"/>
                  <a:pt x="1735" y="286"/>
                  <a:pt x="1762" y="283"/>
                </a:cubicBezTo>
                <a:cubicBezTo>
                  <a:pt x="1789" y="280"/>
                  <a:pt x="1815" y="276"/>
                  <a:pt x="1840" y="273"/>
                </a:cubicBezTo>
                <a:cubicBezTo>
                  <a:pt x="1865" y="269"/>
                  <a:pt x="1889" y="265"/>
                  <a:pt x="1911" y="261"/>
                </a:cubicBezTo>
                <a:cubicBezTo>
                  <a:pt x="1934" y="257"/>
                  <a:pt x="1955" y="253"/>
                  <a:pt x="1974" y="248"/>
                </a:cubicBezTo>
                <a:cubicBezTo>
                  <a:pt x="1994" y="244"/>
                  <a:pt x="2012" y="240"/>
                  <a:pt x="2029" y="235"/>
                </a:cubicBezTo>
                <a:cubicBezTo>
                  <a:pt x="2045" y="230"/>
                  <a:pt x="2060" y="226"/>
                  <a:pt x="2074" y="221"/>
                </a:cubicBezTo>
                <a:cubicBezTo>
                  <a:pt x="2087" y="216"/>
                  <a:pt x="2099" y="211"/>
                  <a:pt x="2109" y="206"/>
                </a:cubicBezTo>
                <a:cubicBezTo>
                  <a:pt x="2120" y="201"/>
                  <a:pt x="2128" y="196"/>
                  <a:pt x="2135" y="191"/>
                </a:cubicBezTo>
                <a:cubicBezTo>
                  <a:pt x="2142" y="186"/>
                  <a:pt x="2147" y="181"/>
                  <a:pt x="2151" y="175"/>
                </a:cubicBezTo>
                <a:cubicBezTo>
                  <a:pt x="2154" y="170"/>
                  <a:pt x="2156" y="165"/>
                  <a:pt x="2156" y="160"/>
                </a:cubicBezTo>
                <a:cubicBezTo>
                  <a:pt x="2156" y="154"/>
                  <a:pt x="2154" y="149"/>
                  <a:pt x="2151" y="144"/>
                </a:cubicBezTo>
                <a:cubicBezTo>
                  <a:pt x="2147" y="139"/>
                  <a:pt x="2142" y="134"/>
                  <a:pt x="2135" y="129"/>
                </a:cubicBezTo>
                <a:cubicBezTo>
                  <a:pt x="2128" y="123"/>
                  <a:pt x="2120" y="118"/>
                  <a:pt x="2109" y="113"/>
                </a:cubicBezTo>
                <a:cubicBezTo>
                  <a:pt x="2099" y="108"/>
                  <a:pt x="2087" y="103"/>
                  <a:pt x="2074" y="99"/>
                </a:cubicBezTo>
                <a:cubicBezTo>
                  <a:pt x="2060" y="94"/>
                  <a:pt x="2045" y="89"/>
                  <a:pt x="2029" y="84"/>
                </a:cubicBezTo>
                <a:cubicBezTo>
                  <a:pt x="2012" y="80"/>
                  <a:pt x="1994" y="75"/>
                  <a:pt x="1974" y="71"/>
                </a:cubicBezTo>
                <a:cubicBezTo>
                  <a:pt x="1955" y="67"/>
                  <a:pt x="1934" y="63"/>
                  <a:pt x="1911" y="58"/>
                </a:cubicBezTo>
                <a:cubicBezTo>
                  <a:pt x="1889" y="54"/>
                  <a:pt x="1865" y="51"/>
                  <a:pt x="1840" y="47"/>
                </a:cubicBezTo>
                <a:cubicBezTo>
                  <a:pt x="1815" y="43"/>
                  <a:pt x="1789" y="40"/>
                  <a:pt x="1762" y="36"/>
                </a:cubicBezTo>
                <a:cubicBezTo>
                  <a:pt x="1735" y="33"/>
                  <a:pt x="1706" y="30"/>
                  <a:pt x="1677" y="27"/>
                </a:cubicBezTo>
                <a:cubicBezTo>
                  <a:pt x="1647" y="24"/>
                  <a:pt x="1617" y="21"/>
                  <a:pt x="1585" y="19"/>
                </a:cubicBezTo>
                <a:cubicBezTo>
                  <a:pt x="1554" y="17"/>
                  <a:pt x="1522" y="14"/>
                  <a:pt x="1490" y="12"/>
                </a:cubicBezTo>
                <a:cubicBezTo>
                  <a:pt x="1457" y="10"/>
                  <a:pt x="1424" y="9"/>
                  <a:pt x="1390" y="7"/>
                </a:cubicBezTo>
                <a:cubicBezTo>
                  <a:pt x="1357" y="5"/>
                  <a:pt x="1322" y="4"/>
                  <a:pt x="1288" y="3"/>
                </a:cubicBezTo>
                <a:cubicBezTo>
                  <a:pt x="1253" y="2"/>
                  <a:pt x="1218" y="1"/>
                  <a:pt x="1183" y="1"/>
                </a:cubicBezTo>
                <a:cubicBezTo>
                  <a:pt x="1148" y="0"/>
                  <a:pt x="1113" y="0"/>
                  <a:pt x="1078" y="0"/>
                </a:cubicBezTo>
                <a:cubicBezTo>
                  <a:pt x="1042" y="0"/>
                  <a:pt x="1007" y="0"/>
                  <a:pt x="972" y="1"/>
                </a:cubicBezTo>
                <a:cubicBezTo>
                  <a:pt x="937" y="1"/>
                  <a:pt x="902" y="2"/>
                  <a:pt x="868" y="3"/>
                </a:cubicBezTo>
                <a:cubicBezTo>
                  <a:pt x="833" y="4"/>
                  <a:pt x="799" y="5"/>
                  <a:pt x="765" y="7"/>
                </a:cubicBezTo>
                <a:cubicBezTo>
                  <a:pt x="731" y="9"/>
                  <a:pt x="698" y="10"/>
                  <a:pt x="665" y="12"/>
                </a:cubicBezTo>
                <a:cubicBezTo>
                  <a:pt x="633" y="14"/>
                  <a:pt x="601" y="17"/>
                  <a:pt x="570" y="19"/>
                </a:cubicBezTo>
                <a:cubicBezTo>
                  <a:pt x="539" y="21"/>
                  <a:pt x="509" y="24"/>
                  <a:pt x="479" y="27"/>
                </a:cubicBezTo>
                <a:cubicBezTo>
                  <a:pt x="450" y="30"/>
                  <a:pt x="422" y="33"/>
                  <a:pt x="394" y="36"/>
                </a:cubicBezTo>
                <a:cubicBezTo>
                  <a:pt x="367" y="40"/>
                  <a:pt x="341" y="43"/>
                  <a:pt x="316" y="47"/>
                </a:cubicBezTo>
                <a:cubicBezTo>
                  <a:pt x="291" y="51"/>
                  <a:pt x="267" y="54"/>
                  <a:pt x="245" y="58"/>
                </a:cubicBezTo>
                <a:cubicBezTo>
                  <a:pt x="223" y="63"/>
                  <a:pt x="202" y="67"/>
                  <a:pt x="182" y="71"/>
                </a:cubicBezTo>
                <a:cubicBezTo>
                  <a:pt x="162" y="75"/>
                  <a:pt x="144" y="80"/>
                  <a:pt x="128" y="84"/>
                </a:cubicBezTo>
                <a:cubicBezTo>
                  <a:pt x="111" y="89"/>
                  <a:pt x="96" y="94"/>
                  <a:pt x="82" y="99"/>
                </a:cubicBezTo>
                <a:cubicBezTo>
                  <a:pt x="69" y="103"/>
                  <a:pt x="57" y="108"/>
                  <a:pt x="47" y="113"/>
                </a:cubicBezTo>
                <a:cubicBezTo>
                  <a:pt x="37" y="118"/>
                  <a:pt x="28" y="123"/>
                  <a:pt x="21" y="129"/>
                </a:cubicBezTo>
                <a:cubicBezTo>
                  <a:pt x="14" y="134"/>
                  <a:pt x="9" y="139"/>
                  <a:pt x="6" y="144"/>
                </a:cubicBezTo>
                <a:cubicBezTo>
                  <a:pt x="2" y="149"/>
                  <a:pt x="0" y="154"/>
                  <a:pt x="0" y="160"/>
                </a:cubicBezTo>
                <a:lnTo>
                  <a:pt x="0" y="1198"/>
                </a:lnTo>
                <a:cubicBezTo>
                  <a:pt x="0" y="1204"/>
                  <a:pt x="2" y="1209"/>
                  <a:pt x="6" y="1214"/>
                </a:cubicBezTo>
                <a:cubicBezTo>
                  <a:pt x="9" y="1219"/>
                  <a:pt x="14" y="1224"/>
                  <a:pt x="21" y="1230"/>
                </a:cubicBezTo>
                <a:cubicBezTo>
                  <a:pt x="28" y="1235"/>
                  <a:pt x="37" y="1240"/>
                  <a:pt x="47" y="1245"/>
                </a:cubicBezTo>
                <a:cubicBezTo>
                  <a:pt x="57" y="1250"/>
                  <a:pt x="69" y="1255"/>
                  <a:pt x="82" y="1260"/>
                </a:cubicBezTo>
                <a:cubicBezTo>
                  <a:pt x="96" y="1264"/>
                  <a:pt x="111" y="1269"/>
                  <a:pt x="128" y="1274"/>
                </a:cubicBezTo>
                <a:cubicBezTo>
                  <a:pt x="144" y="1278"/>
                  <a:pt x="162" y="1283"/>
                  <a:pt x="182" y="1287"/>
                </a:cubicBezTo>
                <a:cubicBezTo>
                  <a:pt x="202" y="1291"/>
                  <a:pt x="223" y="1296"/>
                  <a:pt x="245" y="1300"/>
                </a:cubicBezTo>
                <a:cubicBezTo>
                  <a:pt x="267" y="1304"/>
                  <a:pt x="291" y="1308"/>
                  <a:pt x="316" y="1311"/>
                </a:cubicBezTo>
                <a:cubicBezTo>
                  <a:pt x="341" y="1315"/>
                  <a:pt x="367" y="1318"/>
                  <a:pt x="394" y="1322"/>
                </a:cubicBezTo>
                <a:cubicBezTo>
                  <a:pt x="422" y="1325"/>
                  <a:pt x="450" y="1328"/>
                  <a:pt x="479" y="1331"/>
                </a:cubicBezTo>
                <a:cubicBezTo>
                  <a:pt x="509" y="1334"/>
                  <a:pt x="539" y="1337"/>
                  <a:pt x="570" y="1339"/>
                </a:cubicBezTo>
                <a:cubicBezTo>
                  <a:pt x="601" y="1342"/>
                  <a:pt x="633" y="1344"/>
                  <a:pt x="665" y="1346"/>
                </a:cubicBezTo>
                <a:cubicBezTo>
                  <a:pt x="698" y="1348"/>
                  <a:pt x="731" y="1350"/>
                  <a:pt x="765" y="1351"/>
                </a:cubicBezTo>
                <a:cubicBezTo>
                  <a:pt x="799" y="1353"/>
                  <a:pt x="833" y="1354"/>
                  <a:pt x="868" y="1355"/>
                </a:cubicBezTo>
                <a:cubicBezTo>
                  <a:pt x="902" y="1356"/>
                  <a:pt x="937" y="1357"/>
                  <a:pt x="972" y="1357"/>
                </a:cubicBezTo>
                <a:cubicBezTo>
                  <a:pt x="1007" y="1358"/>
                  <a:pt x="1042" y="1358"/>
                  <a:pt x="1078" y="1358"/>
                </a:cubicBezTo>
                <a:cubicBezTo>
                  <a:pt x="1113" y="1358"/>
                  <a:pt x="1148" y="1358"/>
                  <a:pt x="1183" y="1357"/>
                </a:cubicBezTo>
                <a:cubicBezTo>
                  <a:pt x="1218" y="1357"/>
                  <a:pt x="1253" y="1356"/>
                  <a:pt x="1288" y="1355"/>
                </a:cubicBezTo>
                <a:cubicBezTo>
                  <a:pt x="1322" y="1354"/>
                  <a:pt x="1357" y="1353"/>
                  <a:pt x="1390" y="1351"/>
                </a:cubicBezTo>
                <a:cubicBezTo>
                  <a:pt x="1424" y="1350"/>
                  <a:pt x="1457" y="1348"/>
                  <a:pt x="1490" y="1346"/>
                </a:cubicBezTo>
                <a:cubicBezTo>
                  <a:pt x="1522" y="1344"/>
                  <a:pt x="1554" y="1342"/>
                  <a:pt x="1585" y="1339"/>
                </a:cubicBezTo>
                <a:cubicBezTo>
                  <a:pt x="1617" y="1337"/>
                  <a:pt x="1647" y="1334"/>
                  <a:pt x="1677" y="1331"/>
                </a:cubicBezTo>
                <a:cubicBezTo>
                  <a:pt x="1706" y="1328"/>
                  <a:pt x="1735" y="1325"/>
                  <a:pt x="1762" y="1322"/>
                </a:cubicBezTo>
                <a:cubicBezTo>
                  <a:pt x="1789" y="1318"/>
                  <a:pt x="1815" y="1315"/>
                  <a:pt x="1840" y="1311"/>
                </a:cubicBezTo>
                <a:cubicBezTo>
                  <a:pt x="1865" y="1308"/>
                  <a:pt x="1889" y="1304"/>
                  <a:pt x="1911" y="1300"/>
                </a:cubicBezTo>
                <a:cubicBezTo>
                  <a:pt x="1934" y="1296"/>
                  <a:pt x="1955" y="1291"/>
                  <a:pt x="1974" y="1287"/>
                </a:cubicBezTo>
                <a:cubicBezTo>
                  <a:pt x="1994" y="1283"/>
                  <a:pt x="2012" y="1278"/>
                  <a:pt x="2029" y="1274"/>
                </a:cubicBezTo>
                <a:cubicBezTo>
                  <a:pt x="2045" y="1269"/>
                  <a:pt x="2060" y="1264"/>
                  <a:pt x="2074" y="1260"/>
                </a:cubicBezTo>
                <a:cubicBezTo>
                  <a:pt x="2087" y="1255"/>
                  <a:pt x="2099" y="1250"/>
                  <a:pt x="2109" y="1245"/>
                </a:cubicBezTo>
                <a:cubicBezTo>
                  <a:pt x="2120" y="1240"/>
                  <a:pt x="2128" y="1235"/>
                  <a:pt x="2135" y="1230"/>
                </a:cubicBezTo>
                <a:cubicBezTo>
                  <a:pt x="2142" y="1224"/>
                  <a:pt x="2147" y="1219"/>
                  <a:pt x="2151" y="1214"/>
                </a:cubicBezTo>
                <a:cubicBezTo>
                  <a:pt x="2154" y="1209"/>
                  <a:pt x="2156" y="1204"/>
                  <a:pt x="2156" y="1198"/>
                </a:cubicBezTo>
                <a:lnTo>
                  <a:pt x="2156" y="160"/>
                </a:lnTo>
                <a:lnTo>
                  <a:pt x="0" y="16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7546320" y="3394080"/>
            <a:ext cx="776160" cy="488880"/>
          </a:xfrm>
          <a:custGeom>
            <a:avLst/>
            <a:gdLst/>
            <a:ahLst/>
            <a:rect l="0" t="0" r="r" b="b"/>
            <a:pathLst>
              <a:path fill="none" w="2156" h="1358">
                <a:moveTo>
                  <a:pt x="0" y="160"/>
                </a:moveTo>
                <a:cubicBezTo>
                  <a:pt x="0" y="165"/>
                  <a:pt x="2" y="170"/>
                  <a:pt x="6" y="175"/>
                </a:cubicBezTo>
                <a:cubicBezTo>
                  <a:pt x="9" y="181"/>
                  <a:pt x="14" y="186"/>
                  <a:pt x="21" y="191"/>
                </a:cubicBezTo>
                <a:cubicBezTo>
                  <a:pt x="28" y="196"/>
                  <a:pt x="37" y="201"/>
                  <a:pt x="47" y="206"/>
                </a:cubicBezTo>
                <a:cubicBezTo>
                  <a:pt x="57" y="211"/>
                  <a:pt x="69" y="216"/>
                  <a:pt x="82" y="221"/>
                </a:cubicBezTo>
                <a:cubicBezTo>
                  <a:pt x="96" y="226"/>
                  <a:pt x="111" y="230"/>
                  <a:pt x="128" y="235"/>
                </a:cubicBezTo>
                <a:cubicBezTo>
                  <a:pt x="144" y="240"/>
                  <a:pt x="162" y="244"/>
                  <a:pt x="182" y="248"/>
                </a:cubicBezTo>
                <a:cubicBezTo>
                  <a:pt x="202" y="253"/>
                  <a:pt x="223" y="257"/>
                  <a:pt x="245" y="261"/>
                </a:cubicBezTo>
                <a:cubicBezTo>
                  <a:pt x="267" y="265"/>
                  <a:pt x="291" y="269"/>
                  <a:pt x="316" y="273"/>
                </a:cubicBezTo>
                <a:cubicBezTo>
                  <a:pt x="341" y="276"/>
                  <a:pt x="367" y="280"/>
                  <a:pt x="394" y="283"/>
                </a:cubicBezTo>
                <a:cubicBezTo>
                  <a:pt x="422" y="286"/>
                  <a:pt x="450" y="289"/>
                  <a:pt x="479" y="292"/>
                </a:cubicBezTo>
                <a:cubicBezTo>
                  <a:pt x="509" y="295"/>
                  <a:pt x="539" y="298"/>
                  <a:pt x="570" y="300"/>
                </a:cubicBezTo>
                <a:cubicBezTo>
                  <a:pt x="601" y="303"/>
                  <a:pt x="633" y="305"/>
                  <a:pt x="665" y="307"/>
                </a:cubicBezTo>
                <a:cubicBezTo>
                  <a:pt x="698" y="309"/>
                  <a:pt x="731" y="311"/>
                  <a:pt x="765" y="312"/>
                </a:cubicBezTo>
                <a:cubicBezTo>
                  <a:pt x="799" y="314"/>
                  <a:pt x="833" y="315"/>
                  <a:pt x="868" y="316"/>
                </a:cubicBezTo>
                <a:cubicBezTo>
                  <a:pt x="902" y="317"/>
                  <a:pt x="937" y="318"/>
                  <a:pt x="972" y="319"/>
                </a:cubicBezTo>
                <a:cubicBezTo>
                  <a:pt x="1007" y="319"/>
                  <a:pt x="1042" y="319"/>
                  <a:pt x="1078" y="319"/>
                </a:cubicBezTo>
                <a:cubicBezTo>
                  <a:pt x="1113" y="319"/>
                  <a:pt x="1148" y="319"/>
                  <a:pt x="1183" y="319"/>
                </a:cubicBezTo>
                <a:cubicBezTo>
                  <a:pt x="1218" y="318"/>
                  <a:pt x="1253" y="317"/>
                  <a:pt x="1288" y="316"/>
                </a:cubicBezTo>
                <a:cubicBezTo>
                  <a:pt x="1322" y="315"/>
                  <a:pt x="1357" y="314"/>
                  <a:pt x="1390" y="312"/>
                </a:cubicBezTo>
                <a:cubicBezTo>
                  <a:pt x="1424" y="311"/>
                  <a:pt x="1457" y="309"/>
                  <a:pt x="1490" y="307"/>
                </a:cubicBezTo>
                <a:cubicBezTo>
                  <a:pt x="1522" y="305"/>
                  <a:pt x="1554" y="303"/>
                  <a:pt x="1585" y="300"/>
                </a:cubicBezTo>
                <a:cubicBezTo>
                  <a:pt x="1617" y="298"/>
                  <a:pt x="1647" y="295"/>
                  <a:pt x="1677" y="292"/>
                </a:cubicBezTo>
                <a:cubicBezTo>
                  <a:pt x="1706" y="289"/>
                  <a:pt x="1735" y="286"/>
                  <a:pt x="1762" y="283"/>
                </a:cubicBezTo>
                <a:cubicBezTo>
                  <a:pt x="1789" y="280"/>
                  <a:pt x="1815" y="276"/>
                  <a:pt x="1840" y="273"/>
                </a:cubicBezTo>
                <a:cubicBezTo>
                  <a:pt x="1865" y="269"/>
                  <a:pt x="1889" y="265"/>
                  <a:pt x="1911" y="261"/>
                </a:cubicBezTo>
                <a:cubicBezTo>
                  <a:pt x="1934" y="257"/>
                  <a:pt x="1955" y="253"/>
                  <a:pt x="1974" y="248"/>
                </a:cubicBezTo>
                <a:cubicBezTo>
                  <a:pt x="1994" y="244"/>
                  <a:pt x="2012" y="240"/>
                  <a:pt x="2029" y="235"/>
                </a:cubicBezTo>
                <a:cubicBezTo>
                  <a:pt x="2045" y="230"/>
                  <a:pt x="2060" y="226"/>
                  <a:pt x="2074" y="221"/>
                </a:cubicBezTo>
                <a:cubicBezTo>
                  <a:pt x="2087" y="216"/>
                  <a:pt x="2099" y="211"/>
                  <a:pt x="2109" y="206"/>
                </a:cubicBezTo>
                <a:cubicBezTo>
                  <a:pt x="2120" y="201"/>
                  <a:pt x="2128" y="196"/>
                  <a:pt x="2135" y="191"/>
                </a:cubicBezTo>
                <a:cubicBezTo>
                  <a:pt x="2142" y="186"/>
                  <a:pt x="2147" y="181"/>
                  <a:pt x="2151" y="175"/>
                </a:cubicBezTo>
                <a:cubicBezTo>
                  <a:pt x="2154" y="170"/>
                  <a:pt x="2156" y="165"/>
                  <a:pt x="2156" y="160"/>
                </a:cubicBezTo>
                <a:cubicBezTo>
                  <a:pt x="2156" y="154"/>
                  <a:pt x="2154" y="149"/>
                  <a:pt x="2151" y="144"/>
                </a:cubicBezTo>
                <a:cubicBezTo>
                  <a:pt x="2147" y="139"/>
                  <a:pt x="2142" y="134"/>
                  <a:pt x="2135" y="129"/>
                </a:cubicBezTo>
                <a:cubicBezTo>
                  <a:pt x="2128" y="123"/>
                  <a:pt x="2120" y="118"/>
                  <a:pt x="2109" y="113"/>
                </a:cubicBezTo>
                <a:cubicBezTo>
                  <a:pt x="2099" y="108"/>
                  <a:pt x="2087" y="103"/>
                  <a:pt x="2074" y="99"/>
                </a:cubicBezTo>
                <a:cubicBezTo>
                  <a:pt x="2060" y="94"/>
                  <a:pt x="2045" y="89"/>
                  <a:pt x="2029" y="84"/>
                </a:cubicBezTo>
                <a:cubicBezTo>
                  <a:pt x="2012" y="80"/>
                  <a:pt x="1994" y="75"/>
                  <a:pt x="1974" y="71"/>
                </a:cubicBezTo>
                <a:cubicBezTo>
                  <a:pt x="1955" y="67"/>
                  <a:pt x="1934" y="63"/>
                  <a:pt x="1911" y="58"/>
                </a:cubicBezTo>
                <a:cubicBezTo>
                  <a:pt x="1889" y="54"/>
                  <a:pt x="1865" y="51"/>
                  <a:pt x="1840" y="47"/>
                </a:cubicBezTo>
                <a:cubicBezTo>
                  <a:pt x="1815" y="43"/>
                  <a:pt x="1789" y="40"/>
                  <a:pt x="1762" y="36"/>
                </a:cubicBezTo>
                <a:cubicBezTo>
                  <a:pt x="1735" y="33"/>
                  <a:pt x="1706" y="30"/>
                  <a:pt x="1677" y="27"/>
                </a:cubicBezTo>
                <a:cubicBezTo>
                  <a:pt x="1647" y="24"/>
                  <a:pt x="1617" y="21"/>
                  <a:pt x="1585" y="19"/>
                </a:cubicBezTo>
                <a:cubicBezTo>
                  <a:pt x="1554" y="17"/>
                  <a:pt x="1522" y="14"/>
                  <a:pt x="1490" y="12"/>
                </a:cubicBezTo>
                <a:cubicBezTo>
                  <a:pt x="1457" y="10"/>
                  <a:pt x="1424" y="9"/>
                  <a:pt x="1390" y="7"/>
                </a:cubicBezTo>
                <a:cubicBezTo>
                  <a:pt x="1357" y="5"/>
                  <a:pt x="1322" y="4"/>
                  <a:pt x="1288" y="3"/>
                </a:cubicBezTo>
                <a:cubicBezTo>
                  <a:pt x="1253" y="2"/>
                  <a:pt x="1218" y="1"/>
                  <a:pt x="1183" y="1"/>
                </a:cubicBezTo>
                <a:cubicBezTo>
                  <a:pt x="1148" y="0"/>
                  <a:pt x="1113" y="0"/>
                  <a:pt x="1078" y="0"/>
                </a:cubicBezTo>
                <a:cubicBezTo>
                  <a:pt x="1042" y="0"/>
                  <a:pt x="1007" y="0"/>
                  <a:pt x="972" y="1"/>
                </a:cubicBezTo>
                <a:cubicBezTo>
                  <a:pt x="937" y="1"/>
                  <a:pt x="902" y="2"/>
                  <a:pt x="868" y="3"/>
                </a:cubicBezTo>
                <a:cubicBezTo>
                  <a:pt x="833" y="4"/>
                  <a:pt x="799" y="5"/>
                  <a:pt x="765" y="7"/>
                </a:cubicBezTo>
                <a:cubicBezTo>
                  <a:pt x="731" y="9"/>
                  <a:pt x="698" y="10"/>
                  <a:pt x="665" y="12"/>
                </a:cubicBezTo>
                <a:cubicBezTo>
                  <a:pt x="633" y="14"/>
                  <a:pt x="601" y="17"/>
                  <a:pt x="570" y="19"/>
                </a:cubicBezTo>
                <a:cubicBezTo>
                  <a:pt x="539" y="21"/>
                  <a:pt x="509" y="24"/>
                  <a:pt x="479" y="27"/>
                </a:cubicBezTo>
                <a:cubicBezTo>
                  <a:pt x="450" y="30"/>
                  <a:pt x="422" y="33"/>
                  <a:pt x="394" y="36"/>
                </a:cubicBezTo>
                <a:cubicBezTo>
                  <a:pt x="367" y="40"/>
                  <a:pt x="341" y="43"/>
                  <a:pt x="316" y="47"/>
                </a:cubicBezTo>
                <a:cubicBezTo>
                  <a:pt x="291" y="51"/>
                  <a:pt x="267" y="54"/>
                  <a:pt x="245" y="58"/>
                </a:cubicBezTo>
                <a:cubicBezTo>
                  <a:pt x="223" y="63"/>
                  <a:pt x="202" y="67"/>
                  <a:pt x="182" y="71"/>
                </a:cubicBezTo>
                <a:cubicBezTo>
                  <a:pt x="162" y="75"/>
                  <a:pt x="144" y="80"/>
                  <a:pt x="128" y="84"/>
                </a:cubicBezTo>
                <a:cubicBezTo>
                  <a:pt x="111" y="89"/>
                  <a:pt x="96" y="94"/>
                  <a:pt x="82" y="99"/>
                </a:cubicBezTo>
                <a:cubicBezTo>
                  <a:pt x="69" y="103"/>
                  <a:pt x="57" y="108"/>
                  <a:pt x="47" y="113"/>
                </a:cubicBezTo>
                <a:cubicBezTo>
                  <a:pt x="37" y="118"/>
                  <a:pt x="28" y="123"/>
                  <a:pt x="21" y="129"/>
                </a:cubicBezTo>
                <a:cubicBezTo>
                  <a:pt x="14" y="134"/>
                  <a:pt x="9" y="139"/>
                  <a:pt x="6" y="144"/>
                </a:cubicBezTo>
                <a:cubicBezTo>
                  <a:pt x="2" y="149"/>
                  <a:pt x="0" y="154"/>
                  <a:pt x="0" y="160"/>
                </a:cubicBezTo>
                <a:lnTo>
                  <a:pt x="0" y="1198"/>
                </a:lnTo>
                <a:cubicBezTo>
                  <a:pt x="0" y="1204"/>
                  <a:pt x="2" y="1209"/>
                  <a:pt x="6" y="1214"/>
                </a:cubicBezTo>
                <a:cubicBezTo>
                  <a:pt x="9" y="1219"/>
                  <a:pt x="14" y="1224"/>
                  <a:pt x="21" y="1230"/>
                </a:cubicBezTo>
                <a:cubicBezTo>
                  <a:pt x="28" y="1235"/>
                  <a:pt x="37" y="1240"/>
                  <a:pt x="47" y="1245"/>
                </a:cubicBezTo>
                <a:cubicBezTo>
                  <a:pt x="57" y="1250"/>
                  <a:pt x="69" y="1255"/>
                  <a:pt x="82" y="1260"/>
                </a:cubicBezTo>
                <a:cubicBezTo>
                  <a:pt x="96" y="1264"/>
                  <a:pt x="111" y="1269"/>
                  <a:pt x="128" y="1274"/>
                </a:cubicBezTo>
                <a:cubicBezTo>
                  <a:pt x="144" y="1278"/>
                  <a:pt x="162" y="1283"/>
                  <a:pt x="182" y="1287"/>
                </a:cubicBezTo>
                <a:cubicBezTo>
                  <a:pt x="202" y="1291"/>
                  <a:pt x="223" y="1296"/>
                  <a:pt x="245" y="1300"/>
                </a:cubicBezTo>
                <a:cubicBezTo>
                  <a:pt x="267" y="1304"/>
                  <a:pt x="291" y="1308"/>
                  <a:pt x="316" y="1311"/>
                </a:cubicBezTo>
                <a:cubicBezTo>
                  <a:pt x="341" y="1315"/>
                  <a:pt x="367" y="1318"/>
                  <a:pt x="394" y="1322"/>
                </a:cubicBezTo>
                <a:cubicBezTo>
                  <a:pt x="422" y="1325"/>
                  <a:pt x="450" y="1328"/>
                  <a:pt x="479" y="1331"/>
                </a:cubicBezTo>
                <a:cubicBezTo>
                  <a:pt x="509" y="1334"/>
                  <a:pt x="539" y="1337"/>
                  <a:pt x="570" y="1339"/>
                </a:cubicBezTo>
                <a:cubicBezTo>
                  <a:pt x="601" y="1342"/>
                  <a:pt x="633" y="1344"/>
                  <a:pt x="665" y="1346"/>
                </a:cubicBezTo>
                <a:cubicBezTo>
                  <a:pt x="698" y="1348"/>
                  <a:pt x="731" y="1350"/>
                  <a:pt x="765" y="1351"/>
                </a:cubicBezTo>
                <a:cubicBezTo>
                  <a:pt x="799" y="1353"/>
                  <a:pt x="833" y="1354"/>
                  <a:pt x="868" y="1355"/>
                </a:cubicBezTo>
                <a:cubicBezTo>
                  <a:pt x="902" y="1356"/>
                  <a:pt x="937" y="1357"/>
                  <a:pt x="972" y="1357"/>
                </a:cubicBezTo>
                <a:cubicBezTo>
                  <a:pt x="1007" y="1358"/>
                  <a:pt x="1042" y="1358"/>
                  <a:pt x="1078" y="1358"/>
                </a:cubicBezTo>
                <a:cubicBezTo>
                  <a:pt x="1113" y="1358"/>
                  <a:pt x="1148" y="1358"/>
                  <a:pt x="1183" y="1357"/>
                </a:cubicBezTo>
                <a:cubicBezTo>
                  <a:pt x="1218" y="1357"/>
                  <a:pt x="1253" y="1356"/>
                  <a:pt x="1288" y="1355"/>
                </a:cubicBezTo>
                <a:cubicBezTo>
                  <a:pt x="1322" y="1354"/>
                  <a:pt x="1357" y="1353"/>
                  <a:pt x="1390" y="1351"/>
                </a:cubicBezTo>
                <a:cubicBezTo>
                  <a:pt x="1424" y="1350"/>
                  <a:pt x="1457" y="1348"/>
                  <a:pt x="1490" y="1346"/>
                </a:cubicBezTo>
                <a:cubicBezTo>
                  <a:pt x="1522" y="1344"/>
                  <a:pt x="1554" y="1342"/>
                  <a:pt x="1585" y="1339"/>
                </a:cubicBezTo>
                <a:cubicBezTo>
                  <a:pt x="1617" y="1337"/>
                  <a:pt x="1647" y="1334"/>
                  <a:pt x="1677" y="1331"/>
                </a:cubicBezTo>
                <a:cubicBezTo>
                  <a:pt x="1706" y="1328"/>
                  <a:pt x="1735" y="1325"/>
                  <a:pt x="1762" y="1322"/>
                </a:cubicBezTo>
                <a:cubicBezTo>
                  <a:pt x="1789" y="1318"/>
                  <a:pt x="1815" y="1315"/>
                  <a:pt x="1840" y="1311"/>
                </a:cubicBezTo>
                <a:cubicBezTo>
                  <a:pt x="1865" y="1308"/>
                  <a:pt x="1889" y="1304"/>
                  <a:pt x="1911" y="1300"/>
                </a:cubicBezTo>
                <a:cubicBezTo>
                  <a:pt x="1934" y="1296"/>
                  <a:pt x="1955" y="1291"/>
                  <a:pt x="1974" y="1287"/>
                </a:cubicBezTo>
                <a:cubicBezTo>
                  <a:pt x="1994" y="1283"/>
                  <a:pt x="2012" y="1278"/>
                  <a:pt x="2029" y="1274"/>
                </a:cubicBezTo>
                <a:cubicBezTo>
                  <a:pt x="2045" y="1269"/>
                  <a:pt x="2060" y="1264"/>
                  <a:pt x="2074" y="1260"/>
                </a:cubicBezTo>
                <a:cubicBezTo>
                  <a:pt x="2087" y="1255"/>
                  <a:pt x="2099" y="1250"/>
                  <a:pt x="2109" y="1245"/>
                </a:cubicBezTo>
                <a:cubicBezTo>
                  <a:pt x="2120" y="1240"/>
                  <a:pt x="2128" y="1235"/>
                  <a:pt x="2135" y="1230"/>
                </a:cubicBezTo>
                <a:cubicBezTo>
                  <a:pt x="2142" y="1224"/>
                  <a:pt x="2147" y="1219"/>
                  <a:pt x="2151" y="1214"/>
                </a:cubicBezTo>
                <a:cubicBezTo>
                  <a:pt x="2154" y="1209"/>
                  <a:pt x="2156" y="1204"/>
                  <a:pt x="2156" y="1198"/>
                </a:cubicBezTo>
                <a:lnTo>
                  <a:pt x="2156" y="160"/>
                </a:lnTo>
              </a:path>
            </a:pathLst>
          </a:custGeom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6742080" y="3645720"/>
            <a:ext cx="51840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per pod, autoscaled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7711560" y="3551400"/>
            <a:ext cx="44820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Hosted vector DB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7709400" y="3638520"/>
            <a:ext cx="45252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+ category-shard 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8502480" y="3496680"/>
            <a:ext cx="700920" cy="283680"/>
          </a:xfrm>
          <a:custGeom>
            <a:avLst/>
            <a:gdLst/>
            <a:ahLst/>
            <a:rect l="0" t="0" r="r" b="b"/>
            <a:pathLst>
              <a:path w="1947" h="788">
                <a:moveTo>
                  <a:pt x="0" y="0"/>
                </a:moveTo>
                <a:lnTo>
                  <a:pt x="1947" y="0"/>
                </a:lnTo>
                <a:lnTo>
                  <a:pt x="1947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8502480" y="3496680"/>
            <a:ext cx="700920" cy="283680"/>
          </a:xfrm>
          <a:custGeom>
            <a:avLst/>
            <a:gdLst/>
            <a:ahLst/>
            <a:rect l="0" t="0" r="r" b="b"/>
            <a:pathLst>
              <a:path w="1947" h="788">
                <a:moveTo>
                  <a:pt x="0" y="0"/>
                </a:moveTo>
                <a:lnTo>
                  <a:pt x="1947" y="0"/>
                </a:lnTo>
                <a:lnTo>
                  <a:pt x="1947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7795080" y="3725640"/>
            <a:ext cx="28044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collections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8651520" y="3558600"/>
            <a:ext cx="40464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reviewer queue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9383400" y="3453120"/>
            <a:ext cx="938520" cy="370800"/>
          </a:xfrm>
          <a:custGeom>
            <a:avLst/>
            <a:gdLst/>
            <a:ahLst/>
            <a:rect l="0" t="0" r="r" b="b"/>
            <a:pathLst>
              <a:path w="2607" h="1030">
                <a:moveTo>
                  <a:pt x="0" y="0"/>
                </a:moveTo>
                <a:lnTo>
                  <a:pt x="2607" y="0"/>
                </a:lnTo>
                <a:lnTo>
                  <a:pt x="2607" y="1030"/>
                </a:lnTo>
                <a:lnTo>
                  <a:pt x="0" y="103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9383400" y="3453120"/>
            <a:ext cx="938520" cy="370800"/>
          </a:xfrm>
          <a:custGeom>
            <a:avLst/>
            <a:gdLst/>
            <a:ahLst/>
            <a:rect l="0" t="0" r="r" b="b"/>
            <a:pathLst>
              <a:path w="2607" h="1030">
                <a:moveTo>
                  <a:pt x="0" y="0"/>
                </a:moveTo>
                <a:lnTo>
                  <a:pt x="2607" y="0"/>
                </a:lnTo>
                <a:lnTo>
                  <a:pt x="2607" y="1030"/>
                </a:lnTo>
                <a:lnTo>
                  <a:pt x="0" y="103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8610840" y="3645720"/>
            <a:ext cx="48672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SLA-driven priority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513360" y="3515040"/>
            <a:ext cx="68148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Sampling: 10% trainer logs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9579240" y="3602160"/>
            <a:ext cx="54972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shipped to retention 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1743840" y="3360240"/>
            <a:ext cx="3614040" cy="556560"/>
          </a:xfrm>
          <a:custGeom>
            <a:avLst/>
            <a:gdLst/>
            <a:ahLst/>
            <a:rect l="0" t="0" r="r" b="b"/>
            <a:pathLst>
              <a:path w="10039" h="1546">
                <a:moveTo>
                  <a:pt x="0" y="0"/>
                </a:moveTo>
                <a:lnTo>
                  <a:pt x="10039" y="0"/>
                </a:lnTo>
                <a:lnTo>
                  <a:pt x="10039" y="1546"/>
                </a:lnTo>
                <a:lnTo>
                  <a:pt x="0" y="154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1743840" y="3360240"/>
            <a:ext cx="3614040" cy="556560"/>
          </a:xfrm>
          <a:custGeom>
            <a:avLst/>
            <a:gdLst/>
            <a:ahLst/>
            <a:rect l="0" t="0" r="r" b="b"/>
            <a:pathLst>
              <a:path w="10039" h="1546">
                <a:moveTo>
                  <a:pt x="0" y="0"/>
                </a:moveTo>
                <a:lnTo>
                  <a:pt x="10039" y="0"/>
                </a:lnTo>
                <a:lnTo>
                  <a:pt x="10039" y="1546"/>
                </a:lnTo>
                <a:lnTo>
                  <a:pt x="0" y="15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AAA33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9764640" y="3689280"/>
            <a:ext cx="17712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bucket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1870200" y="3496680"/>
            <a:ext cx="849960" cy="283680"/>
          </a:xfrm>
          <a:custGeom>
            <a:avLst/>
            <a:gdLst/>
            <a:ahLst/>
            <a:rect l="0" t="0" r="r" b="b"/>
            <a:pathLst>
              <a:path w="2361" h="788">
                <a:moveTo>
                  <a:pt x="0" y="0"/>
                </a:moveTo>
                <a:lnTo>
                  <a:pt x="2361" y="0"/>
                </a:lnTo>
                <a:lnTo>
                  <a:pt x="2361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1870200" y="3496680"/>
            <a:ext cx="849960" cy="283680"/>
          </a:xfrm>
          <a:custGeom>
            <a:avLst/>
            <a:gdLst/>
            <a:ahLst/>
            <a:rect l="0" t="0" r="r" b="b"/>
            <a:pathLst>
              <a:path w="2361" h="788">
                <a:moveTo>
                  <a:pt x="0" y="0"/>
                </a:moveTo>
                <a:lnTo>
                  <a:pt x="2361" y="0"/>
                </a:lnTo>
                <a:lnTo>
                  <a:pt x="2361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3210840" y="3367800"/>
            <a:ext cx="69012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Today (laptop, ~200/hour)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1978560" y="3558600"/>
            <a:ext cx="63576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in-memory checkpointer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2900160" y="3540240"/>
            <a:ext cx="491400" cy="196560"/>
          </a:xfrm>
          <a:custGeom>
            <a:avLst/>
            <a:gdLst/>
            <a:ahLst/>
            <a:rect l="0" t="0" r="r" b="b"/>
            <a:pathLst>
              <a:path w="1365" h="546">
                <a:moveTo>
                  <a:pt x="0" y="0"/>
                </a:moveTo>
                <a:lnTo>
                  <a:pt x="1365" y="0"/>
                </a:lnTo>
                <a:lnTo>
                  <a:pt x="1365" y="546"/>
                </a:lnTo>
                <a:lnTo>
                  <a:pt x="0" y="5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2900160" y="3540240"/>
            <a:ext cx="491400" cy="196560"/>
          </a:xfrm>
          <a:custGeom>
            <a:avLst/>
            <a:gdLst/>
            <a:ahLst/>
            <a:rect l="0" t="0" r="r" b="b"/>
            <a:pathLst>
              <a:path w="1365" h="546">
                <a:moveTo>
                  <a:pt x="0" y="0"/>
                </a:moveTo>
                <a:lnTo>
                  <a:pt x="1365" y="0"/>
                </a:lnTo>
                <a:lnTo>
                  <a:pt x="1365" y="546"/>
                </a:lnTo>
                <a:lnTo>
                  <a:pt x="0" y="5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2099880" y="3645720"/>
            <a:ext cx="39204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InMemorySaver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3571560" y="3540240"/>
            <a:ext cx="698400" cy="196560"/>
          </a:xfrm>
          <a:custGeom>
            <a:avLst/>
            <a:gdLst/>
            <a:ahLst/>
            <a:rect l="0" t="0" r="r" b="b"/>
            <a:pathLst>
              <a:path w="1940" h="546">
                <a:moveTo>
                  <a:pt x="0" y="0"/>
                </a:moveTo>
                <a:lnTo>
                  <a:pt x="1940" y="0"/>
                </a:lnTo>
                <a:lnTo>
                  <a:pt x="1940" y="546"/>
                </a:lnTo>
                <a:lnTo>
                  <a:pt x="0" y="5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3571560" y="3540240"/>
            <a:ext cx="698400" cy="196560"/>
          </a:xfrm>
          <a:custGeom>
            <a:avLst/>
            <a:gdLst/>
            <a:ahLst/>
            <a:rect l="0" t="0" r="r" b="b"/>
            <a:pathLst>
              <a:path w="1940" h="546">
                <a:moveTo>
                  <a:pt x="0" y="0"/>
                </a:moveTo>
                <a:lnTo>
                  <a:pt x="1940" y="0"/>
                </a:lnTo>
                <a:lnTo>
                  <a:pt x="1940" y="546"/>
                </a:lnTo>
                <a:lnTo>
                  <a:pt x="0" y="5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3008520" y="3602160"/>
            <a:ext cx="27648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serial calls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4449960" y="3540240"/>
            <a:ext cx="781560" cy="196560"/>
          </a:xfrm>
          <a:custGeom>
            <a:avLst/>
            <a:gdLst/>
            <a:ahLst/>
            <a:rect l="0" t="0" r="r" b="b"/>
            <a:pathLst>
              <a:path w="2171" h="546">
                <a:moveTo>
                  <a:pt x="0" y="0"/>
                </a:moveTo>
                <a:lnTo>
                  <a:pt x="2171" y="0"/>
                </a:lnTo>
                <a:lnTo>
                  <a:pt x="2171" y="546"/>
                </a:lnTo>
                <a:lnTo>
                  <a:pt x="0" y="5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4449960" y="3540240"/>
            <a:ext cx="781560" cy="196560"/>
          </a:xfrm>
          <a:custGeom>
            <a:avLst/>
            <a:gdLst/>
            <a:ahLst/>
            <a:rect l="0" t="0" r="r" b="b"/>
            <a:pathLst>
              <a:path w="2171" h="546">
                <a:moveTo>
                  <a:pt x="0" y="0"/>
                </a:moveTo>
                <a:lnTo>
                  <a:pt x="2171" y="0"/>
                </a:lnTo>
                <a:lnTo>
                  <a:pt x="2171" y="546"/>
                </a:lnTo>
                <a:lnTo>
                  <a:pt x="0" y="5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tIns="1800" rIns="1800" bIns="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3679920" y="3602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local chroma store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4558320" y="3602160"/>
            <a:ext cx="567360" cy="6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60" b="0" u="none" strike="noStrike">
                <a:solidFill>
                  <a:srgbClr val="333333"/>
                </a:solidFill>
                <a:effectLst/>
                <a:uFillTx/>
                <a:latin typeface="TrebuchetMS"/>
                <a:ea typeface="TrebuchetMS"/>
              </a:rPr>
              <a:t>stdin/stdout reviewer</a:t>
            </a:r>
            <a:endParaRPr lang="en-US" sz="4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842040" y="4399560"/>
            <a:ext cx="884088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.SFNS"/>
                <a:ea typeface=".SFNS"/>
              </a:rPr>
              <a:t>~7 calls/min average · ~15–20/min peak · each call ~5–15 s wall time. Async pool of 8–16 workers/pod, autoscaled by queue depth.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172196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14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609480" y="194292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618840" y="2199960"/>
            <a:ext cx="1981800" cy="238680"/>
          </a:xfrm>
          <a:custGeom>
            <a:avLst/>
            <a:gdLst/>
            <a:ahLst/>
            <a:rect l="0" t="0" r="r" b="b"/>
            <a:pathLst>
              <a:path w="5505" h="663">
                <a:moveTo>
                  <a:pt x="0" y="0"/>
                </a:moveTo>
                <a:lnTo>
                  <a:pt x="5505" y="0"/>
                </a:lnTo>
                <a:lnTo>
                  <a:pt x="5505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2600280" y="2199960"/>
            <a:ext cx="2352960" cy="238680"/>
          </a:xfrm>
          <a:custGeom>
            <a:avLst/>
            <a:gdLst/>
            <a:ahLst/>
            <a:rect l="0" t="0" r="r" b="b"/>
            <a:pathLst>
              <a:path w="6536" h="663">
                <a:moveTo>
                  <a:pt x="0" y="0"/>
                </a:moveTo>
                <a:lnTo>
                  <a:pt x="6536" y="0"/>
                </a:lnTo>
                <a:lnTo>
                  <a:pt x="6536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4952880" y="2199960"/>
            <a:ext cx="6629760" cy="238680"/>
          </a:xfrm>
          <a:custGeom>
            <a:avLst/>
            <a:gdLst/>
            <a:ahLst/>
            <a:rect l="0" t="0" r="r" b="b"/>
            <a:pathLst>
              <a:path w="18416" h="663">
                <a:moveTo>
                  <a:pt x="0" y="0"/>
                </a:moveTo>
                <a:lnTo>
                  <a:pt x="18416" y="0"/>
                </a:lnTo>
                <a:lnTo>
                  <a:pt x="18416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618840" y="2438280"/>
            <a:ext cx="1981800" cy="324000"/>
          </a:xfrm>
          <a:custGeom>
            <a:avLst/>
            <a:gdLst/>
            <a:ahLst/>
            <a:rect l="0" t="0" r="r" b="b"/>
            <a:pathLst>
              <a:path w="5505" h="900">
                <a:moveTo>
                  <a:pt x="0" y="0"/>
                </a:moveTo>
                <a:lnTo>
                  <a:pt x="5505" y="0"/>
                </a:lnTo>
                <a:lnTo>
                  <a:pt x="5505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2600280" y="2438280"/>
            <a:ext cx="2352960" cy="324000"/>
          </a:xfrm>
          <a:custGeom>
            <a:avLst/>
            <a:gdLst/>
            <a:ahLst/>
            <a:rect l="0" t="0" r="r" b="b"/>
            <a:pathLst>
              <a:path w="6536" h="900">
                <a:moveTo>
                  <a:pt x="0" y="0"/>
                </a:moveTo>
                <a:lnTo>
                  <a:pt x="6536" y="0"/>
                </a:lnTo>
                <a:lnTo>
                  <a:pt x="6536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4952880" y="2438280"/>
            <a:ext cx="6629760" cy="324000"/>
          </a:xfrm>
          <a:custGeom>
            <a:avLst/>
            <a:gdLst/>
            <a:ahLst/>
            <a:rect l="0" t="0" r="r" b="b"/>
            <a:pathLst>
              <a:path w="18416" h="900">
                <a:moveTo>
                  <a:pt x="0" y="0"/>
                </a:moveTo>
                <a:lnTo>
                  <a:pt x="18416" y="0"/>
                </a:lnTo>
                <a:lnTo>
                  <a:pt x="18416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618840" y="3085920"/>
            <a:ext cx="1981800" cy="581400"/>
          </a:xfrm>
          <a:custGeom>
            <a:avLst/>
            <a:gdLst/>
            <a:ahLst/>
            <a:rect l="0" t="0" r="r" b="b"/>
            <a:pathLst>
              <a:path w="5505" h="1615">
                <a:moveTo>
                  <a:pt x="0" y="0"/>
                </a:moveTo>
                <a:lnTo>
                  <a:pt x="5505" y="0"/>
                </a:lnTo>
                <a:lnTo>
                  <a:pt x="550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2600280" y="3085920"/>
            <a:ext cx="2352960" cy="581400"/>
          </a:xfrm>
          <a:custGeom>
            <a:avLst/>
            <a:gdLst/>
            <a:ahLst/>
            <a:rect l="0" t="0" r="r" b="b"/>
            <a:pathLst>
              <a:path w="6536" h="1615">
                <a:moveTo>
                  <a:pt x="0" y="0"/>
                </a:moveTo>
                <a:lnTo>
                  <a:pt x="6536" y="0"/>
                </a:lnTo>
                <a:lnTo>
                  <a:pt x="653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4952880" y="3085920"/>
            <a:ext cx="6629760" cy="581400"/>
          </a:xfrm>
          <a:custGeom>
            <a:avLst/>
            <a:gdLst/>
            <a:ahLst/>
            <a:rect l="0" t="0" r="r" b="b"/>
            <a:pathLst>
              <a:path w="18416" h="1615">
                <a:moveTo>
                  <a:pt x="0" y="0"/>
                </a:moveTo>
                <a:lnTo>
                  <a:pt x="18416" y="0"/>
                </a:lnTo>
                <a:lnTo>
                  <a:pt x="1841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618840" y="3990960"/>
            <a:ext cx="1981800" cy="571680"/>
          </a:xfrm>
          <a:custGeom>
            <a:avLst/>
            <a:gdLst/>
            <a:ahLst/>
            <a:rect l="0" t="0" r="r" b="b"/>
            <a:pathLst>
              <a:path w="5505" h="1588">
                <a:moveTo>
                  <a:pt x="0" y="0"/>
                </a:moveTo>
                <a:lnTo>
                  <a:pt x="5505" y="0"/>
                </a:lnTo>
                <a:lnTo>
                  <a:pt x="5505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2600280" y="3990960"/>
            <a:ext cx="2352960" cy="571680"/>
          </a:xfrm>
          <a:custGeom>
            <a:avLst/>
            <a:gdLst/>
            <a:ahLst/>
            <a:rect l="0" t="0" r="r" b="b"/>
            <a:pathLst>
              <a:path w="6536" h="1588">
                <a:moveTo>
                  <a:pt x="0" y="0"/>
                </a:moveTo>
                <a:lnTo>
                  <a:pt x="6536" y="0"/>
                </a:lnTo>
                <a:lnTo>
                  <a:pt x="6536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4952880" y="3990960"/>
            <a:ext cx="6629760" cy="571680"/>
          </a:xfrm>
          <a:custGeom>
            <a:avLst/>
            <a:gdLst/>
            <a:ahLst/>
            <a:rect l="0" t="0" r="r" b="b"/>
            <a:pathLst>
              <a:path w="18416" h="1588">
                <a:moveTo>
                  <a:pt x="0" y="0"/>
                </a:moveTo>
                <a:lnTo>
                  <a:pt x="18416" y="0"/>
                </a:lnTo>
                <a:lnTo>
                  <a:pt x="18416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609480" y="219060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609480" y="2190600"/>
            <a:ext cx="1991160" cy="9720"/>
          </a:xfrm>
          <a:custGeom>
            <a:avLst/>
            <a:gdLst/>
            <a:ahLst/>
            <a:rect l="0" t="0" r="r" b="b"/>
            <a:pathLst>
              <a:path w="5531" h="27">
                <a:moveTo>
                  <a:pt x="0" y="0"/>
                </a:moveTo>
                <a:lnTo>
                  <a:pt x="5531" y="0"/>
                </a:lnTo>
                <a:lnTo>
                  <a:pt x="55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2590560" y="21906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2600280" y="219060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4943160" y="21906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4952880" y="2190600"/>
            <a:ext cx="6629760" cy="9720"/>
          </a:xfrm>
          <a:custGeom>
            <a:avLst/>
            <a:gdLst/>
            <a:ahLst/>
            <a:rect l="0" t="0" r="r" b="b"/>
            <a:pathLst>
              <a:path w="18416" h="27">
                <a:moveTo>
                  <a:pt x="0" y="0"/>
                </a:moveTo>
                <a:lnTo>
                  <a:pt x="18416" y="0"/>
                </a:lnTo>
                <a:lnTo>
                  <a:pt x="184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1572560" y="21906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609480" y="2428560"/>
            <a:ext cx="1991160" cy="10440"/>
          </a:xfrm>
          <a:custGeom>
            <a:avLst/>
            <a:gdLst/>
            <a:ahLst/>
            <a:rect l="0" t="0" r="r" b="b"/>
            <a:pathLst>
              <a:path w="5531" h="29">
                <a:moveTo>
                  <a:pt x="0" y="0"/>
                </a:moveTo>
                <a:lnTo>
                  <a:pt x="5531" y="0"/>
                </a:lnTo>
                <a:lnTo>
                  <a:pt x="55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2600280" y="2428560"/>
            <a:ext cx="2352960" cy="10440"/>
          </a:xfrm>
          <a:custGeom>
            <a:avLst/>
            <a:gdLst/>
            <a:ahLst/>
            <a:rect l="0" t="0" r="r" b="b"/>
            <a:pathLst>
              <a:path w="6536" h="29">
                <a:moveTo>
                  <a:pt x="0" y="0"/>
                </a:moveTo>
                <a:lnTo>
                  <a:pt x="6536" y="0"/>
                </a:lnTo>
                <a:lnTo>
                  <a:pt x="653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4952880" y="2428560"/>
            <a:ext cx="6629760" cy="10440"/>
          </a:xfrm>
          <a:custGeom>
            <a:avLst/>
            <a:gdLst/>
            <a:ahLst/>
            <a:rect l="0" t="0" r="r" b="b"/>
            <a:pathLst>
              <a:path w="18416" h="29">
                <a:moveTo>
                  <a:pt x="0" y="0"/>
                </a:moveTo>
                <a:lnTo>
                  <a:pt x="18416" y="0"/>
                </a:lnTo>
                <a:lnTo>
                  <a:pt x="1841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09480" y="24382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2590560" y="24382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4943160" y="24382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1572560" y="24382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609480" y="27619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609480" y="2752560"/>
            <a:ext cx="1991160" cy="9720"/>
          </a:xfrm>
          <a:custGeom>
            <a:avLst/>
            <a:gdLst/>
            <a:ahLst/>
            <a:rect l="0" t="0" r="r" b="b"/>
            <a:pathLst>
              <a:path w="5531" h="27">
                <a:moveTo>
                  <a:pt x="0" y="0"/>
                </a:moveTo>
                <a:lnTo>
                  <a:pt x="5531" y="0"/>
                </a:lnTo>
                <a:lnTo>
                  <a:pt x="55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2590560" y="27619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2600280" y="275256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4943160" y="27619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4952880" y="2752560"/>
            <a:ext cx="6629760" cy="9720"/>
          </a:xfrm>
          <a:custGeom>
            <a:avLst/>
            <a:gdLst/>
            <a:ahLst/>
            <a:rect l="0" t="0" r="r" b="b"/>
            <a:pathLst>
              <a:path w="18416" h="27">
                <a:moveTo>
                  <a:pt x="0" y="0"/>
                </a:moveTo>
                <a:lnTo>
                  <a:pt x="18416" y="0"/>
                </a:lnTo>
                <a:lnTo>
                  <a:pt x="184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11572560" y="27619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609480" y="309528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0"/>
                </a:moveTo>
                <a:lnTo>
                  <a:pt x="27" y="0"/>
                </a:lnTo>
                <a:lnTo>
                  <a:pt x="27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609480" y="3085920"/>
            <a:ext cx="1991160" cy="9720"/>
          </a:xfrm>
          <a:custGeom>
            <a:avLst/>
            <a:gdLst/>
            <a:ahLst/>
            <a:rect l="0" t="0" r="r" b="b"/>
            <a:pathLst>
              <a:path w="5531" h="27">
                <a:moveTo>
                  <a:pt x="0" y="0"/>
                </a:moveTo>
                <a:lnTo>
                  <a:pt x="5531" y="0"/>
                </a:lnTo>
                <a:lnTo>
                  <a:pt x="55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2590560" y="309528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2600280" y="308592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4943160" y="309528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4952880" y="3085920"/>
            <a:ext cx="6629760" cy="9720"/>
          </a:xfrm>
          <a:custGeom>
            <a:avLst/>
            <a:gdLst/>
            <a:ahLst/>
            <a:rect l="0" t="0" r="r" b="b"/>
            <a:pathLst>
              <a:path w="18416" h="27">
                <a:moveTo>
                  <a:pt x="0" y="0"/>
                </a:moveTo>
                <a:lnTo>
                  <a:pt x="18416" y="0"/>
                </a:lnTo>
                <a:lnTo>
                  <a:pt x="184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11572560" y="309528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28" y="0"/>
                </a:lnTo>
                <a:lnTo>
                  <a:pt x="2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609480" y="3666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609480" y="3657240"/>
            <a:ext cx="1991160" cy="10080"/>
          </a:xfrm>
          <a:custGeom>
            <a:avLst/>
            <a:gdLst/>
            <a:ahLst/>
            <a:rect l="0" t="0" r="r" b="b"/>
            <a:pathLst>
              <a:path w="5531" h="28">
                <a:moveTo>
                  <a:pt x="0" y="0"/>
                </a:moveTo>
                <a:lnTo>
                  <a:pt x="5531" y="0"/>
                </a:lnTo>
                <a:lnTo>
                  <a:pt x="55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2590560" y="3666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2600280" y="36572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4943160" y="3666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4952880" y="3657240"/>
            <a:ext cx="6629760" cy="10080"/>
          </a:xfrm>
          <a:custGeom>
            <a:avLst/>
            <a:gdLst/>
            <a:ahLst/>
            <a:rect l="0" t="0" r="r" b="b"/>
            <a:pathLst>
              <a:path w="18416" h="28">
                <a:moveTo>
                  <a:pt x="0" y="0"/>
                </a:moveTo>
                <a:lnTo>
                  <a:pt x="18416" y="0"/>
                </a:lnTo>
                <a:lnTo>
                  <a:pt x="184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11572560" y="3666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609480" y="3990960"/>
            <a:ext cx="9720" cy="581040"/>
          </a:xfrm>
          <a:custGeom>
            <a:avLst/>
            <a:gdLst/>
            <a:ahLst/>
            <a:rect l="0" t="0" r="r" b="b"/>
            <a:pathLst>
              <a:path w="27" h="1614">
                <a:moveTo>
                  <a:pt x="0" y="0"/>
                </a:moveTo>
                <a:lnTo>
                  <a:pt x="27" y="0"/>
                </a:lnTo>
                <a:lnTo>
                  <a:pt x="27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609480" y="3981240"/>
            <a:ext cx="1991160" cy="10080"/>
          </a:xfrm>
          <a:custGeom>
            <a:avLst/>
            <a:gdLst/>
            <a:ahLst/>
            <a:rect l="0" t="0" r="r" b="b"/>
            <a:pathLst>
              <a:path w="5531" h="28">
                <a:moveTo>
                  <a:pt x="0" y="0"/>
                </a:moveTo>
                <a:lnTo>
                  <a:pt x="5531" y="0"/>
                </a:lnTo>
                <a:lnTo>
                  <a:pt x="55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2590560" y="3990960"/>
            <a:ext cx="10080" cy="581040"/>
          </a:xfrm>
          <a:custGeom>
            <a:avLst/>
            <a:gdLst/>
            <a:ahLst/>
            <a:rect l="0" t="0" r="r" b="b"/>
            <a:pathLst>
              <a:path w="28" h="1614">
                <a:moveTo>
                  <a:pt x="0" y="0"/>
                </a:moveTo>
                <a:lnTo>
                  <a:pt x="28" y="0"/>
                </a:lnTo>
                <a:lnTo>
                  <a:pt x="28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2600280" y="39812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4943160" y="3990960"/>
            <a:ext cx="10080" cy="581040"/>
          </a:xfrm>
          <a:custGeom>
            <a:avLst/>
            <a:gdLst/>
            <a:ahLst/>
            <a:rect l="0" t="0" r="r" b="b"/>
            <a:pathLst>
              <a:path w="28" h="1614">
                <a:moveTo>
                  <a:pt x="0" y="0"/>
                </a:moveTo>
                <a:lnTo>
                  <a:pt x="28" y="0"/>
                </a:lnTo>
                <a:lnTo>
                  <a:pt x="28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4952880" y="3981240"/>
            <a:ext cx="6629760" cy="10080"/>
          </a:xfrm>
          <a:custGeom>
            <a:avLst/>
            <a:gdLst/>
            <a:ahLst/>
            <a:rect l="0" t="0" r="r" b="b"/>
            <a:pathLst>
              <a:path w="18416" h="28">
                <a:moveTo>
                  <a:pt x="0" y="0"/>
                </a:moveTo>
                <a:lnTo>
                  <a:pt x="18416" y="0"/>
                </a:lnTo>
                <a:lnTo>
                  <a:pt x="184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11572560" y="3990960"/>
            <a:ext cx="10080" cy="581040"/>
          </a:xfrm>
          <a:custGeom>
            <a:avLst/>
            <a:gdLst/>
            <a:ahLst/>
            <a:rect l="0" t="0" r="r" b="b"/>
            <a:pathLst>
              <a:path w="28" h="1614">
                <a:moveTo>
                  <a:pt x="0" y="0"/>
                </a:moveTo>
                <a:lnTo>
                  <a:pt x="28" y="0"/>
                </a:lnTo>
                <a:lnTo>
                  <a:pt x="28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609480" y="4562280"/>
            <a:ext cx="1991160" cy="9720"/>
          </a:xfrm>
          <a:custGeom>
            <a:avLst/>
            <a:gdLst/>
            <a:ahLst/>
            <a:rect l="0" t="0" r="r" b="b"/>
            <a:pathLst>
              <a:path w="5531" h="27">
                <a:moveTo>
                  <a:pt x="0" y="0"/>
                </a:moveTo>
                <a:lnTo>
                  <a:pt x="5531" y="0"/>
                </a:lnTo>
                <a:lnTo>
                  <a:pt x="55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2600280" y="456228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4952880" y="4562280"/>
            <a:ext cx="6629760" cy="9720"/>
          </a:xfrm>
          <a:custGeom>
            <a:avLst/>
            <a:gdLst/>
            <a:ahLst/>
            <a:rect l="0" t="0" r="r" b="b"/>
            <a:pathLst>
              <a:path w="18416" h="27">
                <a:moveTo>
                  <a:pt x="0" y="0"/>
                </a:moveTo>
                <a:lnTo>
                  <a:pt x="18416" y="0"/>
                </a:lnTo>
                <a:lnTo>
                  <a:pt x="184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948760" y="1337040"/>
            <a:ext cx="786816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14 · Scale — the five things that change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668520" y="2229840"/>
            <a:ext cx="46008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LAYER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2651040" y="2229840"/>
            <a:ext cx="11667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TODAY (LAPTOP)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5003640" y="2229840"/>
            <a:ext cx="89928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AT 10K / DAY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687600" y="2474280"/>
            <a:ext cx="11862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Concurrency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3438360" y="2504880"/>
            <a:ext cx="1019520" cy="219600"/>
          </a:xfrm>
          <a:custGeom>
            <a:avLst/>
            <a:gdLst/>
            <a:ahLst/>
            <a:rect l="0" t="0" r="r" b="b"/>
            <a:pathLst>
              <a:path w="2832" h="610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726" y="0"/>
                </a:lnTo>
                <a:cubicBezTo>
                  <a:pt x="2740" y="0"/>
                  <a:pt x="2754" y="3"/>
                  <a:pt x="2767" y="8"/>
                </a:cubicBezTo>
                <a:cubicBezTo>
                  <a:pt x="2780" y="13"/>
                  <a:pt x="2791" y="21"/>
                  <a:pt x="2801" y="31"/>
                </a:cubicBezTo>
                <a:cubicBezTo>
                  <a:pt x="2811" y="42"/>
                  <a:pt x="2819" y="53"/>
                  <a:pt x="2824" y="66"/>
                </a:cubicBezTo>
                <a:cubicBezTo>
                  <a:pt x="2829" y="79"/>
                  <a:pt x="2832" y="93"/>
                  <a:pt x="2832" y="107"/>
                </a:cubicBezTo>
                <a:lnTo>
                  <a:pt x="2832" y="504"/>
                </a:lnTo>
                <a:cubicBezTo>
                  <a:pt x="2832" y="518"/>
                  <a:pt x="2829" y="531"/>
                  <a:pt x="2824" y="544"/>
                </a:cubicBezTo>
                <a:cubicBezTo>
                  <a:pt x="2819" y="557"/>
                  <a:pt x="2811" y="569"/>
                  <a:pt x="2801" y="579"/>
                </a:cubicBezTo>
                <a:cubicBezTo>
                  <a:pt x="2791" y="589"/>
                  <a:pt x="2780" y="596"/>
                  <a:pt x="2767" y="602"/>
                </a:cubicBezTo>
                <a:cubicBezTo>
                  <a:pt x="2754" y="607"/>
                  <a:pt x="2740" y="610"/>
                  <a:pt x="2726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2670120" y="2474280"/>
            <a:ext cx="636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serial in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492720" y="2530080"/>
            <a:ext cx="9090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run_eval.py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5022720" y="2474280"/>
            <a:ext cx="3985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8–16 async workers/pod, autoscaled by queue depth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2685960" y="2828880"/>
            <a:ext cx="1190880" cy="219240"/>
          </a:xfrm>
          <a:custGeom>
            <a:avLst/>
            <a:gdLst/>
            <a:ahLst/>
            <a:rect l="0" t="0" r="r" b="b"/>
            <a:pathLst>
              <a:path w="3308" h="609">
                <a:moveTo>
                  <a:pt x="0" y="503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3202" y="0"/>
                </a:lnTo>
                <a:cubicBezTo>
                  <a:pt x="3216" y="0"/>
                  <a:pt x="3230" y="2"/>
                  <a:pt x="3243" y="8"/>
                </a:cubicBezTo>
                <a:cubicBezTo>
                  <a:pt x="3256" y="13"/>
                  <a:pt x="3267" y="21"/>
                  <a:pt x="3277" y="31"/>
                </a:cubicBezTo>
                <a:cubicBezTo>
                  <a:pt x="3287" y="41"/>
                  <a:pt x="3295" y="52"/>
                  <a:pt x="3300" y="65"/>
                </a:cubicBezTo>
                <a:cubicBezTo>
                  <a:pt x="3305" y="78"/>
                  <a:pt x="3308" y="91"/>
                  <a:pt x="3308" y="105"/>
                </a:cubicBezTo>
                <a:lnTo>
                  <a:pt x="3308" y="503"/>
                </a:lnTo>
                <a:cubicBezTo>
                  <a:pt x="3308" y="517"/>
                  <a:pt x="3305" y="531"/>
                  <a:pt x="3300" y="544"/>
                </a:cubicBezTo>
                <a:cubicBezTo>
                  <a:pt x="3295" y="557"/>
                  <a:pt x="3287" y="568"/>
                  <a:pt x="3277" y="578"/>
                </a:cubicBezTo>
                <a:cubicBezTo>
                  <a:pt x="3267" y="588"/>
                  <a:pt x="3256" y="596"/>
                  <a:pt x="3243" y="601"/>
                </a:cubicBezTo>
                <a:cubicBezTo>
                  <a:pt x="3230" y="606"/>
                  <a:pt x="3216" y="609"/>
                  <a:pt x="3202" y="609"/>
                </a:cubicBezTo>
                <a:lnTo>
                  <a:pt x="106" y="609"/>
                </a:lnTo>
                <a:cubicBezTo>
                  <a:pt x="92" y="609"/>
                  <a:pt x="78" y="606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2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687600" y="2797920"/>
            <a:ext cx="12528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Checkpointer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5038560" y="2828880"/>
            <a:ext cx="2514960" cy="219240"/>
          </a:xfrm>
          <a:custGeom>
            <a:avLst/>
            <a:gdLst/>
            <a:ahLst/>
            <a:rect l="0" t="0" r="r" b="b"/>
            <a:pathLst>
              <a:path w="6986" h="609">
                <a:moveTo>
                  <a:pt x="0" y="503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6880" y="0"/>
                </a:lnTo>
                <a:cubicBezTo>
                  <a:pt x="6894" y="0"/>
                  <a:pt x="6908" y="2"/>
                  <a:pt x="6921" y="8"/>
                </a:cubicBezTo>
                <a:cubicBezTo>
                  <a:pt x="6934" y="13"/>
                  <a:pt x="6945" y="21"/>
                  <a:pt x="6955" y="31"/>
                </a:cubicBezTo>
                <a:cubicBezTo>
                  <a:pt x="6965" y="41"/>
                  <a:pt x="6973" y="52"/>
                  <a:pt x="6978" y="65"/>
                </a:cubicBezTo>
                <a:cubicBezTo>
                  <a:pt x="6983" y="78"/>
                  <a:pt x="6986" y="91"/>
                  <a:pt x="6986" y="105"/>
                </a:cubicBezTo>
                <a:lnTo>
                  <a:pt x="6986" y="503"/>
                </a:lnTo>
                <a:cubicBezTo>
                  <a:pt x="6986" y="517"/>
                  <a:pt x="6983" y="531"/>
                  <a:pt x="6978" y="544"/>
                </a:cubicBezTo>
                <a:cubicBezTo>
                  <a:pt x="6973" y="557"/>
                  <a:pt x="6965" y="568"/>
                  <a:pt x="6955" y="578"/>
                </a:cubicBezTo>
                <a:cubicBezTo>
                  <a:pt x="6945" y="588"/>
                  <a:pt x="6934" y="596"/>
                  <a:pt x="6921" y="601"/>
                </a:cubicBezTo>
                <a:cubicBezTo>
                  <a:pt x="6908" y="606"/>
                  <a:pt x="6894" y="609"/>
                  <a:pt x="6880" y="609"/>
                </a:cubicBezTo>
                <a:lnTo>
                  <a:pt x="106" y="609"/>
                </a:lnTo>
                <a:cubicBezTo>
                  <a:pt x="92" y="609"/>
                  <a:pt x="78" y="606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3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2747520" y="2854080"/>
            <a:ext cx="10742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InMemorySaver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100480" y="2854080"/>
            <a:ext cx="23954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langgraph-checkpoint-postgres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7705440" y="2828880"/>
            <a:ext cx="1848240" cy="219240"/>
          </a:xfrm>
          <a:custGeom>
            <a:avLst/>
            <a:gdLst/>
            <a:ahLst/>
            <a:rect l="0" t="0" r="r" b="b"/>
            <a:pathLst>
              <a:path w="5134" h="609">
                <a:moveTo>
                  <a:pt x="0" y="503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5028" y="0"/>
                </a:lnTo>
                <a:cubicBezTo>
                  <a:pt x="5042" y="0"/>
                  <a:pt x="5056" y="2"/>
                  <a:pt x="5069" y="8"/>
                </a:cubicBezTo>
                <a:cubicBezTo>
                  <a:pt x="5082" y="13"/>
                  <a:pt x="5093" y="21"/>
                  <a:pt x="5103" y="31"/>
                </a:cubicBezTo>
                <a:cubicBezTo>
                  <a:pt x="5113" y="41"/>
                  <a:pt x="5121" y="52"/>
                  <a:pt x="5126" y="65"/>
                </a:cubicBezTo>
                <a:cubicBezTo>
                  <a:pt x="5132" y="78"/>
                  <a:pt x="5134" y="91"/>
                  <a:pt x="5134" y="105"/>
                </a:cubicBezTo>
                <a:lnTo>
                  <a:pt x="5134" y="503"/>
                </a:lnTo>
                <a:cubicBezTo>
                  <a:pt x="5134" y="517"/>
                  <a:pt x="5132" y="531"/>
                  <a:pt x="5126" y="544"/>
                </a:cubicBezTo>
                <a:cubicBezTo>
                  <a:pt x="5121" y="557"/>
                  <a:pt x="5113" y="568"/>
                  <a:pt x="5103" y="578"/>
                </a:cubicBezTo>
                <a:cubicBezTo>
                  <a:pt x="5093" y="588"/>
                  <a:pt x="5082" y="596"/>
                  <a:pt x="5069" y="601"/>
                </a:cubicBezTo>
                <a:cubicBezTo>
                  <a:pt x="5056" y="606"/>
                  <a:pt x="5042" y="609"/>
                  <a:pt x="5028" y="609"/>
                </a:cubicBezTo>
                <a:lnTo>
                  <a:pt x="106" y="609"/>
                </a:lnTo>
                <a:cubicBezTo>
                  <a:pt x="92" y="609"/>
                  <a:pt x="79" y="606"/>
                  <a:pt x="66" y="601"/>
                </a:cubicBezTo>
                <a:cubicBezTo>
                  <a:pt x="53" y="596"/>
                  <a:pt x="41" y="588"/>
                  <a:pt x="31" y="578"/>
                </a:cubicBezTo>
                <a:cubicBezTo>
                  <a:pt x="21" y="568"/>
                  <a:pt x="14" y="557"/>
                  <a:pt x="8" y="544"/>
                </a:cubicBezTo>
                <a:cubicBezTo>
                  <a:pt x="3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7572960" y="279792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7763760" y="2854080"/>
            <a:ext cx="1734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thread_id = call-{id}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9575280" y="2797920"/>
            <a:ext cx="1508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— survives restarts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2685960" y="3152520"/>
            <a:ext cx="1028880" cy="219600"/>
          </a:xfrm>
          <a:custGeom>
            <a:avLst/>
            <a:gdLst/>
            <a:ahLst/>
            <a:rect l="0" t="0" r="r" b="b"/>
            <a:pathLst>
              <a:path w="2858" h="610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752" y="0"/>
                </a:lnTo>
                <a:cubicBezTo>
                  <a:pt x="2766" y="0"/>
                  <a:pt x="2780" y="3"/>
                  <a:pt x="2793" y="8"/>
                </a:cubicBezTo>
                <a:cubicBezTo>
                  <a:pt x="2806" y="14"/>
                  <a:pt x="2817" y="21"/>
                  <a:pt x="2827" y="31"/>
                </a:cubicBezTo>
                <a:cubicBezTo>
                  <a:pt x="2837" y="41"/>
                  <a:pt x="2845" y="53"/>
                  <a:pt x="2850" y="67"/>
                </a:cubicBezTo>
                <a:cubicBezTo>
                  <a:pt x="2856" y="80"/>
                  <a:pt x="2858" y="93"/>
                  <a:pt x="2858" y="107"/>
                </a:cubicBezTo>
                <a:lnTo>
                  <a:pt x="2858" y="504"/>
                </a:lnTo>
                <a:cubicBezTo>
                  <a:pt x="2858" y="518"/>
                  <a:pt x="2856" y="531"/>
                  <a:pt x="2850" y="544"/>
                </a:cubicBezTo>
                <a:cubicBezTo>
                  <a:pt x="2845" y="557"/>
                  <a:pt x="2837" y="569"/>
                  <a:pt x="2827" y="579"/>
                </a:cubicBezTo>
                <a:cubicBezTo>
                  <a:pt x="2817" y="589"/>
                  <a:pt x="2806" y="596"/>
                  <a:pt x="2793" y="602"/>
                </a:cubicBezTo>
                <a:cubicBezTo>
                  <a:pt x="2780" y="607"/>
                  <a:pt x="2766" y="610"/>
                  <a:pt x="2752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87600" y="3245760"/>
            <a:ext cx="14990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Reviewer queue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2747520" y="3177720"/>
            <a:ext cx="9090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interrupt()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3733920" y="3121920"/>
            <a:ext cx="8164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blocks the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2670120" y="3369600"/>
            <a:ext cx="256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5022720" y="3121920"/>
            <a:ext cx="5322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Priority queue: EMERGENCY 60 s SLA · trap 5 min · low-conf 15 min ·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5022720" y="3369600"/>
            <a:ext cx="11390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fallback 30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687600" y="3702960"/>
            <a:ext cx="4086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RAG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2670120" y="3702960"/>
            <a:ext cx="1831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local Chroma in process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9801000" y="3733560"/>
            <a:ext cx="1276920" cy="209880"/>
          </a:xfrm>
          <a:custGeom>
            <a:avLst/>
            <a:gdLst/>
            <a:ahLst/>
            <a:rect l="0" t="0" r="r" b="b"/>
            <a:pathLst>
              <a:path w="3547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441" y="0"/>
                </a:lnTo>
                <a:cubicBezTo>
                  <a:pt x="3455" y="0"/>
                  <a:pt x="3468" y="3"/>
                  <a:pt x="3481" y="8"/>
                </a:cubicBezTo>
                <a:cubicBezTo>
                  <a:pt x="3494" y="14"/>
                  <a:pt x="3506" y="21"/>
                  <a:pt x="3516" y="31"/>
                </a:cubicBezTo>
                <a:cubicBezTo>
                  <a:pt x="3525" y="41"/>
                  <a:pt x="3533" y="53"/>
                  <a:pt x="3538" y="65"/>
                </a:cubicBezTo>
                <a:cubicBezTo>
                  <a:pt x="3544" y="78"/>
                  <a:pt x="3547" y="92"/>
                  <a:pt x="3547" y="106"/>
                </a:cubicBezTo>
                <a:lnTo>
                  <a:pt x="3547" y="477"/>
                </a:lnTo>
                <a:cubicBezTo>
                  <a:pt x="3547" y="491"/>
                  <a:pt x="3544" y="505"/>
                  <a:pt x="3538" y="518"/>
                </a:cubicBezTo>
                <a:cubicBezTo>
                  <a:pt x="3533" y="531"/>
                  <a:pt x="3525" y="542"/>
                  <a:pt x="3516" y="552"/>
                </a:cubicBezTo>
                <a:cubicBezTo>
                  <a:pt x="3506" y="562"/>
                  <a:pt x="3494" y="570"/>
                  <a:pt x="3481" y="575"/>
                </a:cubicBezTo>
                <a:cubicBezTo>
                  <a:pt x="3468" y="581"/>
                  <a:pt x="3455" y="583"/>
                  <a:pt x="3441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4" y="531"/>
                  <a:pt x="8" y="518"/>
                </a:cubicBezTo>
                <a:cubicBezTo>
                  <a:pt x="3" y="505"/>
                  <a:pt x="0" y="491"/>
                  <a:pt x="0" y="47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5022720" y="3702960"/>
            <a:ext cx="41230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Hosted vector DB at 100K+ rows, shard collections by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9860760" y="3758760"/>
            <a:ext cx="11566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final_category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87600" y="4026600"/>
            <a:ext cx="10152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Trainer-log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687600" y="4274280"/>
            <a:ext cx="8539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retention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2670120" y="4150440"/>
            <a:ext cx="1423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every row in JSON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5022720" y="4150440"/>
            <a:ext cx="5218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All hot for 30 d · overrides indefinite · 10% sample of agreement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7819920" y="4867200"/>
            <a:ext cx="1429200" cy="304920"/>
          </a:xfrm>
          <a:custGeom>
            <a:avLst/>
            <a:gdLst/>
            <a:ahLst/>
            <a:rect l="0" t="0" r="r" b="b"/>
            <a:pathLst>
              <a:path w="3970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7" y="0"/>
                </a:cubicBezTo>
                <a:lnTo>
                  <a:pt x="3864" y="0"/>
                </a:lnTo>
                <a:cubicBezTo>
                  <a:pt x="3878" y="0"/>
                  <a:pt x="3891" y="2"/>
                  <a:pt x="3904" y="8"/>
                </a:cubicBezTo>
                <a:cubicBezTo>
                  <a:pt x="3917" y="13"/>
                  <a:pt x="3929" y="21"/>
                  <a:pt x="3939" y="31"/>
                </a:cubicBezTo>
                <a:cubicBezTo>
                  <a:pt x="3948" y="41"/>
                  <a:pt x="3956" y="52"/>
                  <a:pt x="3961" y="65"/>
                </a:cubicBezTo>
                <a:cubicBezTo>
                  <a:pt x="3967" y="78"/>
                  <a:pt x="3970" y="92"/>
                  <a:pt x="3970" y="106"/>
                </a:cubicBezTo>
                <a:lnTo>
                  <a:pt x="3970" y="742"/>
                </a:lnTo>
                <a:cubicBezTo>
                  <a:pt x="3970" y="756"/>
                  <a:pt x="3967" y="769"/>
                  <a:pt x="3961" y="782"/>
                </a:cubicBezTo>
                <a:cubicBezTo>
                  <a:pt x="3956" y="795"/>
                  <a:pt x="3948" y="806"/>
                  <a:pt x="3939" y="816"/>
                </a:cubicBezTo>
                <a:cubicBezTo>
                  <a:pt x="3929" y="826"/>
                  <a:pt x="3917" y="834"/>
                  <a:pt x="3904" y="839"/>
                </a:cubicBezTo>
                <a:cubicBezTo>
                  <a:pt x="3891" y="845"/>
                  <a:pt x="3878" y="847"/>
                  <a:pt x="3864" y="847"/>
                </a:cubicBezTo>
                <a:lnTo>
                  <a:pt x="107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641880" y="4821480"/>
            <a:ext cx="6963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Cost envelope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~2K input / ~200 output tokens per call @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7880040" y="490248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gpt-4o-mini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9279000" y="4821480"/>
            <a:ext cx="22165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≈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$0.001–0.002 /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1020960" y="5173920"/>
            <a:ext cx="97527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call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→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$10–20 / day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in LLM at 10K calls. Vector DB + Postgres negligible at this scale.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1172664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15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609480" y="1152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2586600" y="546480"/>
            <a:ext cx="870732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15 · Clarification + inarticulate-intake policy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815400" y="1421280"/>
            <a:ext cx="111398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Ask one disambiguating question only when one of three signals fires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(precision over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189880" y="1783080"/>
            <a:ext cx="73184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recall — auto-resolution axis penalizes unnecessary clarifications)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930600" y="2211840"/>
            <a:ext cx="89330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1.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Sparse caller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first utterance ≤6 words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AND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total caller speech ≤24 words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1219320" y="2573640"/>
            <a:ext cx="71391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(conjunction separates back-fillers from genuinely vague callers).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3676320" y="3047760"/>
            <a:ext cx="3096000" cy="314640"/>
          </a:xfrm>
          <a:custGeom>
            <a:avLst/>
            <a:gdLst/>
            <a:ahLst/>
            <a:rect l="0" t="0" r="r" b="b"/>
            <a:pathLst>
              <a:path w="8600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8495" y="0"/>
                </a:lnTo>
                <a:cubicBezTo>
                  <a:pt x="8509" y="0"/>
                  <a:pt x="8522" y="3"/>
                  <a:pt x="8535" y="8"/>
                </a:cubicBezTo>
                <a:cubicBezTo>
                  <a:pt x="8548" y="14"/>
                  <a:pt x="8559" y="21"/>
                  <a:pt x="8569" y="31"/>
                </a:cubicBezTo>
                <a:cubicBezTo>
                  <a:pt x="8579" y="41"/>
                  <a:pt x="8587" y="53"/>
                  <a:pt x="8592" y="65"/>
                </a:cubicBezTo>
                <a:cubicBezTo>
                  <a:pt x="8598" y="78"/>
                  <a:pt x="8600" y="92"/>
                  <a:pt x="8600" y="106"/>
                </a:cubicBezTo>
                <a:lnTo>
                  <a:pt x="8600" y="768"/>
                </a:lnTo>
                <a:cubicBezTo>
                  <a:pt x="8600" y="782"/>
                  <a:pt x="8598" y="796"/>
                  <a:pt x="8592" y="809"/>
                </a:cubicBezTo>
                <a:cubicBezTo>
                  <a:pt x="8587" y="822"/>
                  <a:pt x="8579" y="833"/>
                  <a:pt x="8569" y="843"/>
                </a:cubicBezTo>
                <a:cubicBezTo>
                  <a:pt x="8559" y="853"/>
                  <a:pt x="8548" y="861"/>
                  <a:pt x="8535" y="866"/>
                </a:cubicBezTo>
                <a:cubicBezTo>
                  <a:pt x="8522" y="872"/>
                  <a:pt x="8509" y="874"/>
                  <a:pt x="8495" y="874"/>
                </a:cubicBezTo>
                <a:lnTo>
                  <a:pt x="106" y="874"/>
                </a:lnTo>
                <a:cubicBezTo>
                  <a:pt x="92" y="874"/>
                  <a:pt x="79" y="872"/>
                  <a:pt x="66" y="866"/>
                </a:cubicBezTo>
                <a:cubicBezTo>
                  <a:pt x="53" y="861"/>
                  <a:pt x="41" y="853"/>
                  <a:pt x="31" y="843"/>
                </a:cubicBezTo>
                <a:cubicBezTo>
                  <a:pt x="21" y="833"/>
                  <a:pt x="14" y="822"/>
                  <a:pt x="8" y="809"/>
                </a:cubicBezTo>
                <a:cubicBezTo>
                  <a:pt x="3" y="796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930600" y="3002400"/>
            <a:ext cx="28854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2.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Generic opening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3735000" y="3083040"/>
            <a:ext cx="2982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"there's an issue with X"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6962760" y="3047760"/>
            <a:ext cx="3210120" cy="314640"/>
          </a:xfrm>
          <a:custGeom>
            <a:avLst/>
            <a:gdLst/>
            <a:ahLst/>
            <a:rect l="0" t="0" r="r" b="b"/>
            <a:pathLst>
              <a:path w="8917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8811" y="0"/>
                </a:lnTo>
                <a:cubicBezTo>
                  <a:pt x="8825" y="0"/>
                  <a:pt x="8839" y="3"/>
                  <a:pt x="8852" y="8"/>
                </a:cubicBezTo>
                <a:cubicBezTo>
                  <a:pt x="8865" y="14"/>
                  <a:pt x="8876" y="21"/>
                  <a:pt x="8886" y="31"/>
                </a:cubicBezTo>
                <a:cubicBezTo>
                  <a:pt x="8896" y="41"/>
                  <a:pt x="8904" y="53"/>
                  <a:pt x="8909" y="65"/>
                </a:cubicBezTo>
                <a:cubicBezTo>
                  <a:pt x="8914" y="78"/>
                  <a:pt x="8917" y="92"/>
                  <a:pt x="8917" y="106"/>
                </a:cubicBezTo>
                <a:lnTo>
                  <a:pt x="8917" y="768"/>
                </a:lnTo>
                <a:cubicBezTo>
                  <a:pt x="8917" y="782"/>
                  <a:pt x="8914" y="796"/>
                  <a:pt x="8909" y="809"/>
                </a:cubicBezTo>
                <a:cubicBezTo>
                  <a:pt x="8904" y="822"/>
                  <a:pt x="8896" y="833"/>
                  <a:pt x="8886" y="843"/>
                </a:cubicBezTo>
                <a:cubicBezTo>
                  <a:pt x="8876" y="853"/>
                  <a:pt x="8865" y="861"/>
                  <a:pt x="8852" y="866"/>
                </a:cubicBezTo>
                <a:cubicBezTo>
                  <a:pt x="8839" y="872"/>
                  <a:pt x="8825" y="874"/>
                  <a:pt x="8811" y="874"/>
                </a:cubicBezTo>
                <a:lnTo>
                  <a:pt x="105" y="874"/>
                </a:lnTo>
                <a:cubicBezTo>
                  <a:pt x="91" y="874"/>
                  <a:pt x="78" y="872"/>
                  <a:pt x="65" y="866"/>
                </a:cubicBezTo>
                <a:cubicBezTo>
                  <a:pt x="52" y="861"/>
                  <a:pt x="40" y="853"/>
                  <a:pt x="31" y="843"/>
                </a:cubicBezTo>
                <a:cubicBezTo>
                  <a:pt x="21" y="833"/>
                  <a:pt x="13" y="822"/>
                  <a:pt x="8" y="809"/>
                </a:cubicBezTo>
                <a:cubicBezTo>
                  <a:pt x="2" y="796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6804000" y="300240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7015320" y="3083040"/>
            <a:ext cx="31021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"something's wrong with Y"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1247760" y="3409920"/>
            <a:ext cx="3457800" cy="304920"/>
          </a:xfrm>
          <a:custGeom>
            <a:avLst/>
            <a:gdLst/>
            <a:ahLst/>
            <a:rect l="0" t="0" r="r" b="b"/>
            <a:pathLst>
              <a:path w="9605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9499" y="0"/>
                </a:lnTo>
                <a:cubicBezTo>
                  <a:pt x="9513" y="0"/>
                  <a:pt x="9527" y="2"/>
                  <a:pt x="9540" y="8"/>
                </a:cubicBezTo>
                <a:cubicBezTo>
                  <a:pt x="9553" y="13"/>
                  <a:pt x="9564" y="21"/>
                  <a:pt x="9574" y="31"/>
                </a:cubicBezTo>
                <a:cubicBezTo>
                  <a:pt x="9584" y="41"/>
                  <a:pt x="9591" y="52"/>
                  <a:pt x="9597" y="65"/>
                </a:cubicBezTo>
                <a:cubicBezTo>
                  <a:pt x="9602" y="78"/>
                  <a:pt x="9605" y="91"/>
                  <a:pt x="9605" y="105"/>
                </a:cubicBezTo>
                <a:lnTo>
                  <a:pt x="9605" y="741"/>
                </a:lnTo>
                <a:cubicBezTo>
                  <a:pt x="9605" y="755"/>
                  <a:pt x="9602" y="769"/>
                  <a:pt x="9597" y="782"/>
                </a:cubicBezTo>
                <a:cubicBezTo>
                  <a:pt x="9591" y="795"/>
                  <a:pt x="9584" y="806"/>
                  <a:pt x="9574" y="816"/>
                </a:cubicBezTo>
                <a:cubicBezTo>
                  <a:pt x="9564" y="826"/>
                  <a:pt x="9553" y="834"/>
                  <a:pt x="9540" y="839"/>
                </a:cubicBezTo>
                <a:cubicBezTo>
                  <a:pt x="9527" y="845"/>
                  <a:pt x="9513" y="847"/>
                  <a:pt x="9499" y="847"/>
                </a:cubicBezTo>
                <a:lnTo>
                  <a:pt x="105" y="847"/>
                </a:lnTo>
                <a:cubicBezTo>
                  <a:pt x="91" y="847"/>
                  <a:pt x="78" y="845"/>
                  <a:pt x="65" y="839"/>
                </a:cubicBezTo>
                <a:cubicBezTo>
                  <a:pt x="52" y="834"/>
                  <a:pt x="40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10203120" y="300240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1306080" y="3445200"/>
            <a:ext cx="33404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"the X is being weird / off"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4732560" y="3364200"/>
            <a:ext cx="62280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caller used the category label as the whole symptom.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930600" y="3802320"/>
            <a:ext cx="101041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3. </a:t>
            </a: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Floor self-correction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caller mentions ≥2 distinct floor numbers ("Floor 9 — I meant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2943000" y="4200480"/>
            <a:ext cx="2143440" cy="304920"/>
          </a:xfrm>
          <a:custGeom>
            <a:avLst/>
            <a:gdLst/>
            <a:ahLst/>
            <a:rect l="0" t="0" r="r" b="b"/>
            <a:pathLst>
              <a:path w="5954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848" y="0"/>
                </a:lnTo>
                <a:cubicBezTo>
                  <a:pt x="5862" y="0"/>
                  <a:pt x="5876" y="2"/>
                  <a:pt x="5889" y="8"/>
                </a:cubicBezTo>
                <a:cubicBezTo>
                  <a:pt x="5902" y="13"/>
                  <a:pt x="5913" y="21"/>
                  <a:pt x="5923" y="31"/>
                </a:cubicBezTo>
                <a:cubicBezTo>
                  <a:pt x="5933" y="41"/>
                  <a:pt x="5941" y="52"/>
                  <a:pt x="5946" y="65"/>
                </a:cubicBezTo>
                <a:cubicBezTo>
                  <a:pt x="5952" y="78"/>
                  <a:pt x="5954" y="91"/>
                  <a:pt x="5954" y="105"/>
                </a:cubicBezTo>
                <a:lnTo>
                  <a:pt x="5954" y="741"/>
                </a:lnTo>
                <a:cubicBezTo>
                  <a:pt x="5954" y="755"/>
                  <a:pt x="5952" y="769"/>
                  <a:pt x="5946" y="782"/>
                </a:cubicBezTo>
                <a:cubicBezTo>
                  <a:pt x="5941" y="795"/>
                  <a:pt x="5933" y="806"/>
                  <a:pt x="5923" y="816"/>
                </a:cubicBezTo>
                <a:cubicBezTo>
                  <a:pt x="5913" y="826"/>
                  <a:pt x="5902" y="834"/>
                  <a:pt x="5889" y="839"/>
                </a:cubicBezTo>
                <a:cubicBezTo>
                  <a:pt x="5876" y="845"/>
                  <a:pt x="5862" y="847"/>
                  <a:pt x="5848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4" y="795"/>
                  <a:pt x="8" y="782"/>
                </a:cubicBezTo>
                <a:cubicBezTo>
                  <a:pt x="3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1219320" y="4154760"/>
            <a:ext cx="16074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12") — typical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3003480" y="4235760"/>
            <a:ext cx="2028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location_conflict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5117760" y="4154760"/>
            <a:ext cx="9122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pattern.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659880" y="4764600"/>
            <a:ext cx="10837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Inarticulate / incomplete intake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when transcripts are very short, garbled, or non-English,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883800" y="5126400"/>
            <a:ext cx="97351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or when no location is recoverable: (a) the question above runs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first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, (b) if still incomplete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3057480" y="5524200"/>
            <a:ext cx="2857680" cy="314640"/>
          </a:xfrm>
          <a:custGeom>
            <a:avLst/>
            <a:gdLst/>
            <a:ahLst/>
            <a:rect l="0" t="0" r="r" b="b"/>
            <a:pathLst>
              <a:path w="7938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7832" y="0"/>
                </a:lnTo>
                <a:cubicBezTo>
                  <a:pt x="7846" y="0"/>
                  <a:pt x="7860" y="3"/>
                  <a:pt x="7873" y="8"/>
                </a:cubicBezTo>
                <a:cubicBezTo>
                  <a:pt x="7886" y="14"/>
                  <a:pt x="7897" y="21"/>
                  <a:pt x="7907" y="31"/>
                </a:cubicBezTo>
                <a:cubicBezTo>
                  <a:pt x="7917" y="41"/>
                  <a:pt x="7925" y="53"/>
                  <a:pt x="7930" y="66"/>
                </a:cubicBezTo>
                <a:cubicBezTo>
                  <a:pt x="7935" y="79"/>
                  <a:pt x="7938" y="92"/>
                  <a:pt x="7938" y="106"/>
                </a:cubicBezTo>
                <a:lnTo>
                  <a:pt x="7938" y="768"/>
                </a:lnTo>
                <a:cubicBezTo>
                  <a:pt x="7938" y="782"/>
                  <a:pt x="7935" y="795"/>
                  <a:pt x="7930" y="809"/>
                </a:cubicBezTo>
                <a:cubicBezTo>
                  <a:pt x="7925" y="822"/>
                  <a:pt x="7917" y="834"/>
                  <a:pt x="7907" y="843"/>
                </a:cubicBezTo>
                <a:cubicBezTo>
                  <a:pt x="7897" y="853"/>
                  <a:pt x="7886" y="861"/>
                  <a:pt x="7873" y="866"/>
                </a:cubicBezTo>
                <a:cubicBezTo>
                  <a:pt x="7860" y="872"/>
                  <a:pt x="7846" y="874"/>
                  <a:pt x="7832" y="874"/>
                </a:cubicBezTo>
                <a:lnTo>
                  <a:pt x="105" y="874"/>
                </a:lnTo>
                <a:cubicBezTo>
                  <a:pt x="91" y="874"/>
                  <a:pt x="78" y="872"/>
                  <a:pt x="65" y="866"/>
                </a:cubicBezTo>
                <a:cubicBezTo>
                  <a:pt x="52" y="861"/>
                  <a:pt x="41" y="853"/>
                  <a:pt x="31" y="843"/>
                </a:cubicBezTo>
                <a:cubicBezTo>
                  <a:pt x="21" y="834"/>
                  <a:pt x="13" y="822"/>
                  <a:pt x="8" y="809"/>
                </a:cubicBezTo>
                <a:cubicBezTo>
                  <a:pt x="2" y="795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1105200" y="5478840"/>
            <a:ext cx="1823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after one round,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3111480" y="5559840"/>
            <a:ext cx="27442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needs_human_review=True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6543360" y="5524200"/>
            <a:ext cx="3096000" cy="314640"/>
          </a:xfrm>
          <a:custGeom>
            <a:avLst/>
            <a:gdLst/>
            <a:ahLst/>
            <a:rect l="0" t="0" r="r" b="b"/>
            <a:pathLst>
              <a:path w="8600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8494" y="0"/>
                </a:lnTo>
                <a:cubicBezTo>
                  <a:pt x="8509" y="0"/>
                  <a:pt x="8522" y="3"/>
                  <a:pt x="8535" y="8"/>
                </a:cubicBezTo>
                <a:cubicBezTo>
                  <a:pt x="8548" y="14"/>
                  <a:pt x="8559" y="21"/>
                  <a:pt x="8569" y="31"/>
                </a:cubicBezTo>
                <a:cubicBezTo>
                  <a:pt x="8579" y="41"/>
                  <a:pt x="8587" y="53"/>
                  <a:pt x="8592" y="66"/>
                </a:cubicBezTo>
                <a:cubicBezTo>
                  <a:pt x="8598" y="79"/>
                  <a:pt x="8600" y="92"/>
                  <a:pt x="8600" y="106"/>
                </a:cubicBezTo>
                <a:lnTo>
                  <a:pt x="8600" y="768"/>
                </a:lnTo>
                <a:cubicBezTo>
                  <a:pt x="8600" y="782"/>
                  <a:pt x="8598" y="795"/>
                  <a:pt x="8592" y="809"/>
                </a:cubicBezTo>
                <a:cubicBezTo>
                  <a:pt x="8587" y="822"/>
                  <a:pt x="8579" y="834"/>
                  <a:pt x="8569" y="843"/>
                </a:cubicBezTo>
                <a:cubicBezTo>
                  <a:pt x="8559" y="853"/>
                  <a:pt x="8548" y="861"/>
                  <a:pt x="8535" y="866"/>
                </a:cubicBezTo>
                <a:cubicBezTo>
                  <a:pt x="8522" y="872"/>
                  <a:pt x="8509" y="874"/>
                  <a:pt x="8494" y="874"/>
                </a:cubicBezTo>
                <a:lnTo>
                  <a:pt x="106" y="874"/>
                </a:lnTo>
                <a:cubicBezTo>
                  <a:pt x="92" y="874"/>
                  <a:pt x="79" y="872"/>
                  <a:pt x="66" y="866"/>
                </a:cubicBezTo>
                <a:cubicBezTo>
                  <a:pt x="53" y="861"/>
                  <a:pt x="41" y="853"/>
                  <a:pt x="31" y="843"/>
                </a:cubicBezTo>
                <a:cubicBezTo>
                  <a:pt x="21" y="834"/>
                  <a:pt x="14" y="822"/>
                  <a:pt x="8" y="809"/>
                </a:cubicBezTo>
                <a:cubicBezTo>
                  <a:pt x="3" y="795"/>
                  <a:pt x="0" y="782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5941800" y="5478840"/>
            <a:ext cx="553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and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598800" y="5559840"/>
            <a:ext cx="29826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dispatched_vendor_id=None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9667800" y="5478840"/>
            <a:ext cx="13266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(unroutable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2199960" y="5886360"/>
            <a:ext cx="1067400" cy="304920"/>
          </a:xfrm>
          <a:custGeom>
            <a:avLst/>
            <a:gdLst/>
            <a:ahLst/>
            <a:rect l="0" t="0" r="r" b="b"/>
            <a:pathLst>
              <a:path w="2965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2859" y="0"/>
                </a:lnTo>
                <a:cubicBezTo>
                  <a:pt x="2873" y="0"/>
                  <a:pt x="2886" y="2"/>
                  <a:pt x="2899" y="8"/>
                </a:cubicBezTo>
                <a:cubicBezTo>
                  <a:pt x="2912" y="13"/>
                  <a:pt x="2924" y="21"/>
                  <a:pt x="2934" y="31"/>
                </a:cubicBezTo>
                <a:cubicBezTo>
                  <a:pt x="2944" y="41"/>
                  <a:pt x="2951" y="52"/>
                  <a:pt x="2957" y="65"/>
                </a:cubicBezTo>
                <a:cubicBezTo>
                  <a:pt x="2962" y="78"/>
                  <a:pt x="2965" y="92"/>
                  <a:pt x="2965" y="106"/>
                </a:cubicBezTo>
                <a:lnTo>
                  <a:pt x="2965" y="742"/>
                </a:lnTo>
                <a:cubicBezTo>
                  <a:pt x="2965" y="756"/>
                  <a:pt x="2962" y="769"/>
                  <a:pt x="2957" y="782"/>
                </a:cubicBezTo>
                <a:cubicBezTo>
                  <a:pt x="2951" y="795"/>
                  <a:pt x="2944" y="806"/>
                  <a:pt x="2934" y="816"/>
                </a:cubicBezTo>
                <a:cubicBezTo>
                  <a:pt x="2924" y="826"/>
                  <a:pt x="2912" y="834"/>
                  <a:pt x="2899" y="839"/>
                </a:cubicBezTo>
                <a:cubicBezTo>
                  <a:pt x="2886" y="845"/>
                  <a:pt x="2873" y="847"/>
                  <a:pt x="2859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1" y="806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641520" y="5840640"/>
            <a:ext cx="14090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handoff), (c)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2257560" y="5921640"/>
            <a:ext cx="955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language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298680" y="5840640"/>
            <a:ext cx="7636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field flows into the trainer log so language-specific reviewer routing is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2736720" y="6848280"/>
            <a:ext cx="2003400" cy="9720"/>
          </a:xfrm>
          <a:custGeom>
            <a:avLst/>
            <a:gdLst/>
            <a:ahLst/>
            <a:rect l="0" t="0" r="r" b="b"/>
            <a:pathLst>
              <a:path w="5565" h="27">
                <a:moveTo>
                  <a:pt x="0" y="27"/>
                </a:moveTo>
                <a:cubicBezTo>
                  <a:pt x="9" y="19"/>
                  <a:pt x="19" y="13"/>
                  <a:pt x="30" y="8"/>
                </a:cubicBezTo>
                <a:cubicBezTo>
                  <a:pt x="43" y="3"/>
                  <a:pt x="56" y="0"/>
                  <a:pt x="70" y="0"/>
                </a:cubicBezTo>
                <a:lnTo>
                  <a:pt x="5495" y="0"/>
                </a:lnTo>
                <a:cubicBezTo>
                  <a:pt x="5509" y="0"/>
                  <a:pt x="5523" y="3"/>
                  <a:pt x="5536" y="8"/>
                </a:cubicBezTo>
                <a:cubicBezTo>
                  <a:pt x="5547" y="13"/>
                  <a:pt x="5557" y="19"/>
                  <a:pt x="5565" y="27"/>
                </a:cubicBezTo>
                <a:lnTo>
                  <a:pt x="0" y="27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5022720" y="6848280"/>
            <a:ext cx="2832120" cy="9720"/>
          </a:xfrm>
          <a:custGeom>
            <a:avLst/>
            <a:gdLst/>
            <a:ahLst/>
            <a:rect l="0" t="0" r="r" b="b"/>
            <a:pathLst>
              <a:path w="7867" h="27">
                <a:moveTo>
                  <a:pt x="0" y="27"/>
                </a:moveTo>
                <a:cubicBezTo>
                  <a:pt x="9" y="19"/>
                  <a:pt x="19" y="13"/>
                  <a:pt x="30" y="8"/>
                </a:cubicBezTo>
                <a:cubicBezTo>
                  <a:pt x="43" y="3"/>
                  <a:pt x="56" y="0"/>
                  <a:pt x="70" y="0"/>
                </a:cubicBezTo>
                <a:lnTo>
                  <a:pt x="7797" y="0"/>
                </a:lnTo>
                <a:cubicBezTo>
                  <a:pt x="7811" y="0"/>
                  <a:pt x="7825" y="3"/>
                  <a:pt x="7838" y="8"/>
                </a:cubicBezTo>
                <a:cubicBezTo>
                  <a:pt x="7849" y="13"/>
                  <a:pt x="7859" y="19"/>
                  <a:pt x="7867" y="27"/>
                </a:cubicBezTo>
                <a:lnTo>
                  <a:pt x="0" y="27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079240" y="6202800"/>
            <a:ext cx="1906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possible at scale.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1172196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609480" y="159048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623880" y="2966760"/>
            <a:ext cx="5353200" cy="1029240"/>
          </a:xfrm>
          <a:custGeom>
            <a:avLst/>
            <a:gdLst/>
            <a:ahLst/>
            <a:rect l="0" t="0" r="r" b="b"/>
            <a:pathLst>
              <a:path w="14870" h="2859">
                <a:moveTo>
                  <a:pt x="0" y="2766"/>
                </a:moveTo>
                <a:lnTo>
                  <a:pt x="0" y="93"/>
                </a:lnTo>
                <a:cubicBezTo>
                  <a:pt x="0" y="81"/>
                  <a:pt x="1" y="69"/>
                  <a:pt x="5" y="57"/>
                </a:cubicBezTo>
                <a:cubicBezTo>
                  <a:pt x="8" y="46"/>
                  <a:pt x="13" y="36"/>
                  <a:pt x="19" y="27"/>
                </a:cubicBezTo>
                <a:cubicBezTo>
                  <a:pt x="25" y="19"/>
                  <a:pt x="32" y="12"/>
                  <a:pt x="40" y="7"/>
                </a:cubicBezTo>
                <a:cubicBezTo>
                  <a:pt x="48" y="3"/>
                  <a:pt x="57" y="0"/>
                  <a:pt x="66" y="0"/>
                </a:cubicBezTo>
                <a:lnTo>
                  <a:pt x="14777" y="0"/>
                </a:lnTo>
                <a:cubicBezTo>
                  <a:pt x="14790" y="0"/>
                  <a:pt x="14802" y="3"/>
                  <a:pt x="14813" y="7"/>
                </a:cubicBezTo>
                <a:cubicBezTo>
                  <a:pt x="14824" y="12"/>
                  <a:pt x="14834" y="19"/>
                  <a:pt x="14843" y="27"/>
                </a:cubicBezTo>
                <a:cubicBezTo>
                  <a:pt x="14852" y="36"/>
                  <a:pt x="14858" y="46"/>
                  <a:pt x="14863" y="57"/>
                </a:cubicBezTo>
                <a:cubicBezTo>
                  <a:pt x="14868" y="69"/>
                  <a:pt x="14870" y="81"/>
                  <a:pt x="14870" y="93"/>
                </a:cubicBezTo>
                <a:lnTo>
                  <a:pt x="14870" y="2766"/>
                </a:lnTo>
                <a:cubicBezTo>
                  <a:pt x="14870" y="2778"/>
                  <a:pt x="14868" y="2790"/>
                  <a:pt x="14863" y="2802"/>
                </a:cubicBezTo>
                <a:cubicBezTo>
                  <a:pt x="14858" y="2813"/>
                  <a:pt x="14852" y="2823"/>
                  <a:pt x="14843" y="2832"/>
                </a:cubicBezTo>
                <a:cubicBezTo>
                  <a:pt x="14834" y="2840"/>
                  <a:pt x="14824" y="2847"/>
                  <a:pt x="14813" y="2852"/>
                </a:cubicBezTo>
                <a:cubicBezTo>
                  <a:pt x="14802" y="2856"/>
                  <a:pt x="14790" y="2859"/>
                  <a:pt x="14777" y="2859"/>
                </a:cubicBezTo>
                <a:lnTo>
                  <a:pt x="66" y="2859"/>
                </a:lnTo>
                <a:cubicBezTo>
                  <a:pt x="57" y="2859"/>
                  <a:pt x="48" y="2856"/>
                  <a:pt x="40" y="2852"/>
                </a:cubicBezTo>
                <a:cubicBezTo>
                  <a:pt x="32" y="2847"/>
                  <a:pt x="25" y="2840"/>
                  <a:pt x="19" y="2832"/>
                </a:cubicBezTo>
                <a:cubicBezTo>
                  <a:pt x="13" y="2823"/>
                  <a:pt x="8" y="2813"/>
                  <a:pt x="5" y="2802"/>
                </a:cubicBezTo>
                <a:cubicBezTo>
                  <a:pt x="1" y="2790"/>
                  <a:pt x="0" y="2778"/>
                  <a:pt x="0" y="2766"/>
                </a:cubicBezTo>
                <a:close/>
              </a:path>
            </a:pathLst>
          </a:custGeom>
          <a:solidFill>
            <a:srgbClr val="01040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643680" y="2971440"/>
            <a:ext cx="5320800" cy="14760"/>
          </a:xfrm>
          <a:custGeom>
            <a:avLst/>
            <a:gdLst/>
            <a:ahLst/>
            <a:rect l="0" t="0" r="r" b="b"/>
            <a:pathLst>
              <a:path w="14780" h="41">
                <a:moveTo>
                  <a:pt x="14765" y="41"/>
                </a:moveTo>
                <a:lnTo>
                  <a:pt x="101" y="41"/>
                </a:lnTo>
                <a:lnTo>
                  <a:pt x="0" y="7"/>
                </a:lnTo>
                <a:cubicBezTo>
                  <a:pt x="3" y="3"/>
                  <a:pt x="7" y="0"/>
                  <a:pt x="11" y="0"/>
                </a:cubicBezTo>
                <a:lnTo>
                  <a:pt x="14722" y="0"/>
                </a:lnTo>
                <a:cubicBezTo>
                  <a:pt x="14744" y="0"/>
                  <a:pt x="14763" y="8"/>
                  <a:pt x="14779" y="24"/>
                </a:cubicBezTo>
                <a:lnTo>
                  <a:pt x="14780" y="25"/>
                </a:lnTo>
                <a:lnTo>
                  <a:pt x="14765" y="41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643680" y="3976560"/>
            <a:ext cx="5320800" cy="14760"/>
          </a:xfrm>
          <a:custGeom>
            <a:avLst/>
            <a:gdLst/>
            <a:ahLst/>
            <a:rect l="0" t="0" r="r" b="b"/>
            <a:pathLst>
              <a:path w="14780" h="41">
                <a:moveTo>
                  <a:pt x="101" y="0"/>
                </a:moveTo>
                <a:lnTo>
                  <a:pt x="14765" y="0"/>
                </a:lnTo>
                <a:lnTo>
                  <a:pt x="14780" y="16"/>
                </a:lnTo>
                <a:lnTo>
                  <a:pt x="14779" y="17"/>
                </a:lnTo>
                <a:cubicBezTo>
                  <a:pt x="14763" y="33"/>
                  <a:pt x="14744" y="41"/>
                  <a:pt x="14722" y="41"/>
                </a:cubicBezTo>
                <a:lnTo>
                  <a:pt x="11" y="41"/>
                </a:lnTo>
                <a:cubicBezTo>
                  <a:pt x="7" y="41"/>
                  <a:pt x="3" y="38"/>
                  <a:pt x="0" y="34"/>
                </a:cubicBezTo>
                <a:lnTo>
                  <a:pt x="101" y="0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5957640" y="2980080"/>
            <a:ext cx="14760" cy="1002600"/>
          </a:xfrm>
          <a:custGeom>
            <a:avLst/>
            <a:gdLst/>
            <a:ahLst/>
            <a:rect l="0" t="0" r="r" b="b"/>
            <a:pathLst>
              <a:path w="41" h="2785">
                <a:moveTo>
                  <a:pt x="0" y="2769"/>
                </a:moveTo>
                <a:lnTo>
                  <a:pt x="0" y="16"/>
                </a:lnTo>
                <a:lnTo>
                  <a:pt x="18" y="0"/>
                </a:lnTo>
                <a:cubicBezTo>
                  <a:pt x="33" y="15"/>
                  <a:pt x="41" y="34"/>
                  <a:pt x="41" y="56"/>
                </a:cubicBezTo>
                <a:lnTo>
                  <a:pt x="41" y="2729"/>
                </a:lnTo>
                <a:cubicBezTo>
                  <a:pt x="41" y="2751"/>
                  <a:pt x="33" y="2770"/>
                  <a:pt x="18" y="2785"/>
                </a:cubicBezTo>
                <a:lnTo>
                  <a:pt x="0" y="2769"/>
                </a:lnTo>
                <a:close/>
              </a:path>
            </a:pathLst>
          </a:custGeom>
          <a:solidFill>
            <a:srgbClr val="2126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637920" y="2973600"/>
            <a:ext cx="9000" cy="1015560"/>
          </a:xfrm>
          <a:custGeom>
            <a:avLst/>
            <a:gdLst/>
            <a:ahLst/>
            <a:rect l="0" t="0" r="r" b="b"/>
            <a:pathLst>
              <a:path w="25" h="2821">
                <a:moveTo>
                  <a:pt x="25" y="2"/>
                </a:moveTo>
                <a:lnTo>
                  <a:pt x="25" y="2819"/>
                </a:lnTo>
                <a:lnTo>
                  <a:pt x="18" y="2821"/>
                </a:lnTo>
                <a:cubicBezTo>
                  <a:pt x="15" y="2817"/>
                  <a:pt x="12" y="2811"/>
                  <a:pt x="8" y="2803"/>
                </a:cubicBezTo>
                <a:cubicBezTo>
                  <a:pt x="3" y="2788"/>
                  <a:pt x="0" y="2769"/>
                  <a:pt x="0" y="2747"/>
                </a:cubicBezTo>
                <a:lnTo>
                  <a:pt x="0" y="74"/>
                </a:lnTo>
                <a:cubicBezTo>
                  <a:pt x="0" y="52"/>
                  <a:pt x="3" y="33"/>
                  <a:pt x="8" y="18"/>
                </a:cubicBezTo>
                <a:cubicBezTo>
                  <a:pt x="12" y="10"/>
                  <a:pt x="15" y="4"/>
                  <a:pt x="18" y="0"/>
                </a:cubicBezTo>
                <a:lnTo>
                  <a:pt x="25" y="2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886680" y="984600"/>
            <a:ext cx="1270296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16 · Voice intake end-to-end (bonus) — architecture + demo plan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4343040" y="2133360"/>
            <a:ext cx="1305360" cy="305280"/>
          </a:xfrm>
          <a:custGeom>
            <a:avLst/>
            <a:gdLst/>
            <a:ahLst/>
            <a:rect l="0" t="0" r="r" b="b"/>
            <a:pathLst>
              <a:path w="3626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520" y="0"/>
                </a:lnTo>
                <a:cubicBezTo>
                  <a:pt x="3534" y="0"/>
                  <a:pt x="3548" y="3"/>
                  <a:pt x="3561" y="8"/>
                </a:cubicBezTo>
                <a:cubicBezTo>
                  <a:pt x="3574" y="14"/>
                  <a:pt x="3585" y="21"/>
                  <a:pt x="3595" y="31"/>
                </a:cubicBezTo>
                <a:cubicBezTo>
                  <a:pt x="3605" y="41"/>
                  <a:pt x="3613" y="53"/>
                  <a:pt x="3618" y="65"/>
                </a:cubicBezTo>
                <a:cubicBezTo>
                  <a:pt x="3624" y="78"/>
                  <a:pt x="3626" y="92"/>
                  <a:pt x="3626" y="106"/>
                </a:cubicBezTo>
                <a:lnTo>
                  <a:pt x="3626" y="742"/>
                </a:lnTo>
                <a:cubicBezTo>
                  <a:pt x="3626" y="756"/>
                  <a:pt x="3624" y="770"/>
                  <a:pt x="3618" y="783"/>
                </a:cubicBezTo>
                <a:cubicBezTo>
                  <a:pt x="3613" y="795"/>
                  <a:pt x="3605" y="807"/>
                  <a:pt x="3595" y="817"/>
                </a:cubicBezTo>
                <a:cubicBezTo>
                  <a:pt x="3585" y="827"/>
                  <a:pt x="3574" y="834"/>
                  <a:pt x="3561" y="840"/>
                </a:cubicBezTo>
                <a:cubicBezTo>
                  <a:pt x="3548" y="845"/>
                  <a:pt x="3534" y="848"/>
                  <a:pt x="3520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2" y="807"/>
                  <a:pt x="14" y="795"/>
                  <a:pt x="9" y="782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27120" y="2088000"/>
            <a:ext cx="37000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Architecture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(zero changes to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4397400" y="2168640"/>
            <a:ext cx="1193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classify()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676840" y="2088000"/>
            <a:ext cx="3182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1526400" y="2449800"/>
            <a:ext cx="3328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same callable for both modes)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862920" y="3168000"/>
            <a:ext cx="1991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mic → Deepgram (STT, streaming)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862920" y="3320640"/>
            <a:ext cx="244116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→ accumulate {speaker, text} turns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862920" y="3482280"/>
            <a:ext cx="224856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→ classify(turns, caller_phone)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828360" y="4295520"/>
            <a:ext cx="2267280" cy="305280"/>
          </a:xfrm>
          <a:custGeom>
            <a:avLst/>
            <a:gdLst/>
            <a:ahLst/>
            <a:rect l="0" t="0" r="r" b="b"/>
            <a:pathLst>
              <a:path w="6298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6193" y="0"/>
                </a:lnTo>
                <a:cubicBezTo>
                  <a:pt x="6207" y="0"/>
                  <a:pt x="6220" y="3"/>
                  <a:pt x="6233" y="8"/>
                </a:cubicBezTo>
                <a:cubicBezTo>
                  <a:pt x="6246" y="14"/>
                  <a:pt x="6258" y="21"/>
                  <a:pt x="6267" y="31"/>
                </a:cubicBezTo>
                <a:cubicBezTo>
                  <a:pt x="6277" y="41"/>
                  <a:pt x="6285" y="53"/>
                  <a:pt x="6290" y="66"/>
                </a:cubicBezTo>
                <a:cubicBezTo>
                  <a:pt x="6296" y="79"/>
                  <a:pt x="6298" y="92"/>
                  <a:pt x="6298" y="106"/>
                </a:cubicBezTo>
                <a:lnTo>
                  <a:pt x="6298" y="742"/>
                </a:lnTo>
                <a:cubicBezTo>
                  <a:pt x="6298" y="756"/>
                  <a:pt x="6296" y="770"/>
                  <a:pt x="6290" y="783"/>
                </a:cubicBezTo>
                <a:cubicBezTo>
                  <a:pt x="6285" y="796"/>
                  <a:pt x="6277" y="807"/>
                  <a:pt x="6267" y="817"/>
                </a:cubicBezTo>
                <a:cubicBezTo>
                  <a:pt x="6258" y="827"/>
                  <a:pt x="6246" y="834"/>
                  <a:pt x="6233" y="840"/>
                </a:cubicBezTo>
                <a:cubicBezTo>
                  <a:pt x="6220" y="845"/>
                  <a:pt x="6207" y="848"/>
                  <a:pt x="6193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4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862920" y="3644280"/>
            <a:ext cx="26341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39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    → ElevenLabs (TTS reads call_summary)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890280" y="4331160"/>
            <a:ext cx="2147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voice/VoiceSession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3124080" y="4250160"/>
            <a:ext cx="26100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(PR #81) — Deepgram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798480" y="4602600"/>
            <a:ext cx="4784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Nova-2 STT + ElevenLabs Turbo v2.5 TTS.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709560" y="4964400"/>
            <a:ext cx="4943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Pure I/O module; thin FastAPI adapter wraps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3295440" y="5371920"/>
            <a:ext cx="1067040" cy="305280"/>
          </a:xfrm>
          <a:custGeom>
            <a:avLst/>
            <a:gdLst/>
            <a:ahLst/>
            <a:rect l="0" t="0" r="r" b="b"/>
            <a:pathLst>
              <a:path w="296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859" y="0"/>
                </a:lnTo>
                <a:cubicBezTo>
                  <a:pt x="2873" y="0"/>
                  <a:pt x="2886" y="3"/>
                  <a:pt x="2899" y="8"/>
                </a:cubicBezTo>
                <a:cubicBezTo>
                  <a:pt x="2912" y="13"/>
                  <a:pt x="2923" y="21"/>
                  <a:pt x="2933" y="31"/>
                </a:cubicBezTo>
                <a:cubicBezTo>
                  <a:pt x="2943" y="41"/>
                  <a:pt x="2951" y="52"/>
                  <a:pt x="2956" y="65"/>
                </a:cubicBezTo>
                <a:cubicBezTo>
                  <a:pt x="2962" y="78"/>
                  <a:pt x="2964" y="92"/>
                  <a:pt x="2964" y="106"/>
                </a:cubicBezTo>
                <a:lnTo>
                  <a:pt x="2964" y="742"/>
                </a:lnTo>
                <a:cubicBezTo>
                  <a:pt x="2964" y="756"/>
                  <a:pt x="2962" y="769"/>
                  <a:pt x="2956" y="782"/>
                </a:cubicBezTo>
                <a:cubicBezTo>
                  <a:pt x="2951" y="795"/>
                  <a:pt x="2943" y="807"/>
                  <a:pt x="2933" y="817"/>
                </a:cubicBezTo>
                <a:cubicBezTo>
                  <a:pt x="2923" y="827"/>
                  <a:pt x="2912" y="834"/>
                  <a:pt x="2899" y="840"/>
                </a:cubicBezTo>
                <a:cubicBezTo>
                  <a:pt x="2886" y="845"/>
                  <a:pt x="2873" y="848"/>
                  <a:pt x="2859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2127240" y="5326560"/>
            <a:ext cx="10915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the same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354120" y="5407200"/>
            <a:ext cx="955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classify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4394880" y="5326560"/>
            <a:ext cx="2473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6600600" y="2676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199" y="161"/>
                  <a:pt x="192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2" y="41"/>
                  <a:pt x="199" y="53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7836120" y="2088000"/>
            <a:ext cx="2278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Demo plan today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819840" y="2526120"/>
            <a:ext cx="38102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Primary path: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canned-transcript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819840" y="2878560"/>
            <a:ext cx="4363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buttons in the Next.js frontend (PR #78)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819840" y="3240360"/>
            <a:ext cx="3804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+ FastAPI/SSE backend (PR #79).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6600600" y="41814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819840" y="3602520"/>
            <a:ext cx="26377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Reliable on stage Wi-Fi.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819840" y="4030920"/>
            <a:ext cx="46803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Bonus path (if wired):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mic-on opening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8277120" y="4438440"/>
            <a:ext cx="1543320" cy="305280"/>
          </a:xfrm>
          <a:custGeom>
            <a:avLst/>
            <a:gdLst/>
            <a:ahLst/>
            <a:rect l="0" t="0" r="r" b="b"/>
            <a:pathLst>
              <a:path w="4287" h="848">
                <a:moveTo>
                  <a:pt x="0" y="74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181" y="0"/>
                </a:lnTo>
                <a:cubicBezTo>
                  <a:pt x="4195" y="0"/>
                  <a:pt x="4209" y="3"/>
                  <a:pt x="4222" y="8"/>
                </a:cubicBezTo>
                <a:cubicBezTo>
                  <a:pt x="4235" y="14"/>
                  <a:pt x="4246" y="21"/>
                  <a:pt x="4256" y="31"/>
                </a:cubicBezTo>
                <a:cubicBezTo>
                  <a:pt x="4266" y="41"/>
                  <a:pt x="4274" y="52"/>
                  <a:pt x="4279" y="65"/>
                </a:cubicBezTo>
                <a:cubicBezTo>
                  <a:pt x="4284" y="78"/>
                  <a:pt x="4287" y="92"/>
                  <a:pt x="4287" y="106"/>
                </a:cubicBezTo>
                <a:lnTo>
                  <a:pt x="4287" y="741"/>
                </a:lnTo>
                <a:cubicBezTo>
                  <a:pt x="4287" y="755"/>
                  <a:pt x="4284" y="768"/>
                  <a:pt x="4279" y="781"/>
                </a:cubicBezTo>
                <a:cubicBezTo>
                  <a:pt x="4274" y="795"/>
                  <a:pt x="4266" y="807"/>
                  <a:pt x="4256" y="817"/>
                </a:cubicBezTo>
                <a:cubicBezTo>
                  <a:pt x="4246" y="827"/>
                  <a:pt x="4235" y="834"/>
                  <a:pt x="4222" y="840"/>
                </a:cubicBezTo>
                <a:cubicBezTo>
                  <a:pt x="4209" y="845"/>
                  <a:pt x="4195" y="848"/>
                  <a:pt x="4181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1"/>
                </a:cubicBezTo>
                <a:cubicBezTo>
                  <a:pt x="2" y="768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6819840" y="4393080"/>
            <a:ext cx="13539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demo using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8334360" y="4473720"/>
            <a:ext cx="1432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VoiceSession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9852840" y="4393080"/>
            <a:ext cx="1492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. The pipeline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6848280" y="5152680"/>
            <a:ext cx="3934080" cy="315000"/>
          </a:xfrm>
          <a:custGeom>
            <a:avLst/>
            <a:gdLst/>
            <a:ahLst/>
            <a:rect l="0" t="0" r="r" b="b"/>
            <a:pathLst>
              <a:path w="10928" h="875">
                <a:moveTo>
                  <a:pt x="0" y="769"/>
                </a:moveTo>
                <a:lnTo>
                  <a:pt x="0" y="107"/>
                </a:ln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10822" y="0"/>
                </a:lnTo>
                <a:cubicBezTo>
                  <a:pt x="10837" y="0"/>
                  <a:pt x="10850" y="3"/>
                  <a:pt x="10863" y="9"/>
                </a:cubicBezTo>
                <a:cubicBezTo>
                  <a:pt x="10876" y="14"/>
                  <a:pt x="10887" y="22"/>
                  <a:pt x="10897" y="31"/>
                </a:cubicBezTo>
                <a:cubicBezTo>
                  <a:pt x="10907" y="41"/>
                  <a:pt x="10915" y="53"/>
                  <a:pt x="10920" y="66"/>
                </a:cubicBezTo>
                <a:cubicBezTo>
                  <a:pt x="10926" y="79"/>
                  <a:pt x="10928" y="93"/>
                  <a:pt x="10928" y="107"/>
                </a:cubicBezTo>
                <a:lnTo>
                  <a:pt x="10928" y="769"/>
                </a:lnTo>
                <a:cubicBezTo>
                  <a:pt x="10928" y="783"/>
                  <a:pt x="10926" y="796"/>
                  <a:pt x="10920" y="809"/>
                </a:cubicBezTo>
                <a:cubicBezTo>
                  <a:pt x="10915" y="822"/>
                  <a:pt x="10907" y="834"/>
                  <a:pt x="10897" y="844"/>
                </a:cubicBezTo>
                <a:cubicBezTo>
                  <a:pt x="10887" y="854"/>
                  <a:pt x="10876" y="861"/>
                  <a:pt x="10863" y="867"/>
                </a:cubicBezTo>
                <a:cubicBezTo>
                  <a:pt x="10850" y="872"/>
                  <a:pt x="10837" y="875"/>
                  <a:pt x="10822" y="875"/>
                </a:cubicBezTo>
                <a:lnTo>
                  <a:pt x="106" y="875"/>
                </a:lnTo>
                <a:cubicBezTo>
                  <a:pt x="92" y="875"/>
                  <a:pt x="78" y="872"/>
                  <a:pt x="65" y="867"/>
                </a:cubicBezTo>
                <a:cubicBezTo>
                  <a:pt x="52" y="861"/>
                  <a:pt x="41" y="854"/>
                  <a:pt x="31" y="844"/>
                </a:cubicBezTo>
                <a:cubicBezTo>
                  <a:pt x="21" y="834"/>
                  <a:pt x="13" y="822"/>
                  <a:pt x="8" y="809"/>
                </a:cubicBezTo>
                <a:cubicBezTo>
                  <a:pt x="3" y="796"/>
                  <a:pt x="0" y="783"/>
                  <a:pt x="0" y="769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819840" y="4754880"/>
            <a:ext cx="36594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downstream is byte-identical — 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906600" y="5188320"/>
            <a:ext cx="38178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tests/test_classify_unchanged.py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819840" y="5469480"/>
            <a:ext cx="33426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source-hash pin guarantees it.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1173564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17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609480" y="1247760"/>
            <a:ext cx="10973160" cy="19080"/>
          </a:xfrm>
          <a:custGeom>
            <a:avLst/>
            <a:gdLst/>
            <a:ahLst/>
            <a:rect l="0" t="0" r="r" b="b"/>
            <a:pathLst>
              <a:path w="30481" h="53">
                <a:moveTo>
                  <a:pt x="0" y="0"/>
                </a:moveTo>
                <a:lnTo>
                  <a:pt x="30481" y="0"/>
                </a:lnTo>
                <a:lnTo>
                  <a:pt x="30481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1000080" y="16477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2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2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3441960" y="641880"/>
            <a:ext cx="660348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17 · What's next — the open work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2419200" y="1542960"/>
            <a:ext cx="476640" cy="304920"/>
          </a:xfrm>
          <a:custGeom>
            <a:avLst/>
            <a:gdLst/>
            <a:ahLst/>
            <a:rect l="0" t="0" r="r" b="b"/>
            <a:pathLst>
              <a:path w="1324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218" y="0"/>
                </a:lnTo>
                <a:cubicBezTo>
                  <a:pt x="1232" y="0"/>
                  <a:pt x="1246" y="2"/>
                  <a:pt x="1258" y="8"/>
                </a:cubicBezTo>
                <a:cubicBezTo>
                  <a:pt x="1271" y="13"/>
                  <a:pt x="1283" y="21"/>
                  <a:pt x="1293" y="31"/>
                </a:cubicBezTo>
                <a:cubicBezTo>
                  <a:pt x="1303" y="41"/>
                  <a:pt x="1310" y="52"/>
                  <a:pt x="1316" y="65"/>
                </a:cubicBezTo>
                <a:cubicBezTo>
                  <a:pt x="1321" y="78"/>
                  <a:pt x="1324" y="92"/>
                  <a:pt x="1324" y="106"/>
                </a:cubicBezTo>
                <a:lnTo>
                  <a:pt x="1324" y="742"/>
                </a:lnTo>
                <a:cubicBezTo>
                  <a:pt x="1324" y="756"/>
                  <a:pt x="1321" y="769"/>
                  <a:pt x="1316" y="782"/>
                </a:cubicBezTo>
                <a:cubicBezTo>
                  <a:pt x="1310" y="795"/>
                  <a:pt x="1303" y="806"/>
                  <a:pt x="1293" y="816"/>
                </a:cubicBezTo>
                <a:cubicBezTo>
                  <a:pt x="1283" y="826"/>
                  <a:pt x="1271" y="834"/>
                  <a:pt x="1258" y="839"/>
                </a:cubicBezTo>
                <a:cubicBezTo>
                  <a:pt x="1246" y="845"/>
                  <a:pt x="1232" y="847"/>
                  <a:pt x="1218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1219320" y="1497240"/>
            <a:ext cx="1242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Latency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2477520" y="1578240"/>
            <a:ext cx="358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#27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22480" y="1497240"/>
            <a:ext cx="7890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): currently ~88 min / 1K vs &lt;60 min AC target. Smaller extract prompt +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1000080" y="2438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1219320" y="1859400"/>
            <a:ext cx="75394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reduce k from 8 to 5 with re-ranker — measurable on dev in one run.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3238200" y="2333520"/>
            <a:ext cx="467280" cy="304920"/>
          </a:xfrm>
          <a:custGeom>
            <a:avLst/>
            <a:gdLst/>
            <a:ahLst/>
            <a:rect l="0" t="0" r="r" b="b"/>
            <a:pathLst>
              <a:path w="1298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1192" y="0"/>
                </a:lnTo>
                <a:cubicBezTo>
                  <a:pt x="1206" y="0"/>
                  <a:pt x="1219" y="2"/>
                  <a:pt x="1232" y="8"/>
                </a:cubicBezTo>
                <a:cubicBezTo>
                  <a:pt x="1245" y="13"/>
                  <a:pt x="1257" y="21"/>
                  <a:pt x="1267" y="31"/>
                </a:cubicBezTo>
                <a:cubicBezTo>
                  <a:pt x="1277" y="41"/>
                  <a:pt x="1284" y="52"/>
                  <a:pt x="1290" y="65"/>
                </a:cubicBezTo>
                <a:cubicBezTo>
                  <a:pt x="1295" y="78"/>
                  <a:pt x="1298" y="92"/>
                  <a:pt x="1298" y="106"/>
                </a:cubicBezTo>
                <a:lnTo>
                  <a:pt x="1298" y="742"/>
                </a:lnTo>
                <a:cubicBezTo>
                  <a:pt x="1298" y="756"/>
                  <a:pt x="1295" y="769"/>
                  <a:pt x="1290" y="782"/>
                </a:cubicBezTo>
                <a:cubicBezTo>
                  <a:pt x="1284" y="795"/>
                  <a:pt x="1277" y="807"/>
                  <a:pt x="1267" y="816"/>
                </a:cubicBezTo>
                <a:cubicBezTo>
                  <a:pt x="1257" y="826"/>
                  <a:pt x="1245" y="834"/>
                  <a:pt x="1232" y="839"/>
                </a:cubicBezTo>
                <a:cubicBezTo>
                  <a:pt x="1219" y="845"/>
                  <a:pt x="1206" y="847"/>
                  <a:pt x="1192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1219320" y="2287800"/>
            <a:ext cx="21398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HITL precision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3294720" y="2368800"/>
            <a:ext cx="358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#64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1247760" y="2695320"/>
            <a:ext cx="4648320" cy="305280"/>
          </a:xfrm>
          <a:custGeom>
            <a:avLst/>
            <a:gdLst/>
            <a:ahLst/>
            <a:rect l="0" t="0" r="r" b="b"/>
            <a:pathLst>
              <a:path w="12912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2806" y="0"/>
                </a:lnTo>
                <a:cubicBezTo>
                  <a:pt x="12820" y="0"/>
                  <a:pt x="12834" y="3"/>
                  <a:pt x="12847" y="8"/>
                </a:cubicBezTo>
                <a:cubicBezTo>
                  <a:pt x="12860" y="14"/>
                  <a:pt x="12871" y="21"/>
                  <a:pt x="12881" y="31"/>
                </a:cubicBezTo>
                <a:cubicBezTo>
                  <a:pt x="12891" y="41"/>
                  <a:pt x="12899" y="53"/>
                  <a:pt x="12904" y="66"/>
                </a:cubicBezTo>
                <a:cubicBezTo>
                  <a:pt x="12910" y="79"/>
                  <a:pt x="12912" y="92"/>
                  <a:pt x="12912" y="106"/>
                </a:cubicBezTo>
                <a:lnTo>
                  <a:pt x="12912" y="742"/>
                </a:lnTo>
                <a:cubicBezTo>
                  <a:pt x="12912" y="756"/>
                  <a:pt x="12910" y="770"/>
                  <a:pt x="12904" y="783"/>
                </a:cubicBezTo>
                <a:cubicBezTo>
                  <a:pt x="12899" y="796"/>
                  <a:pt x="12891" y="807"/>
                  <a:pt x="12881" y="817"/>
                </a:cubicBezTo>
                <a:cubicBezTo>
                  <a:pt x="12871" y="827"/>
                  <a:pt x="12860" y="834"/>
                  <a:pt x="12847" y="840"/>
                </a:cubicBezTo>
                <a:cubicBezTo>
                  <a:pt x="12834" y="845"/>
                  <a:pt x="12820" y="848"/>
                  <a:pt x="12806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4"/>
                  <a:pt x="40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3739320" y="2287800"/>
            <a:ext cx="29692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residual): 16 FP cluster on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1306080" y="2730960"/>
            <a:ext cx="45331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air_quality / pipe_leak / power_outage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5925600" y="2649960"/>
            <a:ext cx="45565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at MEDIUM — same-turn benign-context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1000080" y="35906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1219320" y="3002400"/>
            <a:ext cx="21135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override candidate.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2228760" y="3485880"/>
            <a:ext cx="590760" cy="305280"/>
          </a:xfrm>
          <a:custGeom>
            <a:avLst/>
            <a:gdLst/>
            <a:ahLst/>
            <a:rect l="0" t="0" r="r" b="b"/>
            <a:pathLst>
              <a:path w="1641" h="848">
                <a:moveTo>
                  <a:pt x="0" y="742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535" y="0"/>
                </a:lnTo>
                <a:cubicBezTo>
                  <a:pt x="1549" y="0"/>
                  <a:pt x="1563" y="3"/>
                  <a:pt x="1576" y="8"/>
                </a:cubicBezTo>
                <a:cubicBezTo>
                  <a:pt x="1589" y="14"/>
                  <a:pt x="1600" y="21"/>
                  <a:pt x="1610" y="31"/>
                </a:cubicBezTo>
                <a:cubicBezTo>
                  <a:pt x="1620" y="41"/>
                  <a:pt x="1628" y="54"/>
                  <a:pt x="1633" y="67"/>
                </a:cubicBezTo>
                <a:cubicBezTo>
                  <a:pt x="1638" y="80"/>
                  <a:pt x="1641" y="93"/>
                  <a:pt x="1641" y="107"/>
                </a:cubicBezTo>
                <a:lnTo>
                  <a:pt x="1641" y="742"/>
                </a:lnTo>
                <a:cubicBezTo>
                  <a:pt x="1641" y="756"/>
                  <a:pt x="1638" y="770"/>
                  <a:pt x="1633" y="783"/>
                </a:cubicBezTo>
                <a:cubicBezTo>
                  <a:pt x="1628" y="796"/>
                  <a:pt x="1620" y="807"/>
                  <a:pt x="1610" y="817"/>
                </a:cubicBezTo>
                <a:cubicBezTo>
                  <a:pt x="1600" y="827"/>
                  <a:pt x="1589" y="834"/>
                  <a:pt x="1576" y="840"/>
                </a:cubicBezTo>
                <a:cubicBezTo>
                  <a:pt x="1563" y="845"/>
                  <a:pt x="1549" y="848"/>
                  <a:pt x="1535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1219320" y="3440520"/>
            <a:ext cx="10911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Risk on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2288520" y="3521520"/>
            <a:ext cx="4777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edge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2852640" y="3440520"/>
            <a:ext cx="82702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 case-type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 5/16 correct, weakest pocket — natural next target after HITL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1000080" y="4381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219320" y="3802320"/>
            <a:ext cx="1063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precision.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5086080" y="4276440"/>
            <a:ext cx="476640" cy="305280"/>
          </a:xfrm>
          <a:custGeom>
            <a:avLst/>
            <a:gdLst/>
            <a:ahLst/>
            <a:rect l="0" t="0" r="r" b="b"/>
            <a:pathLst>
              <a:path w="132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218" y="0"/>
                </a:lnTo>
                <a:cubicBezTo>
                  <a:pt x="1232" y="0"/>
                  <a:pt x="1246" y="3"/>
                  <a:pt x="1259" y="8"/>
                </a:cubicBezTo>
                <a:cubicBezTo>
                  <a:pt x="1272" y="14"/>
                  <a:pt x="1283" y="21"/>
                  <a:pt x="1293" y="31"/>
                </a:cubicBezTo>
                <a:cubicBezTo>
                  <a:pt x="1303" y="41"/>
                  <a:pt x="1311" y="53"/>
                  <a:pt x="1316" y="66"/>
                </a:cubicBezTo>
                <a:cubicBezTo>
                  <a:pt x="1321" y="79"/>
                  <a:pt x="1324" y="92"/>
                  <a:pt x="1324" y="106"/>
                </a:cubicBezTo>
                <a:lnTo>
                  <a:pt x="1324" y="742"/>
                </a:lnTo>
                <a:cubicBezTo>
                  <a:pt x="1324" y="756"/>
                  <a:pt x="1321" y="770"/>
                  <a:pt x="1316" y="783"/>
                </a:cubicBezTo>
                <a:cubicBezTo>
                  <a:pt x="1311" y="796"/>
                  <a:pt x="1303" y="807"/>
                  <a:pt x="1293" y="817"/>
                </a:cubicBezTo>
                <a:cubicBezTo>
                  <a:pt x="1283" y="827"/>
                  <a:pt x="1272" y="835"/>
                  <a:pt x="1259" y="840"/>
                </a:cubicBezTo>
                <a:cubicBezTo>
                  <a:pt x="1246" y="845"/>
                  <a:pt x="1232" y="848"/>
                  <a:pt x="1218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219320" y="4231080"/>
            <a:ext cx="4085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Vendor city-coverage misses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143320" y="4312080"/>
            <a:ext cx="3585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#66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588280" y="4231080"/>
            <a:ext cx="4610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): 6 rows with strict city filter; partial-match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1000080" y="51717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1219320" y="4592880"/>
            <a:ext cx="52891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fallback w/ adjacent-city graph is the open lever.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1000080" y="5609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219320" y="5021640"/>
            <a:ext cx="10009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Voice integration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 PR #81 wired into FastAPI for live mic demo (currently canned only).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219320" y="5459760"/>
            <a:ext cx="9816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Test-set composite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: re-eval running concurrently — locked submission state pending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1219320" y="5812200"/>
            <a:ext cx="1878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before lockdown.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172304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18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609480" y="1314360"/>
            <a:ext cx="10973160" cy="19440"/>
          </a:xfrm>
          <a:custGeom>
            <a:avLst/>
            <a:gdLst/>
            <a:ahLst/>
            <a:rect l="0" t="0" r="r" b="b"/>
            <a:pathLst>
              <a:path w="30481" h="54">
                <a:moveTo>
                  <a:pt x="0" y="0"/>
                </a:moveTo>
                <a:lnTo>
                  <a:pt x="30481" y="0"/>
                </a:lnTo>
                <a:lnTo>
                  <a:pt x="304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5393880" y="708480"/>
            <a:ext cx="1746720" cy="509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FFFFFF"/>
                </a:solidFill>
                <a:effectLst/>
                <a:uFillTx/>
                <a:latin typeface=".SFNS-Regular_wdth_opsz260000_GRAD_wght2BC0000"/>
                <a:ea typeface=".SFNS-Regular_wdth_opsz260000_GRAD_wght2BC0000"/>
              </a:rPr>
              <a:t>18 · Q&amp;A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2733480" y="162864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837" y="0"/>
                </a:lnTo>
                <a:cubicBezTo>
                  <a:pt x="3852" y="0"/>
                  <a:pt x="3865" y="3"/>
                  <a:pt x="3878" y="8"/>
                </a:cubicBezTo>
                <a:cubicBezTo>
                  <a:pt x="3891" y="13"/>
                  <a:pt x="3902" y="21"/>
                  <a:pt x="3912" y="31"/>
                </a:cubicBezTo>
                <a:cubicBezTo>
                  <a:pt x="3922" y="41"/>
                  <a:pt x="3930" y="52"/>
                  <a:pt x="3935" y="65"/>
                </a:cubicBezTo>
                <a:cubicBezTo>
                  <a:pt x="3941" y="78"/>
                  <a:pt x="3943" y="92"/>
                  <a:pt x="3943" y="106"/>
                </a:cubicBezTo>
                <a:lnTo>
                  <a:pt x="3943" y="742"/>
                </a:lnTo>
                <a:cubicBezTo>
                  <a:pt x="3943" y="756"/>
                  <a:pt x="3941" y="769"/>
                  <a:pt x="3935" y="782"/>
                </a:cubicBezTo>
                <a:cubicBezTo>
                  <a:pt x="3930" y="795"/>
                  <a:pt x="3922" y="807"/>
                  <a:pt x="3912" y="817"/>
                </a:cubicBezTo>
                <a:cubicBezTo>
                  <a:pt x="3902" y="826"/>
                  <a:pt x="3891" y="834"/>
                  <a:pt x="3878" y="839"/>
                </a:cubicBezTo>
                <a:cubicBezTo>
                  <a:pt x="3865" y="845"/>
                  <a:pt x="3852" y="848"/>
                  <a:pt x="3837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39"/>
                </a:cubicBezTo>
                <a:cubicBezTo>
                  <a:pt x="52" y="834"/>
                  <a:pt x="41" y="826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1190880" y="1583280"/>
            <a:ext cx="15325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Composite: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2787840" y="166392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92.33 / 100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8372160" y="1628640"/>
            <a:ext cx="1419840" cy="305280"/>
          </a:xfrm>
          <a:custGeom>
            <a:avLst/>
            <a:gdLst/>
            <a:ahLst/>
            <a:rect l="0" t="0" r="r" b="b"/>
            <a:pathLst>
              <a:path w="394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838" y="0"/>
                </a:lnTo>
                <a:cubicBezTo>
                  <a:pt x="3852" y="0"/>
                  <a:pt x="3865" y="3"/>
                  <a:pt x="3878" y="8"/>
                </a:cubicBezTo>
                <a:cubicBezTo>
                  <a:pt x="3891" y="13"/>
                  <a:pt x="3903" y="21"/>
                  <a:pt x="3913" y="31"/>
                </a:cubicBezTo>
                <a:cubicBezTo>
                  <a:pt x="3923" y="41"/>
                  <a:pt x="3930" y="52"/>
                  <a:pt x="3936" y="65"/>
                </a:cubicBezTo>
                <a:cubicBezTo>
                  <a:pt x="3941" y="78"/>
                  <a:pt x="3944" y="92"/>
                  <a:pt x="3944" y="106"/>
                </a:cubicBezTo>
                <a:lnTo>
                  <a:pt x="3944" y="742"/>
                </a:lnTo>
                <a:cubicBezTo>
                  <a:pt x="3944" y="756"/>
                  <a:pt x="3941" y="769"/>
                  <a:pt x="3936" y="782"/>
                </a:cubicBezTo>
                <a:cubicBezTo>
                  <a:pt x="3930" y="795"/>
                  <a:pt x="3923" y="807"/>
                  <a:pt x="3913" y="817"/>
                </a:cubicBezTo>
                <a:cubicBezTo>
                  <a:pt x="3903" y="826"/>
                  <a:pt x="3891" y="834"/>
                  <a:pt x="3878" y="839"/>
                </a:cubicBezTo>
                <a:cubicBezTo>
                  <a:pt x="3865" y="845"/>
                  <a:pt x="3852" y="848"/>
                  <a:pt x="3838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39"/>
                </a:cubicBezTo>
                <a:cubicBezTo>
                  <a:pt x="53" y="834"/>
                  <a:pt x="41" y="826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186440" y="1583280"/>
            <a:ext cx="38530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on dev (test-set pending re-eval) ·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8426160" y="1663920"/>
            <a:ext cx="1312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0 false-911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9825120" y="1583280"/>
            <a:ext cx="11188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across all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2486880" y="1935360"/>
            <a:ext cx="683568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measured runs · 9 nodes · 36 subcategories · 10K-ticket RAG.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000080" y="31240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3"/>
                  <a:pt x="212" y="107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247760" y="3019320"/>
            <a:ext cx="2267280" cy="314640"/>
          </a:xfrm>
          <a:custGeom>
            <a:avLst/>
            <a:gdLst/>
            <a:ahLst/>
            <a:rect l="0" t="0" r="r" b="b"/>
            <a:pathLst>
              <a:path w="6298" h="874">
                <a:moveTo>
                  <a:pt x="0" y="767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6192" y="0"/>
                </a:lnTo>
                <a:cubicBezTo>
                  <a:pt x="6206" y="0"/>
                  <a:pt x="6219" y="2"/>
                  <a:pt x="6232" y="8"/>
                </a:cubicBezTo>
                <a:cubicBezTo>
                  <a:pt x="6245" y="13"/>
                  <a:pt x="6257" y="21"/>
                  <a:pt x="6267" y="31"/>
                </a:cubicBezTo>
                <a:cubicBezTo>
                  <a:pt x="6277" y="41"/>
                  <a:pt x="6284" y="52"/>
                  <a:pt x="6290" y="65"/>
                </a:cubicBezTo>
                <a:cubicBezTo>
                  <a:pt x="6295" y="78"/>
                  <a:pt x="6298" y="92"/>
                  <a:pt x="6298" y="106"/>
                </a:cubicBezTo>
                <a:lnTo>
                  <a:pt x="6298" y="767"/>
                </a:lnTo>
                <a:cubicBezTo>
                  <a:pt x="6298" y="782"/>
                  <a:pt x="6295" y="796"/>
                  <a:pt x="6290" y="809"/>
                </a:cubicBezTo>
                <a:cubicBezTo>
                  <a:pt x="6284" y="822"/>
                  <a:pt x="6277" y="833"/>
                  <a:pt x="6267" y="843"/>
                </a:cubicBezTo>
                <a:cubicBezTo>
                  <a:pt x="6257" y="853"/>
                  <a:pt x="6245" y="860"/>
                  <a:pt x="6232" y="866"/>
                </a:cubicBezTo>
                <a:cubicBezTo>
                  <a:pt x="6219" y="871"/>
                  <a:pt x="6206" y="874"/>
                  <a:pt x="6192" y="874"/>
                </a:cubicBezTo>
                <a:lnTo>
                  <a:pt x="105" y="874"/>
                </a:lnTo>
                <a:cubicBezTo>
                  <a:pt x="91" y="874"/>
                  <a:pt x="78" y="871"/>
                  <a:pt x="65" y="866"/>
                </a:cubicBezTo>
                <a:cubicBezTo>
                  <a:pt x="52" y="860"/>
                  <a:pt x="40" y="853"/>
                  <a:pt x="31" y="843"/>
                </a:cubicBezTo>
                <a:cubicBezTo>
                  <a:pt x="21" y="833"/>
                  <a:pt x="13" y="822"/>
                  <a:pt x="8" y="809"/>
                </a:cubicBezTo>
                <a:cubicBezTo>
                  <a:pt x="2" y="796"/>
                  <a:pt x="0" y="782"/>
                  <a:pt x="0" y="76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629960" y="2545200"/>
            <a:ext cx="28720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Sources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(all in this repo)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1306080" y="3054600"/>
            <a:ext cx="2147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docs/design_doc.md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000080" y="3562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1247760" y="3457440"/>
            <a:ext cx="2381400" cy="305280"/>
          </a:xfrm>
          <a:custGeom>
            <a:avLst/>
            <a:gdLst/>
            <a:ahLst/>
            <a:rect l="0" t="0" r="r" b="b"/>
            <a:pathLst>
              <a:path w="6615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6509" y="0"/>
                </a:lnTo>
                <a:cubicBezTo>
                  <a:pt x="6523" y="0"/>
                  <a:pt x="6537" y="3"/>
                  <a:pt x="6550" y="8"/>
                </a:cubicBezTo>
                <a:cubicBezTo>
                  <a:pt x="6563" y="13"/>
                  <a:pt x="6574" y="21"/>
                  <a:pt x="6584" y="31"/>
                </a:cubicBezTo>
                <a:cubicBezTo>
                  <a:pt x="6594" y="41"/>
                  <a:pt x="6602" y="52"/>
                  <a:pt x="6607" y="65"/>
                </a:cubicBezTo>
                <a:cubicBezTo>
                  <a:pt x="6612" y="78"/>
                  <a:pt x="6615" y="92"/>
                  <a:pt x="6615" y="106"/>
                </a:cubicBezTo>
                <a:lnTo>
                  <a:pt x="6615" y="742"/>
                </a:lnTo>
                <a:cubicBezTo>
                  <a:pt x="6615" y="756"/>
                  <a:pt x="6612" y="769"/>
                  <a:pt x="6607" y="782"/>
                </a:cubicBezTo>
                <a:cubicBezTo>
                  <a:pt x="6602" y="795"/>
                  <a:pt x="6594" y="807"/>
                  <a:pt x="6584" y="817"/>
                </a:cubicBezTo>
                <a:cubicBezTo>
                  <a:pt x="6574" y="826"/>
                  <a:pt x="6563" y="834"/>
                  <a:pt x="6550" y="839"/>
                </a:cubicBezTo>
                <a:cubicBezTo>
                  <a:pt x="6537" y="845"/>
                  <a:pt x="6523" y="848"/>
                  <a:pt x="6509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39"/>
                </a:cubicBezTo>
                <a:cubicBezTo>
                  <a:pt x="52" y="834"/>
                  <a:pt x="40" y="826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3539880" y="2973600"/>
            <a:ext cx="50745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11 sections, all derivations + error analysis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1306080" y="3492720"/>
            <a:ext cx="2266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eval_runs/README.md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1000080" y="39909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1247760" y="3885840"/>
            <a:ext cx="2381400" cy="315000"/>
          </a:xfrm>
          <a:custGeom>
            <a:avLst/>
            <a:gdLst/>
            <a:ahLst/>
            <a:rect l="0" t="0" r="r" b="b"/>
            <a:pathLst>
              <a:path w="6615" h="875">
                <a:moveTo>
                  <a:pt x="0" y="769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6509" y="0"/>
                </a:lnTo>
                <a:cubicBezTo>
                  <a:pt x="6523" y="0"/>
                  <a:pt x="6537" y="3"/>
                  <a:pt x="6550" y="9"/>
                </a:cubicBezTo>
                <a:cubicBezTo>
                  <a:pt x="6563" y="14"/>
                  <a:pt x="6574" y="22"/>
                  <a:pt x="6584" y="31"/>
                </a:cubicBezTo>
                <a:cubicBezTo>
                  <a:pt x="6594" y="41"/>
                  <a:pt x="6602" y="53"/>
                  <a:pt x="6607" y="66"/>
                </a:cubicBezTo>
                <a:cubicBezTo>
                  <a:pt x="6612" y="79"/>
                  <a:pt x="6615" y="92"/>
                  <a:pt x="6615" y="106"/>
                </a:cubicBezTo>
                <a:lnTo>
                  <a:pt x="6615" y="769"/>
                </a:lnTo>
                <a:cubicBezTo>
                  <a:pt x="6615" y="783"/>
                  <a:pt x="6612" y="796"/>
                  <a:pt x="6607" y="809"/>
                </a:cubicBezTo>
                <a:cubicBezTo>
                  <a:pt x="6602" y="822"/>
                  <a:pt x="6594" y="834"/>
                  <a:pt x="6584" y="844"/>
                </a:cubicBezTo>
                <a:cubicBezTo>
                  <a:pt x="6574" y="854"/>
                  <a:pt x="6563" y="861"/>
                  <a:pt x="6550" y="867"/>
                </a:cubicBezTo>
                <a:cubicBezTo>
                  <a:pt x="6537" y="872"/>
                  <a:pt x="6523" y="875"/>
                  <a:pt x="6509" y="875"/>
                </a:cubicBezTo>
                <a:lnTo>
                  <a:pt x="105" y="875"/>
                </a:lnTo>
                <a:cubicBezTo>
                  <a:pt x="91" y="875"/>
                  <a:pt x="78" y="872"/>
                  <a:pt x="65" y="867"/>
                </a:cubicBezTo>
                <a:cubicBezTo>
                  <a:pt x="52" y="861"/>
                  <a:pt x="40" y="854"/>
                  <a:pt x="31" y="844"/>
                </a:cubicBezTo>
                <a:cubicBezTo>
                  <a:pt x="21" y="834"/>
                  <a:pt x="13" y="822"/>
                  <a:pt x="8" y="809"/>
                </a:cubicBezTo>
                <a:cubicBezTo>
                  <a:pt x="2" y="796"/>
                  <a:pt x="0" y="783"/>
                  <a:pt x="0" y="769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3659040" y="3412080"/>
            <a:ext cx="36180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full per-run history with deltas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1306080" y="3921480"/>
            <a:ext cx="2266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agent/data/derived/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1000080" y="44290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1247760" y="4324320"/>
            <a:ext cx="4286520" cy="304920"/>
          </a:xfrm>
          <a:custGeom>
            <a:avLst/>
            <a:gdLst/>
            <a:ahLst/>
            <a:rect l="0" t="0" r="r" b="b"/>
            <a:pathLst>
              <a:path w="11907" h="847">
                <a:moveTo>
                  <a:pt x="0" y="741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11801" y="0"/>
                </a:lnTo>
                <a:cubicBezTo>
                  <a:pt x="11815" y="0"/>
                  <a:pt x="11828" y="2"/>
                  <a:pt x="11841" y="8"/>
                </a:cubicBezTo>
                <a:cubicBezTo>
                  <a:pt x="11854" y="13"/>
                  <a:pt x="11866" y="21"/>
                  <a:pt x="11876" y="31"/>
                </a:cubicBezTo>
                <a:cubicBezTo>
                  <a:pt x="11886" y="41"/>
                  <a:pt x="11893" y="52"/>
                  <a:pt x="11899" y="65"/>
                </a:cubicBezTo>
                <a:cubicBezTo>
                  <a:pt x="11904" y="78"/>
                  <a:pt x="11907" y="91"/>
                  <a:pt x="11907" y="105"/>
                </a:cubicBezTo>
                <a:lnTo>
                  <a:pt x="11907" y="741"/>
                </a:lnTo>
                <a:cubicBezTo>
                  <a:pt x="11907" y="755"/>
                  <a:pt x="11904" y="769"/>
                  <a:pt x="11899" y="782"/>
                </a:cubicBezTo>
                <a:cubicBezTo>
                  <a:pt x="11893" y="795"/>
                  <a:pt x="11886" y="806"/>
                  <a:pt x="11876" y="816"/>
                </a:cubicBezTo>
                <a:cubicBezTo>
                  <a:pt x="11866" y="826"/>
                  <a:pt x="11854" y="834"/>
                  <a:pt x="11841" y="839"/>
                </a:cubicBezTo>
                <a:cubicBezTo>
                  <a:pt x="11828" y="845"/>
                  <a:pt x="11815" y="847"/>
                  <a:pt x="11801" y="847"/>
                </a:cubicBezTo>
                <a:lnTo>
                  <a:pt x="105" y="847"/>
                </a:lnTo>
                <a:cubicBezTo>
                  <a:pt x="91" y="847"/>
                  <a:pt x="78" y="845"/>
                  <a:pt x="65" y="839"/>
                </a:cubicBezTo>
                <a:cubicBezTo>
                  <a:pt x="52" y="834"/>
                  <a:pt x="40" y="826"/>
                  <a:pt x="31" y="816"/>
                </a:cubicBezTo>
                <a:cubicBezTo>
                  <a:pt x="21" y="806"/>
                  <a:pt x="13" y="795"/>
                  <a:pt x="8" y="782"/>
                </a:cubicBezTo>
                <a:cubicBezTo>
                  <a:pt x="2" y="769"/>
                  <a:pt x="0" y="755"/>
                  <a:pt x="0" y="74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3659040" y="3840480"/>
            <a:ext cx="55231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base-risk table · HITL policy · vendor-type map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1306080" y="4359600"/>
            <a:ext cx="41756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evaluation/scoring.py::AXIS_WEIGHTS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1000080" y="48574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E6ED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1247760" y="4752720"/>
            <a:ext cx="2743560" cy="314640"/>
          </a:xfrm>
          <a:custGeom>
            <a:avLst/>
            <a:gdLst/>
            <a:ahLst/>
            <a:rect l="0" t="0" r="r" b="b"/>
            <a:pathLst>
              <a:path w="7621" h="874">
                <a:moveTo>
                  <a:pt x="0" y="76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7515" y="0"/>
                </a:lnTo>
                <a:cubicBezTo>
                  <a:pt x="7529" y="0"/>
                  <a:pt x="7542" y="3"/>
                  <a:pt x="7555" y="8"/>
                </a:cubicBezTo>
                <a:cubicBezTo>
                  <a:pt x="7568" y="14"/>
                  <a:pt x="7580" y="21"/>
                  <a:pt x="7590" y="31"/>
                </a:cubicBezTo>
                <a:cubicBezTo>
                  <a:pt x="7599" y="41"/>
                  <a:pt x="7607" y="53"/>
                  <a:pt x="7612" y="66"/>
                </a:cubicBezTo>
                <a:cubicBezTo>
                  <a:pt x="7618" y="79"/>
                  <a:pt x="7621" y="92"/>
                  <a:pt x="7621" y="106"/>
                </a:cubicBezTo>
                <a:lnTo>
                  <a:pt x="7621" y="768"/>
                </a:lnTo>
                <a:cubicBezTo>
                  <a:pt x="7621" y="783"/>
                  <a:pt x="7618" y="796"/>
                  <a:pt x="7612" y="809"/>
                </a:cubicBezTo>
                <a:cubicBezTo>
                  <a:pt x="7607" y="822"/>
                  <a:pt x="7599" y="833"/>
                  <a:pt x="7590" y="843"/>
                </a:cubicBezTo>
                <a:cubicBezTo>
                  <a:pt x="7580" y="853"/>
                  <a:pt x="7568" y="861"/>
                  <a:pt x="7555" y="866"/>
                </a:cubicBezTo>
                <a:cubicBezTo>
                  <a:pt x="7542" y="872"/>
                  <a:pt x="7529" y="874"/>
                  <a:pt x="7515" y="874"/>
                </a:cubicBezTo>
                <a:lnTo>
                  <a:pt x="105" y="874"/>
                </a:lnTo>
                <a:cubicBezTo>
                  <a:pt x="91" y="874"/>
                  <a:pt x="78" y="872"/>
                  <a:pt x="65" y="866"/>
                </a:cubicBezTo>
                <a:cubicBezTo>
                  <a:pt x="52" y="861"/>
                  <a:pt x="40" y="853"/>
                  <a:pt x="31" y="843"/>
                </a:cubicBezTo>
                <a:cubicBezTo>
                  <a:pt x="21" y="833"/>
                  <a:pt x="13" y="822"/>
                  <a:pt x="8" y="809"/>
                </a:cubicBezTo>
                <a:cubicBezTo>
                  <a:pt x="2" y="796"/>
                  <a:pt x="0" y="783"/>
                  <a:pt x="0" y="768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5567400" y="4278600"/>
            <a:ext cx="24170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rubric ground truth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1306080" y="4788360"/>
            <a:ext cx="2624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backend/demo/canned.py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4016880" y="4707360"/>
            <a:ext cx="3272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the three demo transcripts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609480" y="5200560"/>
            <a:ext cx="28800" cy="829080"/>
          </a:xfrm>
          <a:custGeom>
            <a:avLst/>
            <a:gdLst/>
            <a:ahLst/>
            <a:rect l="0" t="0" r="r" b="b"/>
            <a:pathLst>
              <a:path w="80" h="2303">
                <a:moveTo>
                  <a:pt x="0" y="0"/>
                </a:moveTo>
                <a:lnTo>
                  <a:pt x="80" y="0"/>
                </a:lnTo>
                <a:lnTo>
                  <a:pt x="80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790560" y="5259600"/>
            <a:ext cx="9127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Auto-resolve the routine. Escalate when judgment is required. Never autonomously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790560" y="5621760"/>
            <a:ext cx="4102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dispatch 911 unless five gates agree.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8280" y="523728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 txBox="1"/>
          <p:nvPr/>
        </p:nvSpPr>
        <p:spPr>
          <a:xfrm rot="10800000">
            <a:off x="11337480" y="572472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1172196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19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5388480" y="2175120"/>
            <a:ext cx="15375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C4B5FD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Demo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609480" y="2638080"/>
            <a:ext cx="28800" cy="1915200"/>
          </a:xfrm>
          <a:custGeom>
            <a:avLst/>
            <a:gdLst/>
            <a:ahLst/>
            <a:rect l="0" t="0" r="r" b="b"/>
            <a:pathLst>
              <a:path w="80" h="5320">
                <a:moveTo>
                  <a:pt x="0" y="0"/>
                </a:moveTo>
                <a:lnTo>
                  <a:pt x="80" y="0"/>
                </a:lnTo>
                <a:lnTo>
                  <a:pt x="80" y="5320"/>
                </a:lnTo>
                <a:lnTo>
                  <a:pt x="0" y="5320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4019400" y="2742840"/>
            <a:ext cx="2743560" cy="305280"/>
          </a:xfrm>
          <a:custGeom>
            <a:avLst/>
            <a:gdLst/>
            <a:ahLst/>
            <a:rect l="0" t="0" r="r" b="b"/>
            <a:pathLst>
              <a:path w="7621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7515" y="0"/>
                </a:lnTo>
                <a:cubicBezTo>
                  <a:pt x="7529" y="0"/>
                  <a:pt x="7543" y="3"/>
                  <a:pt x="7556" y="9"/>
                </a:cubicBezTo>
                <a:cubicBezTo>
                  <a:pt x="7569" y="14"/>
                  <a:pt x="7580" y="22"/>
                  <a:pt x="7590" y="31"/>
                </a:cubicBezTo>
                <a:cubicBezTo>
                  <a:pt x="7600" y="41"/>
                  <a:pt x="7607" y="53"/>
                  <a:pt x="7613" y="66"/>
                </a:cubicBezTo>
                <a:cubicBezTo>
                  <a:pt x="7618" y="79"/>
                  <a:pt x="7621" y="92"/>
                  <a:pt x="7621" y="106"/>
                </a:cubicBezTo>
                <a:lnTo>
                  <a:pt x="7621" y="742"/>
                </a:lnTo>
                <a:cubicBezTo>
                  <a:pt x="7621" y="756"/>
                  <a:pt x="7618" y="770"/>
                  <a:pt x="7613" y="783"/>
                </a:cubicBezTo>
                <a:cubicBezTo>
                  <a:pt x="7607" y="796"/>
                  <a:pt x="7600" y="807"/>
                  <a:pt x="7590" y="817"/>
                </a:cubicBezTo>
                <a:cubicBezTo>
                  <a:pt x="7580" y="827"/>
                  <a:pt x="7569" y="835"/>
                  <a:pt x="7556" y="840"/>
                </a:cubicBezTo>
                <a:cubicBezTo>
                  <a:pt x="7543" y="845"/>
                  <a:pt x="7529" y="848"/>
                  <a:pt x="7515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5"/>
                  <a:pt x="41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790560" y="2738160"/>
            <a:ext cx="264996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Three canned demos from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077360" y="2778480"/>
            <a:ext cx="262476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i="1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backend/demo/canned.py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788160" y="2738160"/>
            <a:ext cx="313344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 — pre-loaded as buttons in the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790560" y="3099960"/>
            <a:ext cx="852048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Next.js frontend (PR #78) calling the FastAPI/SSE backend (PR #79). Pipeline stages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790560" y="3462120"/>
            <a:ext cx="893520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light up in real time as the agent runs. If voice (PR #81) is wired by demo time, prepend 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790560" y="3814560"/>
            <a:ext cx="881100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FFFFFF"/>
                </a:solidFill>
                <a:effectLst/>
                <a:uFillTx/>
                <a:latin typeface=".SFNS-RegularItalic_opsz1A0000_YAXS1AE0000_wght2BC0000"/>
                <a:ea typeface=".SFNS-RegularItalic_opsz1A0000_YAXS1AE0000_wght2BC0000"/>
              </a:rPr>
              <a:t>Demo 0</a:t>
            </a:r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 spoken-mic version of Demo 1; otherwise the canned-button path is the primary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790560" y="4176360"/>
            <a:ext cx="60084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demo.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38280" y="26748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 txBox="1"/>
          <p:nvPr/>
        </p:nvSpPr>
        <p:spPr>
          <a:xfrm rot="10800000">
            <a:off x="11337480" y="423864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1169712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20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32960" y="541800"/>
            <a:ext cx="11755440" cy="45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30" b="1" u="none" strike="noStrike">
                <a:solidFill>
                  <a:srgbClr val="E6EDF3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Demo 0 </a:t>
            </a:r>
            <a:r>
              <a:rPr lang="en-US" sz="2530" b="1" u="none" strike="noStrike">
                <a:solidFill>
                  <a:srgbClr val="C4B5FD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(only if voice/ is wired into backend by demo time)</a:t>
            </a:r>
            <a:r>
              <a:rPr lang="en-US" sz="2530" b="1" u="none" strike="noStrike">
                <a:solidFill>
                  <a:srgbClr val="E6EDF3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 — ~30 s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880720" y="1249560"/>
            <a:ext cx="60444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Setup.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Switch frontend to "voice" mode. Press-to-talk.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439880" y="1859400"/>
            <a:ext cx="36165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Speaker says into the mic: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4880160" y="3430800"/>
            <a:ext cx="26233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Expected behavior: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930600" y="3859560"/>
            <a:ext cx="66006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1. Deepgram streams partial transcripts into the turns panel.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1247760" y="4343040"/>
            <a:ext cx="1905120" cy="305280"/>
          </a:xfrm>
          <a:custGeom>
            <a:avLst/>
            <a:gdLst/>
            <a:ahLst/>
            <a:rect l="0" t="0" r="r" b="b"/>
            <a:pathLst>
              <a:path w="5292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5186" y="0"/>
                </a:lnTo>
                <a:cubicBezTo>
                  <a:pt x="5200" y="0"/>
                  <a:pt x="5214" y="3"/>
                  <a:pt x="5227" y="9"/>
                </a:cubicBezTo>
                <a:cubicBezTo>
                  <a:pt x="5240" y="14"/>
                  <a:pt x="5251" y="22"/>
                  <a:pt x="5261" y="31"/>
                </a:cubicBezTo>
                <a:cubicBezTo>
                  <a:pt x="5271" y="41"/>
                  <a:pt x="5279" y="53"/>
                  <a:pt x="5284" y="66"/>
                </a:cubicBezTo>
                <a:cubicBezTo>
                  <a:pt x="5290" y="79"/>
                  <a:pt x="5292" y="92"/>
                  <a:pt x="5292" y="106"/>
                </a:cubicBezTo>
                <a:lnTo>
                  <a:pt x="5292" y="742"/>
                </a:lnTo>
                <a:cubicBezTo>
                  <a:pt x="5292" y="756"/>
                  <a:pt x="5290" y="770"/>
                  <a:pt x="5284" y="783"/>
                </a:cubicBezTo>
                <a:cubicBezTo>
                  <a:pt x="5279" y="796"/>
                  <a:pt x="5271" y="807"/>
                  <a:pt x="5261" y="817"/>
                </a:cubicBezTo>
                <a:cubicBezTo>
                  <a:pt x="5251" y="827"/>
                  <a:pt x="5240" y="835"/>
                  <a:pt x="5227" y="840"/>
                </a:cubicBezTo>
                <a:cubicBezTo>
                  <a:pt x="5214" y="845"/>
                  <a:pt x="5200" y="848"/>
                  <a:pt x="5186" y="848"/>
                </a:cubicBezTo>
                <a:lnTo>
                  <a:pt x="105" y="848"/>
                </a:lnTo>
                <a:cubicBezTo>
                  <a:pt x="91" y="848"/>
                  <a:pt x="78" y="845"/>
                  <a:pt x="65" y="840"/>
                </a:cubicBezTo>
                <a:cubicBezTo>
                  <a:pt x="52" y="835"/>
                  <a:pt x="40" y="827"/>
                  <a:pt x="31" y="817"/>
                </a:cubicBezTo>
                <a:cubicBezTo>
                  <a:pt x="21" y="807"/>
                  <a:pt x="13" y="796"/>
                  <a:pt x="8" y="783"/>
                </a:cubicBezTo>
                <a:cubicBezTo>
                  <a:pt x="2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930600" y="4297680"/>
            <a:ext cx="2768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2.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1306080" y="4378680"/>
            <a:ext cx="178992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end_utterance()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4381200" y="434304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lnTo>
                  <a:pt x="3547" y="0"/>
                </a:lnTo>
                <a:cubicBezTo>
                  <a:pt x="3561" y="0"/>
                  <a:pt x="3574" y="3"/>
                  <a:pt x="3587" y="9"/>
                </a:cubicBezTo>
                <a:cubicBezTo>
                  <a:pt x="3600" y="14"/>
                  <a:pt x="3612" y="22"/>
                  <a:pt x="3622" y="31"/>
                </a:cubicBezTo>
                <a:cubicBezTo>
                  <a:pt x="3632" y="41"/>
                  <a:pt x="3639" y="53"/>
                  <a:pt x="3645" y="66"/>
                </a:cubicBezTo>
                <a:cubicBezTo>
                  <a:pt x="3650" y="79"/>
                  <a:pt x="3653" y="92"/>
                  <a:pt x="3653" y="106"/>
                </a:cubicBezTo>
                <a:lnTo>
                  <a:pt x="3653" y="742"/>
                </a:lnTo>
                <a:cubicBezTo>
                  <a:pt x="3653" y="756"/>
                  <a:pt x="3650" y="770"/>
                  <a:pt x="3645" y="783"/>
                </a:cubicBezTo>
                <a:cubicBezTo>
                  <a:pt x="3639" y="796"/>
                  <a:pt x="3632" y="807"/>
                  <a:pt x="3622" y="817"/>
                </a:cubicBezTo>
                <a:cubicBezTo>
                  <a:pt x="3612" y="827"/>
                  <a:pt x="3600" y="835"/>
                  <a:pt x="3587" y="840"/>
                </a:cubicBezTo>
                <a:cubicBezTo>
                  <a:pt x="3574" y="845"/>
                  <a:pt x="3561" y="848"/>
                  <a:pt x="3547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3182040" y="4297680"/>
            <a:ext cx="1105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finalizes;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4443120" y="4378680"/>
            <a:ext cx="119340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classify()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5722560" y="4297680"/>
            <a:ext cx="40737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runs the same way it would in batch.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5391000" y="4771800"/>
            <a:ext cx="1553040" cy="305280"/>
          </a:xfrm>
          <a:custGeom>
            <a:avLst/>
            <a:gdLst/>
            <a:ahLst/>
            <a:rect l="0" t="0" r="r" b="b"/>
            <a:pathLst>
              <a:path w="4314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208" y="0"/>
                </a:lnTo>
                <a:cubicBezTo>
                  <a:pt x="4222" y="0"/>
                  <a:pt x="4235" y="3"/>
                  <a:pt x="4248" y="8"/>
                </a:cubicBezTo>
                <a:cubicBezTo>
                  <a:pt x="4261" y="14"/>
                  <a:pt x="4273" y="21"/>
                  <a:pt x="4283" y="31"/>
                </a:cubicBezTo>
                <a:cubicBezTo>
                  <a:pt x="4293" y="41"/>
                  <a:pt x="4300" y="52"/>
                  <a:pt x="4306" y="65"/>
                </a:cubicBezTo>
                <a:cubicBezTo>
                  <a:pt x="4311" y="78"/>
                  <a:pt x="4314" y="92"/>
                  <a:pt x="4314" y="106"/>
                </a:cubicBezTo>
                <a:lnTo>
                  <a:pt x="4314" y="742"/>
                </a:lnTo>
                <a:cubicBezTo>
                  <a:pt x="4314" y="756"/>
                  <a:pt x="4311" y="769"/>
                  <a:pt x="4306" y="782"/>
                </a:cubicBezTo>
                <a:cubicBezTo>
                  <a:pt x="4300" y="795"/>
                  <a:pt x="4293" y="807"/>
                  <a:pt x="4283" y="817"/>
                </a:cubicBezTo>
                <a:cubicBezTo>
                  <a:pt x="4273" y="827"/>
                  <a:pt x="4261" y="834"/>
                  <a:pt x="4248" y="840"/>
                </a:cubicBezTo>
                <a:cubicBezTo>
                  <a:pt x="4235" y="845"/>
                  <a:pt x="4222" y="848"/>
                  <a:pt x="4208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2" y="834"/>
                  <a:pt x="41" y="827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930600" y="4726440"/>
            <a:ext cx="42048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3. ElevenLabs reads back the agent's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5452920" y="4807080"/>
            <a:ext cx="143208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call_summary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971040" y="4726440"/>
            <a:ext cx="21132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over the speakers.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930600" y="5164560"/>
            <a:ext cx="81061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4. UI shows the same per-stage SSE events as the canned demos below.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3964680" y="5764680"/>
            <a:ext cx="46378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Speaker says, while pipeline runs: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609480" y="2342880"/>
            <a:ext cx="28800" cy="838800"/>
          </a:xfrm>
          <a:custGeom>
            <a:avLst/>
            <a:gdLst/>
            <a:ahLst/>
            <a:rect l="0" t="0" r="r" b="b"/>
            <a:pathLst>
              <a:path w="80" h="2330">
                <a:moveTo>
                  <a:pt x="0" y="0"/>
                </a:moveTo>
                <a:lnTo>
                  <a:pt x="80" y="0"/>
                </a:lnTo>
                <a:lnTo>
                  <a:pt x="80" y="2330"/>
                </a:lnTo>
                <a:lnTo>
                  <a:pt x="0" y="2330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790560" y="2442960"/>
            <a:ext cx="88261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"Hi, this is Maria from Suite 408 at Pacific Ridge Medical Plaza — our AC has been out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790560" y="2804760"/>
            <a:ext cx="473256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since 8am and it's getting really warm in here."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38280" y="23796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609480" y="6257880"/>
            <a:ext cx="28800" cy="600120"/>
          </a:xfrm>
          <a:custGeom>
            <a:avLst/>
            <a:gdLst/>
            <a:ahLst/>
            <a:rect l="0" t="0" r="r" b="b"/>
            <a:pathLst>
              <a:path w="80" h="1667">
                <a:moveTo>
                  <a:pt x="0" y="0"/>
                </a:moveTo>
                <a:lnTo>
                  <a:pt x="80" y="0"/>
                </a:lnTo>
                <a:lnTo>
                  <a:pt x="80" y="1667"/>
                </a:lnTo>
                <a:lnTo>
                  <a:pt x="0" y="1667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 txBox="1"/>
          <p:nvPr/>
        </p:nvSpPr>
        <p:spPr>
          <a:xfrm rot="10800000">
            <a:off x="11337480" y="286704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790560" y="6357600"/>
            <a:ext cx="853560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"Same callable as the batch grader — no fork. Voice is a thin I/O adapter; everything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790560" y="6719760"/>
            <a:ext cx="28501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downstream is byte identical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4295880" y="6719760"/>
            <a:ext cx="261684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to the scored submission 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38280" y="62946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1172988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21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618840" y="4171680"/>
            <a:ext cx="1753200" cy="419400"/>
          </a:xfrm>
          <a:custGeom>
            <a:avLst/>
            <a:gdLst/>
            <a:ahLst/>
            <a:rect l="0" t="0" r="r" b="b"/>
            <a:pathLst>
              <a:path w="4870" h="1165">
                <a:moveTo>
                  <a:pt x="0" y="0"/>
                </a:moveTo>
                <a:lnTo>
                  <a:pt x="4870" y="0"/>
                </a:lnTo>
                <a:lnTo>
                  <a:pt x="4870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2371680" y="4171680"/>
            <a:ext cx="8458560" cy="419400"/>
          </a:xfrm>
          <a:custGeom>
            <a:avLst/>
            <a:gdLst/>
            <a:ahLst/>
            <a:rect l="0" t="0" r="r" b="b"/>
            <a:pathLst>
              <a:path w="23496" h="1165">
                <a:moveTo>
                  <a:pt x="0" y="0"/>
                </a:moveTo>
                <a:lnTo>
                  <a:pt x="23496" y="0"/>
                </a:lnTo>
                <a:lnTo>
                  <a:pt x="23496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10829880" y="4171680"/>
            <a:ext cx="752760" cy="419400"/>
          </a:xfrm>
          <a:custGeom>
            <a:avLst/>
            <a:gdLst/>
            <a:ahLst/>
            <a:rect l="0" t="0" r="r" b="b"/>
            <a:pathLst>
              <a:path w="2091" h="1165">
                <a:moveTo>
                  <a:pt x="0" y="0"/>
                </a:moveTo>
                <a:lnTo>
                  <a:pt x="2091" y="0"/>
                </a:lnTo>
                <a:lnTo>
                  <a:pt x="2091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618840" y="4590720"/>
            <a:ext cx="1753200" cy="324360"/>
          </a:xfrm>
          <a:custGeom>
            <a:avLst/>
            <a:gdLst/>
            <a:ahLst/>
            <a:rect l="0" t="0" r="r" b="b"/>
            <a:pathLst>
              <a:path w="4870" h="901">
                <a:moveTo>
                  <a:pt x="0" y="0"/>
                </a:moveTo>
                <a:lnTo>
                  <a:pt x="4870" y="0"/>
                </a:lnTo>
                <a:lnTo>
                  <a:pt x="4870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2371680" y="4590720"/>
            <a:ext cx="8458560" cy="324360"/>
          </a:xfrm>
          <a:custGeom>
            <a:avLst/>
            <a:gdLst/>
            <a:ahLst/>
            <a:rect l="0" t="0" r="r" b="b"/>
            <a:pathLst>
              <a:path w="23496" h="901">
                <a:moveTo>
                  <a:pt x="0" y="0"/>
                </a:moveTo>
                <a:lnTo>
                  <a:pt x="23496" y="0"/>
                </a:lnTo>
                <a:lnTo>
                  <a:pt x="23496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10829880" y="4590720"/>
            <a:ext cx="752760" cy="324360"/>
          </a:xfrm>
          <a:custGeom>
            <a:avLst/>
            <a:gdLst/>
            <a:ahLst/>
            <a:rect l="0" t="0" r="r" b="b"/>
            <a:pathLst>
              <a:path w="2091" h="901">
                <a:moveTo>
                  <a:pt x="0" y="0"/>
                </a:moveTo>
                <a:lnTo>
                  <a:pt x="2091" y="0"/>
                </a:lnTo>
                <a:lnTo>
                  <a:pt x="2091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618840" y="5238720"/>
            <a:ext cx="1753200" cy="333720"/>
          </a:xfrm>
          <a:custGeom>
            <a:avLst/>
            <a:gdLst/>
            <a:ahLst/>
            <a:rect l="0" t="0" r="r" b="b"/>
            <a:pathLst>
              <a:path w="4870" h="927">
                <a:moveTo>
                  <a:pt x="0" y="0"/>
                </a:moveTo>
                <a:lnTo>
                  <a:pt x="4870" y="0"/>
                </a:lnTo>
                <a:lnTo>
                  <a:pt x="4870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2371680" y="5238720"/>
            <a:ext cx="8458560" cy="333720"/>
          </a:xfrm>
          <a:custGeom>
            <a:avLst/>
            <a:gdLst/>
            <a:ahLst/>
            <a:rect l="0" t="0" r="r" b="b"/>
            <a:pathLst>
              <a:path w="23496" h="927">
                <a:moveTo>
                  <a:pt x="0" y="0"/>
                </a:moveTo>
                <a:lnTo>
                  <a:pt x="23496" y="0"/>
                </a:lnTo>
                <a:lnTo>
                  <a:pt x="23496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10829880" y="5238720"/>
            <a:ext cx="752760" cy="333720"/>
          </a:xfrm>
          <a:custGeom>
            <a:avLst/>
            <a:gdLst/>
            <a:ahLst/>
            <a:rect l="0" t="0" r="r" b="b"/>
            <a:pathLst>
              <a:path w="2091" h="927">
                <a:moveTo>
                  <a:pt x="0" y="0"/>
                </a:moveTo>
                <a:lnTo>
                  <a:pt x="2091" y="0"/>
                </a:lnTo>
                <a:lnTo>
                  <a:pt x="2091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618840" y="5895720"/>
            <a:ext cx="1753200" cy="324360"/>
          </a:xfrm>
          <a:custGeom>
            <a:avLst/>
            <a:gdLst/>
            <a:ahLst/>
            <a:rect l="0" t="0" r="r" b="b"/>
            <a:pathLst>
              <a:path w="4870" h="901">
                <a:moveTo>
                  <a:pt x="0" y="0"/>
                </a:moveTo>
                <a:lnTo>
                  <a:pt x="4870" y="0"/>
                </a:lnTo>
                <a:lnTo>
                  <a:pt x="4870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2371680" y="5895720"/>
            <a:ext cx="8458560" cy="324360"/>
          </a:xfrm>
          <a:custGeom>
            <a:avLst/>
            <a:gdLst/>
            <a:ahLst/>
            <a:rect l="0" t="0" r="r" b="b"/>
            <a:pathLst>
              <a:path w="23496" h="901">
                <a:moveTo>
                  <a:pt x="0" y="0"/>
                </a:moveTo>
                <a:lnTo>
                  <a:pt x="23496" y="0"/>
                </a:lnTo>
                <a:lnTo>
                  <a:pt x="23496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10829880" y="5895720"/>
            <a:ext cx="752760" cy="324360"/>
          </a:xfrm>
          <a:custGeom>
            <a:avLst/>
            <a:gdLst/>
            <a:ahLst/>
            <a:rect l="0" t="0" r="r" b="b"/>
            <a:pathLst>
              <a:path w="2091" h="901">
                <a:moveTo>
                  <a:pt x="0" y="0"/>
                </a:moveTo>
                <a:lnTo>
                  <a:pt x="2091" y="0"/>
                </a:lnTo>
                <a:lnTo>
                  <a:pt x="2091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618840" y="6553080"/>
            <a:ext cx="1753200" cy="304920"/>
          </a:xfrm>
          <a:custGeom>
            <a:avLst/>
            <a:gdLst/>
            <a:ahLst/>
            <a:rect l="0" t="0" r="r" b="b"/>
            <a:pathLst>
              <a:path w="4870" h="847">
                <a:moveTo>
                  <a:pt x="0" y="0"/>
                </a:moveTo>
                <a:lnTo>
                  <a:pt x="4870" y="0"/>
                </a:lnTo>
                <a:lnTo>
                  <a:pt x="487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2371680" y="6553080"/>
            <a:ext cx="8458560" cy="304920"/>
          </a:xfrm>
          <a:custGeom>
            <a:avLst/>
            <a:gdLst/>
            <a:ahLst/>
            <a:rect l="0" t="0" r="r" b="b"/>
            <a:pathLst>
              <a:path w="23496" h="847">
                <a:moveTo>
                  <a:pt x="0" y="0"/>
                </a:moveTo>
                <a:lnTo>
                  <a:pt x="23496" y="0"/>
                </a:lnTo>
                <a:lnTo>
                  <a:pt x="234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10829880" y="6553080"/>
            <a:ext cx="752760" cy="304920"/>
          </a:xfrm>
          <a:custGeom>
            <a:avLst/>
            <a:gdLst/>
            <a:ahLst/>
            <a:rect l="0" t="0" r="r" b="b"/>
            <a:pathLst>
              <a:path w="2091" h="847">
                <a:moveTo>
                  <a:pt x="0" y="0"/>
                </a:moveTo>
                <a:lnTo>
                  <a:pt x="2091" y="0"/>
                </a:lnTo>
                <a:lnTo>
                  <a:pt x="209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609480" y="416232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609480" y="4162320"/>
            <a:ext cx="1762560" cy="9720"/>
          </a:xfrm>
          <a:custGeom>
            <a:avLst/>
            <a:gdLst/>
            <a:ahLst/>
            <a:rect l="0" t="0" r="r" b="b"/>
            <a:pathLst>
              <a:path w="4896" h="27">
                <a:moveTo>
                  <a:pt x="0" y="0"/>
                </a:moveTo>
                <a:lnTo>
                  <a:pt x="4896" y="0"/>
                </a:lnTo>
                <a:lnTo>
                  <a:pt x="48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2361960" y="41623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2371680" y="4162320"/>
            <a:ext cx="8458560" cy="9720"/>
          </a:xfrm>
          <a:custGeom>
            <a:avLst/>
            <a:gdLst/>
            <a:ahLst/>
            <a:rect l="0" t="0" r="r" b="b"/>
            <a:pathLst>
              <a:path w="23496" h="27">
                <a:moveTo>
                  <a:pt x="0" y="0"/>
                </a:moveTo>
                <a:lnTo>
                  <a:pt x="23496" y="0"/>
                </a:lnTo>
                <a:lnTo>
                  <a:pt x="234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10820160" y="41623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10829880" y="4162320"/>
            <a:ext cx="752760" cy="9720"/>
          </a:xfrm>
          <a:custGeom>
            <a:avLst/>
            <a:gdLst/>
            <a:ahLst/>
            <a:rect l="0" t="0" r="r" b="b"/>
            <a:pathLst>
              <a:path w="2091" h="27">
                <a:moveTo>
                  <a:pt x="0" y="0"/>
                </a:moveTo>
                <a:lnTo>
                  <a:pt x="2091" y="0"/>
                </a:lnTo>
                <a:lnTo>
                  <a:pt x="20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11572560" y="41623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609480" y="4581360"/>
            <a:ext cx="1762560" cy="9720"/>
          </a:xfrm>
          <a:custGeom>
            <a:avLst/>
            <a:gdLst/>
            <a:ahLst/>
            <a:rect l="0" t="0" r="r" b="b"/>
            <a:pathLst>
              <a:path w="4896" h="27">
                <a:moveTo>
                  <a:pt x="0" y="0"/>
                </a:moveTo>
                <a:lnTo>
                  <a:pt x="4896" y="0"/>
                </a:lnTo>
                <a:lnTo>
                  <a:pt x="48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2371680" y="4581360"/>
            <a:ext cx="8458560" cy="9720"/>
          </a:xfrm>
          <a:custGeom>
            <a:avLst/>
            <a:gdLst/>
            <a:ahLst/>
            <a:rect l="0" t="0" r="r" b="b"/>
            <a:pathLst>
              <a:path w="23496" h="27">
                <a:moveTo>
                  <a:pt x="0" y="0"/>
                </a:moveTo>
                <a:lnTo>
                  <a:pt x="23496" y="0"/>
                </a:lnTo>
                <a:lnTo>
                  <a:pt x="234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10829880" y="4581360"/>
            <a:ext cx="752760" cy="9720"/>
          </a:xfrm>
          <a:custGeom>
            <a:avLst/>
            <a:gdLst/>
            <a:ahLst/>
            <a:rect l="0" t="0" r="r" b="b"/>
            <a:pathLst>
              <a:path w="2091" h="27">
                <a:moveTo>
                  <a:pt x="0" y="0"/>
                </a:moveTo>
                <a:lnTo>
                  <a:pt x="2091" y="0"/>
                </a:lnTo>
                <a:lnTo>
                  <a:pt x="20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609480" y="45907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2361960" y="45907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10820160" y="45907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11572560" y="45907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609480" y="49240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609480" y="4914720"/>
            <a:ext cx="1762560" cy="9720"/>
          </a:xfrm>
          <a:custGeom>
            <a:avLst/>
            <a:gdLst/>
            <a:ahLst/>
            <a:rect l="0" t="0" r="r" b="b"/>
            <a:pathLst>
              <a:path w="4896" h="27">
                <a:moveTo>
                  <a:pt x="0" y="0"/>
                </a:moveTo>
                <a:lnTo>
                  <a:pt x="4896" y="0"/>
                </a:lnTo>
                <a:lnTo>
                  <a:pt x="48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2361960" y="4924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2371680" y="4914720"/>
            <a:ext cx="8458560" cy="9720"/>
          </a:xfrm>
          <a:custGeom>
            <a:avLst/>
            <a:gdLst/>
            <a:ahLst/>
            <a:rect l="0" t="0" r="r" b="b"/>
            <a:pathLst>
              <a:path w="23496" h="27">
                <a:moveTo>
                  <a:pt x="0" y="0"/>
                </a:moveTo>
                <a:lnTo>
                  <a:pt x="23496" y="0"/>
                </a:lnTo>
                <a:lnTo>
                  <a:pt x="234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10820160" y="4924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10829880" y="4914720"/>
            <a:ext cx="752760" cy="9720"/>
          </a:xfrm>
          <a:custGeom>
            <a:avLst/>
            <a:gdLst/>
            <a:ahLst/>
            <a:rect l="0" t="0" r="r" b="b"/>
            <a:pathLst>
              <a:path w="2091" h="27">
                <a:moveTo>
                  <a:pt x="0" y="0"/>
                </a:moveTo>
                <a:lnTo>
                  <a:pt x="2091" y="0"/>
                </a:lnTo>
                <a:lnTo>
                  <a:pt x="20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11572560" y="4924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609480" y="52480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609480" y="5238720"/>
            <a:ext cx="1762560" cy="9720"/>
          </a:xfrm>
          <a:custGeom>
            <a:avLst/>
            <a:gdLst/>
            <a:ahLst/>
            <a:rect l="0" t="0" r="r" b="b"/>
            <a:pathLst>
              <a:path w="4896" h="27">
                <a:moveTo>
                  <a:pt x="0" y="0"/>
                </a:moveTo>
                <a:lnTo>
                  <a:pt x="4896" y="0"/>
                </a:lnTo>
                <a:lnTo>
                  <a:pt x="48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2361960" y="5248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2371680" y="5238720"/>
            <a:ext cx="8458560" cy="9720"/>
          </a:xfrm>
          <a:custGeom>
            <a:avLst/>
            <a:gdLst/>
            <a:ahLst/>
            <a:rect l="0" t="0" r="r" b="b"/>
            <a:pathLst>
              <a:path w="23496" h="27">
                <a:moveTo>
                  <a:pt x="0" y="0"/>
                </a:moveTo>
                <a:lnTo>
                  <a:pt x="23496" y="0"/>
                </a:lnTo>
                <a:lnTo>
                  <a:pt x="234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10820160" y="5248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10829880" y="5238720"/>
            <a:ext cx="752760" cy="9720"/>
          </a:xfrm>
          <a:custGeom>
            <a:avLst/>
            <a:gdLst/>
            <a:ahLst/>
            <a:rect l="0" t="0" r="r" b="b"/>
            <a:pathLst>
              <a:path w="2091" h="27">
                <a:moveTo>
                  <a:pt x="0" y="0"/>
                </a:moveTo>
                <a:lnTo>
                  <a:pt x="2091" y="0"/>
                </a:lnTo>
                <a:lnTo>
                  <a:pt x="20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11572560" y="5248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609480" y="55720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609480" y="5562360"/>
            <a:ext cx="1762560" cy="10080"/>
          </a:xfrm>
          <a:custGeom>
            <a:avLst/>
            <a:gdLst/>
            <a:ahLst/>
            <a:rect l="0" t="0" r="r" b="b"/>
            <a:pathLst>
              <a:path w="4896" h="28">
                <a:moveTo>
                  <a:pt x="0" y="0"/>
                </a:moveTo>
                <a:lnTo>
                  <a:pt x="4896" y="0"/>
                </a:lnTo>
                <a:lnTo>
                  <a:pt x="48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2361960" y="55720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2371680" y="5562360"/>
            <a:ext cx="8458560" cy="10080"/>
          </a:xfrm>
          <a:custGeom>
            <a:avLst/>
            <a:gdLst/>
            <a:ahLst/>
            <a:rect l="0" t="0" r="r" b="b"/>
            <a:pathLst>
              <a:path w="23496" h="28">
                <a:moveTo>
                  <a:pt x="0" y="0"/>
                </a:moveTo>
                <a:lnTo>
                  <a:pt x="23496" y="0"/>
                </a:lnTo>
                <a:lnTo>
                  <a:pt x="234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10820160" y="55720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10829880" y="5562360"/>
            <a:ext cx="752760" cy="10080"/>
          </a:xfrm>
          <a:custGeom>
            <a:avLst/>
            <a:gdLst/>
            <a:ahLst/>
            <a:rect l="0" t="0" r="r" b="b"/>
            <a:pathLst>
              <a:path w="2091" h="28">
                <a:moveTo>
                  <a:pt x="0" y="0"/>
                </a:moveTo>
                <a:lnTo>
                  <a:pt x="2091" y="0"/>
                </a:lnTo>
                <a:lnTo>
                  <a:pt x="20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11572560" y="55720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609480" y="58957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609480" y="5886360"/>
            <a:ext cx="1762560" cy="9720"/>
          </a:xfrm>
          <a:custGeom>
            <a:avLst/>
            <a:gdLst/>
            <a:ahLst/>
            <a:rect l="0" t="0" r="r" b="b"/>
            <a:pathLst>
              <a:path w="4896" h="27">
                <a:moveTo>
                  <a:pt x="0" y="0"/>
                </a:moveTo>
                <a:lnTo>
                  <a:pt x="4896" y="0"/>
                </a:lnTo>
                <a:lnTo>
                  <a:pt x="48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2361960" y="58957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2371680" y="5886360"/>
            <a:ext cx="8458560" cy="9720"/>
          </a:xfrm>
          <a:custGeom>
            <a:avLst/>
            <a:gdLst/>
            <a:ahLst/>
            <a:rect l="0" t="0" r="r" b="b"/>
            <a:pathLst>
              <a:path w="23496" h="27">
                <a:moveTo>
                  <a:pt x="0" y="0"/>
                </a:moveTo>
                <a:lnTo>
                  <a:pt x="23496" y="0"/>
                </a:lnTo>
                <a:lnTo>
                  <a:pt x="234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10820160" y="58957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10829880" y="5886360"/>
            <a:ext cx="752760" cy="9720"/>
          </a:xfrm>
          <a:custGeom>
            <a:avLst/>
            <a:gdLst/>
            <a:ahLst/>
            <a:rect l="0" t="0" r="r" b="b"/>
            <a:pathLst>
              <a:path w="2091" h="27">
                <a:moveTo>
                  <a:pt x="0" y="0"/>
                </a:moveTo>
                <a:lnTo>
                  <a:pt x="2091" y="0"/>
                </a:lnTo>
                <a:lnTo>
                  <a:pt x="20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11572560" y="58957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609480" y="622908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609480" y="6219720"/>
            <a:ext cx="1762560" cy="9720"/>
          </a:xfrm>
          <a:custGeom>
            <a:avLst/>
            <a:gdLst/>
            <a:ahLst/>
            <a:rect l="0" t="0" r="r" b="b"/>
            <a:pathLst>
              <a:path w="4896" h="27">
                <a:moveTo>
                  <a:pt x="0" y="0"/>
                </a:moveTo>
                <a:lnTo>
                  <a:pt x="4896" y="0"/>
                </a:lnTo>
                <a:lnTo>
                  <a:pt x="48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2361960" y="6229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2371680" y="6219720"/>
            <a:ext cx="8458560" cy="9720"/>
          </a:xfrm>
          <a:custGeom>
            <a:avLst/>
            <a:gdLst/>
            <a:ahLst/>
            <a:rect l="0" t="0" r="r" b="b"/>
            <a:pathLst>
              <a:path w="23496" h="27">
                <a:moveTo>
                  <a:pt x="0" y="0"/>
                </a:moveTo>
                <a:lnTo>
                  <a:pt x="23496" y="0"/>
                </a:lnTo>
                <a:lnTo>
                  <a:pt x="234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10820160" y="6229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10829880" y="6219720"/>
            <a:ext cx="752760" cy="9720"/>
          </a:xfrm>
          <a:custGeom>
            <a:avLst/>
            <a:gdLst/>
            <a:ahLst/>
            <a:rect l="0" t="0" r="r" b="b"/>
            <a:pathLst>
              <a:path w="2091" h="27">
                <a:moveTo>
                  <a:pt x="0" y="0"/>
                </a:moveTo>
                <a:lnTo>
                  <a:pt x="2091" y="0"/>
                </a:lnTo>
                <a:lnTo>
                  <a:pt x="20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11572560" y="622908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609480" y="6553080"/>
            <a:ext cx="9720" cy="304920"/>
          </a:xfrm>
          <a:custGeom>
            <a:avLst/>
            <a:gdLst/>
            <a:ahLst/>
            <a:rect l="0" t="0" r="r" b="b"/>
            <a:pathLst>
              <a:path w="27" h="847">
                <a:moveTo>
                  <a:pt x="0" y="0"/>
                </a:moveTo>
                <a:lnTo>
                  <a:pt x="27" y="0"/>
                </a:lnTo>
                <a:lnTo>
                  <a:pt x="27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609480" y="6543360"/>
            <a:ext cx="1762560" cy="10080"/>
          </a:xfrm>
          <a:custGeom>
            <a:avLst/>
            <a:gdLst/>
            <a:ahLst/>
            <a:rect l="0" t="0" r="r" b="b"/>
            <a:pathLst>
              <a:path w="4896" h="28">
                <a:moveTo>
                  <a:pt x="0" y="0"/>
                </a:moveTo>
                <a:lnTo>
                  <a:pt x="4896" y="0"/>
                </a:lnTo>
                <a:lnTo>
                  <a:pt x="48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2361960" y="6553080"/>
            <a:ext cx="10080" cy="304920"/>
          </a:xfrm>
          <a:custGeom>
            <a:avLst/>
            <a:gdLst/>
            <a:ahLst/>
            <a:rect l="0" t="0" r="r" b="b"/>
            <a:pathLst>
              <a:path w="28" h="847">
                <a:moveTo>
                  <a:pt x="0" y="0"/>
                </a:moveTo>
                <a:lnTo>
                  <a:pt x="28" y="0"/>
                </a:lnTo>
                <a:lnTo>
                  <a:pt x="2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2371680" y="6543360"/>
            <a:ext cx="8458560" cy="10080"/>
          </a:xfrm>
          <a:custGeom>
            <a:avLst/>
            <a:gdLst/>
            <a:ahLst/>
            <a:rect l="0" t="0" r="r" b="b"/>
            <a:pathLst>
              <a:path w="23496" h="28">
                <a:moveTo>
                  <a:pt x="0" y="0"/>
                </a:moveTo>
                <a:lnTo>
                  <a:pt x="23496" y="0"/>
                </a:lnTo>
                <a:lnTo>
                  <a:pt x="234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10820160" y="6553080"/>
            <a:ext cx="10080" cy="304920"/>
          </a:xfrm>
          <a:custGeom>
            <a:avLst/>
            <a:gdLst/>
            <a:ahLst/>
            <a:rect l="0" t="0" r="r" b="b"/>
            <a:pathLst>
              <a:path w="28" h="847">
                <a:moveTo>
                  <a:pt x="0" y="0"/>
                </a:moveTo>
                <a:lnTo>
                  <a:pt x="28" y="0"/>
                </a:lnTo>
                <a:lnTo>
                  <a:pt x="2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10829880" y="6543360"/>
            <a:ext cx="752760" cy="10080"/>
          </a:xfrm>
          <a:custGeom>
            <a:avLst/>
            <a:gdLst/>
            <a:ahLst/>
            <a:rect l="0" t="0" r="r" b="b"/>
            <a:pathLst>
              <a:path w="2091" h="28">
                <a:moveTo>
                  <a:pt x="0" y="0"/>
                </a:moveTo>
                <a:lnTo>
                  <a:pt x="2091" y="0"/>
                </a:lnTo>
                <a:lnTo>
                  <a:pt x="20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11572560" y="6553080"/>
            <a:ext cx="10080" cy="304920"/>
          </a:xfrm>
          <a:custGeom>
            <a:avLst/>
            <a:gdLst/>
            <a:ahLst/>
            <a:rect l="0" t="0" r="r" b="b"/>
            <a:pathLst>
              <a:path w="28" h="847">
                <a:moveTo>
                  <a:pt x="0" y="0"/>
                </a:moveTo>
                <a:lnTo>
                  <a:pt x="28" y="0"/>
                </a:lnTo>
                <a:lnTo>
                  <a:pt x="2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043000" y="541800"/>
            <a:ext cx="8860320" cy="45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30" b="1" u="none" strike="noStrike">
                <a:solidFill>
                  <a:srgbClr val="E6EDF3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Demo 1 — Routine: AC failure, auto-resolve (~30 s)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3914640" y="1295280"/>
            <a:ext cx="1190880" cy="304920"/>
          </a:xfrm>
          <a:custGeom>
            <a:avLst/>
            <a:gdLst/>
            <a:ahLst/>
            <a:rect l="0" t="0" r="r" b="b"/>
            <a:pathLst>
              <a:path w="3308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02" y="0"/>
                </a:lnTo>
                <a:cubicBezTo>
                  <a:pt x="3216" y="0"/>
                  <a:pt x="3230" y="3"/>
                  <a:pt x="3243" y="8"/>
                </a:cubicBezTo>
                <a:cubicBezTo>
                  <a:pt x="3256" y="13"/>
                  <a:pt x="3267" y="21"/>
                  <a:pt x="3277" y="31"/>
                </a:cubicBezTo>
                <a:cubicBezTo>
                  <a:pt x="3287" y="41"/>
                  <a:pt x="3295" y="52"/>
                  <a:pt x="3300" y="65"/>
                </a:cubicBezTo>
                <a:cubicBezTo>
                  <a:pt x="3305" y="78"/>
                  <a:pt x="3308" y="92"/>
                  <a:pt x="3308" y="106"/>
                </a:cubicBezTo>
                <a:lnTo>
                  <a:pt x="3308" y="742"/>
                </a:lnTo>
                <a:cubicBezTo>
                  <a:pt x="3308" y="756"/>
                  <a:pt x="3305" y="769"/>
                  <a:pt x="3300" y="782"/>
                </a:cubicBezTo>
                <a:cubicBezTo>
                  <a:pt x="3295" y="795"/>
                  <a:pt x="3287" y="807"/>
                  <a:pt x="3277" y="817"/>
                </a:cubicBezTo>
                <a:cubicBezTo>
                  <a:pt x="3267" y="826"/>
                  <a:pt x="3256" y="834"/>
                  <a:pt x="3243" y="839"/>
                </a:cubicBezTo>
                <a:cubicBezTo>
                  <a:pt x="3230" y="845"/>
                  <a:pt x="3216" y="847"/>
                  <a:pt x="3202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2112840" y="1249560"/>
            <a:ext cx="1863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Transcript ID: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3972240" y="133056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EVAL-0976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5132880" y="1249560"/>
            <a:ext cx="4760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"AC failure, LOW, routine auto-resolve."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310560" y="1859400"/>
            <a:ext cx="60872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Speaker says, while pointing at the demo UI: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4190760" y="3114360"/>
            <a:ext cx="1181520" cy="305280"/>
          </a:xfrm>
          <a:custGeom>
            <a:avLst/>
            <a:gdLst/>
            <a:ahLst/>
            <a:rect l="0" t="0" r="r" b="b"/>
            <a:pathLst>
              <a:path w="3282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176" y="0"/>
                </a:lnTo>
                <a:cubicBezTo>
                  <a:pt x="3190" y="0"/>
                  <a:pt x="3204" y="3"/>
                  <a:pt x="3217" y="8"/>
                </a:cubicBezTo>
                <a:cubicBezTo>
                  <a:pt x="3230" y="14"/>
                  <a:pt x="3241" y="21"/>
                  <a:pt x="3251" y="31"/>
                </a:cubicBezTo>
                <a:cubicBezTo>
                  <a:pt x="3261" y="41"/>
                  <a:pt x="3269" y="53"/>
                  <a:pt x="3274" y="66"/>
                </a:cubicBezTo>
                <a:cubicBezTo>
                  <a:pt x="3279" y="79"/>
                  <a:pt x="3282" y="92"/>
                  <a:pt x="3282" y="106"/>
                </a:cubicBezTo>
                <a:lnTo>
                  <a:pt x="3282" y="742"/>
                </a:lnTo>
                <a:cubicBezTo>
                  <a:pt x="3282" y="756"/>
                  <a:pt x="3279" y="770"/>
                  <a:pt x="3274" y="783"/>
                </a:cubicBezTo>
                <a:cubicBezTo>
                  <a:pt x="3269" y="796"/>
                  <a:pt x="3261" y="807"/>
                  <a:pt x="3251" y="817"/>
                </a:cubicBezTo>
                <a:cubicBezTo>
                  <a:pt x="3241" y="827"/>
                  <a:pt x="3230" y="835"/>
                  <a:pt x="3217" y="840"/>
                </a:cubicBezTo>
                <a:cubicBezTo>
                  <a:pt x="3204" y="845"/>
                  <a:pt x="3190" y="848"/>
                  <a:pt x="3176" y="848"/>
                </a:cubicBezTo>
                <a:lnTo>
                  <a:pt x="106" y="848"/>
                </a:lnTo>
                <a:cubicBezTo>
                  <a:pt x="92" y="848"/>
                  <a:pt x="78" y="845"/>
                  <a:pt x="65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3375360" y="3069000"/>
            <a:ext cx="773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Click: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4243680" y="315000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EVAL-0976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5403960" y="3069000"/>
            <a:ext cx="317700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button in the demo frontend.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1238400" y="3678480"/>
            <a:ext cx="104904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Expected behavior, stage by stage (frontend SSE shows each lighting green):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668520" y="4287240"/>
            <a:ext cx="4669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STAGE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2421360" y="4287240"/>
            <a:ext cx="5767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OUTPUT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10880640" y="4201560"/>
            <a:ext cx="3848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WALL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10880640" y="4382640"/>
            <a:ext cx="3434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TIME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2457360" y="4657680"/>
            <a:ext cx="2762640" cy="219240"/>
          </a:xfrm>
          <a:custGeom>
            <a:avLst/>
            <a:gdLst/>
            <a:ahLst/>
            <a:rect l="0" t="0" r="r" b="b"/>
            <a:pathLst>
              <a:path w="7674" h="609">
                <a:moveTo>
                  <a:pt x="0" y="503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7568" y="0"/>
                </a:lnTo>
                <a:cubicBezTo>
                  <a:pt x="7582" y="0"/>
                  <a:pt x="7595" y="2"/>
                  <a:pt x="7608" y="8"/>
                </a:cubicBezTo>
                <a:cubicBezTo>
                  <a:pt x="7621" y="13"/>
                  <a:pt x="7633" y="21"/>
                  <a:pt x="7643" y="31"/>
                </a:cubicBezTo>
                <a:cubicBezTo>
                  <a:pt x="7653" y="41"/>
                  <a:pt x="7660" y="52"/>
                  <a:pt x="7666" y="65"/>
                </a:cubicBezTo>
                <a:cubicBezTo>
                  <a:pt x="7671" y="78"/>
                  <a:pt x="7674" y="91"/>
                  <a:pt x="7674" y="105"/>
                </a:cubicBezTo>
                <a:lnTo>
                  <a:pt x="7674" y="503"/>
                </a:lnTo>
                <a:cubicBezTo>
                  <a:pt x="7674" y="517"/>
                  <a:pt x="7671" y="531"/>
                  <a:pt x="7666" y="544"/>
                </a:cubicBezTo>
                <a:cubicBezTo>
                  <a:pt x="7660" y="557"/>
                  <a:pt x="7653" y="568"/>
                  <a:pt x="7643" y="578"/>
                </a:cubicBezTo>
                <a:cubicBezTo>
                  <a:pt x="7633" y="588"/>
                  <a:pt x="7621" y="596"/>
                  <a:pt x="7608" y="601"/>
                </a:cubicBezTo>
                <a:cubicBezTo>
                  <a:pt x="7595" y="606"/>
                  <a:pt x="7582" y="609"/>
                  <a:pt x="7568" y="609"/>
                </a:cubicBezTo>
                <a:lnTo>
                  <a:pt x="106" y="609"/>
                </a:lnTo>
                <a:cubicBezTo>
                  <a:pt x="92" y="609"/>
                  <a:pt x="78" y="606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2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87600" y="4626720"/>
            <a:ext cx="51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extract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2518200" y="4682880"/>
            <a:ext cx="2643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problem_summary="AC not cooling"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5371920" y="4657680"/>
            <a:ext cx="1352880" cy="219240"/>
          </a:xfrm>
          <a:custGeom>
            <a:avLst/>
            <a:gdLst/>
            <a:ahLst/>
            <a:rect l="0" t="0" r="r" b="b"/>
            <a:pathLst>
              <a:path w="3758" h="609">
                <a:moveTo>
                  <a:pt x="0" y="503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3652" y="0"/>
                </a:lnTo>
                <a:cubicBezTo>
                  <a:pt x="3666" y="0"/>
                  <a:pt x="3680" y="2"/>
                  <a:pt x="3693" y="8"/>
                </a:cubicBezTo>
                <a:cubicBezTo>
                  <a:pt x="3706" y="13"/>
                  <a:pt x="3717" y="21"/>
                  <a:pt x="3727" y="31"/>
                </a:cubicBezTo>
                <a:cubicBezTo>
                  <a:pt x="3737" y="41"/>
                  <a:pt x="3745" y="52"/>
                  <a:pt x="3750" y="65"/>
                </a:cubicBezTo>
                <a:cubicBezTo>
                  <a:pt x="3755" y="78"/>
                  <a:pt x="3758" y="91"/>
                  <a:pt x="3758" y="105"/>
                </a:cubicBezTo>
                <a:lnTo>
                  <a:pt x="3758" y="503"/>
                </a:lnTo>
                <a:cubicBezTo>
                  <a:pt x="3758" y="517"/>
                  <a:pt x="3755" y="531"/>
                  <a:pt x="3750" y="544"/>
                </a:cubicBezTo>
                <a:cubicBezTo>
                  <a:pt x="3745" y="557"/>
                  <a:pt x="3737" y="568"/>
                  <a:pt x="3727" y="578"/>
                </a:cubicBezTo>
                <a:cubicBezTo>
                  <a:pt x="3717" y="588"/>
                  <a:pt x="3706" y="596"/>
                  <a:pt x="3693" y="601"/>
                </a:cubicBezTo>
                <a:cubicBezTo>
                  <a:pt x="3680" y="606"/>
                  <a:pt x="3666" y="609"/>
                  <a:pt x="3652" y="609"/>
                </a:cubicBezTo>
                <a:lnTo>
                  <a:pt x="106" y="609"/>
                </a:lnTo>
                <a:cubicBezTo>
                  <a:pt x="92" y="609"/>
                  <a:pt x="78" y="606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3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5238360" y="462672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5429160" y="4682880"/>
            <a:ext cx="12394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urgency_cues=[]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745320" y="4626720"/>
            <a:ext cx="18608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building/floor populated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10899720" y="4626720"/>
            <a:ext cx="5083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~1–2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2457360" y="4981320"/>
            <a:ext cx="1190880" cy="219600"/>
          </a:xfrm>
          <a:custGeom>
            <a:avLst/>
            <a:gdLst/>
            <a:ahLst/>
            <a:rect l="0" t="0" r="r" b="b"/>
            <a:pathLst>
              <a:path w="3308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02" y="0"/>
                </a:lnTo>
                <a:cubicBezTo>
                  <a:pt x="3216" y="0"/>
                  <a:pt x="3230" y="3"/>
                  <a:pt x="3243" y="8"/>
                </a:cubicBezTo>
                <a:cubicBezTo>
                  <a:pt x="3256" y="14"/>
                  <a:pt x="3267" y="21"/>
                  <a:pt x="3277" y="31"/>
                </a:cubicBezTo>
                <a:cubicBezTo>
                  <a:pt x="3287" y="41"/>
                  <a:pt x="3295" y="53"/>
                  <a:pt x="3300" y="66"/>
                </a:cubicBezTo>
                <a:cubicBezTo>
                  <a:pt x="3305" y="79"/>
                  <a:pt x="3308" y="92"/>
                  <a:pt x="3308" y="106"/>
                </a:cubicBezTo>
                <a:lnTo>
                  <a:pt x="3308" y="504"/>
                </a:lnTo>
                <a:cubicBezTo>
                  <a:pt x="3308" y="518"/>
                  <a:pt x="3305" y="531"/>
                  <a:pt x="3300" y="544"/>
                </a:cubicBezTo>
                <a:cubicBezTo>
                  <a:pt x="3295" y="557"/>
                  <a:pt x="3287" y="569"/>
                  <a:pt x="3277" y="579"/>
                </a:cubicBezTo>
                <a:cubicBezTo>
                  <a:pt x="3267" y="589"/>
                  <a:pt x="3256" y="596"/>
                  <a:pt x="3243" y="602"/>
                </a:cubicBezTo>
                <a:cubicBezTo>
                  <a:pt x="3230" y="607"/>
                  <a:pt x="3216" y="610"/>
                  <a:pt x="3202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87600" y="4950720"/>
            <a:ext cx="560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classify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2518200" y="5006520"/>
            <a:ext cx="10742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category=HVAC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3800160" y="4981320"/>
            <a:ext cx="1933920" cy="219600"/>
          </a:xfrm>
          <a:custGeom>
            <a:avLst/>
            <a:gdLst/>
            <a:ahLst/>
            <a:rect l="0" t="0" r="r" b="b"/>
            <a:pathLst>
              <a:path w="5372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267" y="0"/>
                </a:lnTo>
                <a:cubicBezTo>
                  <a:pt x="5281" y="0"/>
                  <a:pt x="5294" y="3"/>
                  <a:pt x="5307" y="8"/>
                </a:cubicBezTo>
                <a:cubicBezTo>
                  <a:pt x="5320" y="14"/>
                  <a:pt x="5331" y="21"/>
                  <a:pt x="5341" y="31"/>
                </a:cubicBezTo>
                <a:cubicBezTo>
                  <a:pt x="5351" y="41"/>
                  <a:pt x="5359" y="53"/>
                  <a:pt x="5364" y="66"/>
                </a:cubicBezTo>
                <a:cubicBezTo>
                  <a:pt x="5370" y="79"/>
                  <a:pt x="5372" y="92"/>
                  <a:pt x="5372" y="106"/>
                </a:cubicBezTo>
                <a:lnTo>
                  <a:pt x="5372" y="504"/>
                </a:lnTo>
                <a:cubicBezTo>
                  <a:pt x="5372" y="518"/>
                  <a:pt x="5370" y="531"/>
                  <a:pt x="5364" y="544"/>
                </a:cubicBezTo>
                <a:cubicBezTo>
                  <a:pt x="5359" y="557"/>
                  <a:pt x="5351" y="569"/>
                  <a:pt x="5341" y="579"/>
                </a:cubicBezTo>
                <a:cubicBezTo>
                  <a:pt x="5331" y="589"/>
                  <a:pt x="5320" y="596"/>
                  <a:pt x="5307" y="602"/>
                </a:cubicBezTo>
                <a:cubicBezTo>
                  <a:pt x="5294" y="607"/>
                  <a:pt x="5281" y="610"/>
                  <a:pt x="5267" y="610"/>
                </a:cubicBezTo>
                <a:lnTo>
                  <a:pt x="106" y="610"/>
                </a:lnTo>
                <a:cubicBezTo>
                  <a:pt x="92" y="610"/>
                  <a:pt x="79" y="607"/>
                  <a:pt x="66" y="602"/>
                </a:cubicBezTo>
                <a:cubicBezTo>
                  <a:pt x="53" y="596"/>
                  <a:pt x="41" y="589"/>
                  <a:pt x="31" y="579"/>
                </a:cubicBezTo>
                <a:cubicBezTo>
                  <a:pt x="21" y="569"/>
                  <a:pt x="14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3669480" y="495072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3860280" y="5006520"/>
            <a:ext cx="18172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subcategory=no_cooling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5886360" y="4981320"/>
            <a:ext cx="943200" cy="219600"/>
          </a:xfrm>
          <a:custGeom>
            <a:avLst/>
            <a:gdLst/>
            <a:ahLst/>
            <a:rect l="0" t="0" r="r" b="b"/>
            <a:pathLst>
              <a:path w="2620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514" y="0"/>
                </a:lnTo>
                <a:cubicBezTo>
                  <a:pt x="2528" y="0"/>
                  <a:pt x="2542" y="3"/>
                  <a:pt x="2555" y="8"/>
                </a:cubicBezTo>
                <a:cubicBezTo>
                  <a:pt x="2568" y="14"/>
                  <a:pt x="2579" y="21"/>
                  <a:pt x="2589" y="31"/>
                </a:cubicBezTo>
                <a:cubicBezTo>
                  <a:pt x="2599" y="41"/>
                  <a:pt x="2607" y="53"/>
                  <a:pt x="2612" y="66"/>
                </a:cubicBezTo>
                <a:cubicBezTo>
                  <a:pt x="2617" y="79"/>
                  <a:pt x="2620" y="92"/>
                  <a:pt x="2620" y="106"/>
                </a:cubicBezTo>
                <a:lnTo>
                  <a:pt x="2620" y="504"/>
                </a:lnTo>
                <a:cubicBezTo>
                  <a:pt x="2620" y="518"/>
                  <a:pt x="2617" y="531"/>
                  <a:pt x="2612" y="544"/>
                </a:cubicBezTo>
                <a:cubicBezTo>
                  <a:pt x="2607" y="557"/>
                  <a:pt x="2599" y="569"/>
                  <a:pt x="2589" y="579"/>
                </a:cubicBezTo>
                <a:cubicBezTo>
                  <a:pt x="2579" y="589"/>
                  <a:pt x="2568" y="596"/>
                  <a:pt x="2555" y="602"/>
                </a:cubicBezTo>
                <a:cubicBezTo>
                  <a:pt x="2542" y="607"/>
                  <a:pt x="2528" y="610"/>
                  <a:pt x="2514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5754600" y="495072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945400" y="5006520"/>
            <a:ext cx="8265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conf &gt; 0.8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10899720" y="4950720"/>
            <a:ext cx="3279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~2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687600" y="5274720"/>
            <a:ext cx="13575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reconcile_location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2440440" y="5274720"/>
            <a:ext cx="3900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transcript wins; building + address + floor populated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10899720" y="5274720"/>
            <a:ext cx="470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&lt;0.1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2457360" y="5638680"/>
            <a:ext cx="781200" cy="219240"/>
          </a:xfrm>
          <a:custGeom>
            <a:avLst/>
            <a:gdLst/>
            <a:ahLst/>
            <a:rect l="0" t="0" r="r" b="b"/>
            <a:pathLst>
              <a:path w="2170" h="609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064" y="0"/>
                </a:lnTo>
                <a:cubicBezTo>
                  <a:pt x="2079" y="0"/>
                  <a:pt x="2092" y="3"/>
                  <a:pt x="2105" y="8"/>
                </a:cubicBezTo>
                <a:cubicBezTo>
                  <a:pt x="2118" y="13"/>
                  <a:pt x="2129" y="21"/>
                  <a:pt x="2139" y="31"/>
                </a:cubicBezTo>
                <a:cubicBezTo>
                  <a:pt x="2149" y="41"/>
                  <a:pt x="2157" y="52"/>
                  <a:pt x="2162" y="65"/>
                </a:cubicBezTo>
                <a:cubicBezTo>
                  <a:pt x="2168" y="78"/>
                  <a:pt x="2170" y="92"/>
                  <a:pt x="2170" y="106"/>
                </a:cubicBezTo>
                <a:lnTo>
                  <a:pt x="2170" y="504"/>
                </a:lnTo>
                <a:cubicBezTo>
                  <a:pt x="2170" y="518"/>
                  <a:pt x="2168" y="531"/>
                  <a:pt x="2162" y="544"/>
                </a:cubicBezTo>
                <a:cubicBezTo>
                  <a:pt x="2157" y="557"/>
                  <a:pt x="2149" y="568"/>
                  <a:pt x="2139" y="578"/>
                </a:cubicBezTo>
                <a:cubicBezTo>
                  <a:pt x="2129" y="588"/>
                  <a:pt x="2118" y="596"/>
                  <a:pt x="2105" y="601"/>
                </a:cubicBezTo>
                <a:cubicBezTo>
                  <a:pt x="2092" y="607"/>
                  <a:pt x="2079" y="609"/>
                  <a:pt x="2064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687600" y="5608080"/>
            <a:ext cx="84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assign_risk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2518200" y="5663880"/>
            <a:ext cx="661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risk=LOW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3256560" y="5608080"/>
            <a:ext cx="1945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(base prior, no modifiers)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10899720" y="5608080"/>
            <a:ext cx="470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&lt;0.1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2457360" y="5962320"/>
            <a:ext cx="1600560" cy="219600"/>
          </a:xfrm>
          <a:custGeom>
            <a:avLst/>
            <a:gdLst/>
            <a:ahLst/>
            <a:rect l="0" t="0" r="r" b="b"/>
            <a:pathLst>
              <a:path w="4446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340" y="0"/>
                </a:lnTo>
                <a:cubicBezTo>
                  <a:pt x="4354" y="0"/>
                  <a:pt x="4367" y="3"/>
                  <a:pt x="4380" y="8"/>
                </a:cubicBezTo>
                <a:cubicBezTo>
                  <a:pt x="4393" y="14"/>
                  <a:pt x="4405" y="21"/>
                  <a:pt x="4415" y="31"/>
                </a:cubicBezTo>
                <a:cubicBezTo>
                  <a:pt x="4425" y="41"/>
                  <a:pt x="4432" y="53"/>
                  <a:pt x="4438" y="66"/>
                </a:cubicBezTo>
                <a:cubicBezTo>
                  <a:pt x="4443" y="79"/>
                  <a:pt x="4446" y="92"/>
                  <a:pt x="4446" y="106"/>
                </a:cubicBezTo>
                <a:lnTo>
                  <a:pt x="4446" y="504"/>
                </a:lnTo>
                <a:cubicBezTo>
                  <a:pt x="4446" y="518"/>
                  <a:pt x="4443" y="532"/>
                  <a:pt x="4438" y="545"/>
                </a:cubicBezTo>
                <a:cubicBezTo>
                  <a:pt x="4432" y="558"/>
                  <a:pt x="4425" y="569"/>
                  <a:pt x="4415" y="579"/>
                </a:cubicBezTo>
                <a:cubicBezTo>
                  <a:pt x="4405" y="589"/>
                  <a:pt x="4393" y="597"/>
                  <a:pt x="4380" y="602"/>
                </a:cubicBezTo>
                <a:cubicBezTo>
                  <a:pt x="4367" y="607"/>
                  <a:pt x="4354" y="610"/>
                  <a:pt x="4340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7"/>
                  <a:pt x="41" y="589"/>
                  <a:pt x="31" y="579"/>
                </a:cubicBezTo>
                <a:cubicBezTo>
                  <a:pt x="21" y="569"/>
                  <a:pt x="13" y="558"/>
                  <a:pt x="8" y="545"/>
                </a:cubicBezTo>
                <a:cubicBezTo>
                  <a:pt x="2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687600" y="5931720"/>
            <a:ext cx="82548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validator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2518200" y="5987880"/>
            <a:ext cx="14871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should_pause=False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4082400" y="5931720"/>
            <a:ext cx="293148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— no pause-rule fires; 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auto-resolve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10899720" y="5931720"/>
            <a:ext cx="470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&lt;0.1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687600" y="6255720"/>
            <a:ext cx="1053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vendor_select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3533760" y="6286320"/>
            <a:ext cx="438480" cy="219600"/>
          </a:xfrm>
          <a:custGeom>
            <a:avLst/>
            <a:gdLst/>
            <a:ahLst/>
            <a:rect l="0" t="0" r="r" b="b"/>
            <a:pathLst>
              <a:path w="1218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3"/>
                  <a:pt x="1177" y="21"/>
                  <a:pt x="1187" y="31"/>
                </a:cubicBezTo>
                <a:cubicBezTo>
                  <a:pt x="1197" y="41"/>
                  <a:pt x="1204" y="52"/>
                  <a:pt x="1210" y="65"/>
                </a:cubicBezTo>
                <a:cubicBezTo>
                  <a:pt x="1215" y="78"/>
                  <a:pt x="1218" y="92"/>
                  <a:pt x="1218" y="106"/>
                </a:cubicBezTo>
                <a:lnTo>
                  <a:pt x="1218" y="504"/>
                </a:lnTo>
                <a:cubicBezTo>
                  <a:pt x="1218" y="518"/>
                  <a:pt x="1215" y="531"/>
                  <a:pt x="1210" y="544"/>
                </a:cubicBezTo>
                <a:cubicBezTo>
                  <a:pt x="1204" y="557"/>
                  <a:pt x="1197" y="569"/>
                  <a:pt x="1187" y="579"/>
                </a:cubicBezTo>
                <a:cubicBezTo>
                  <a:pt x="1177" y="588"/>
                  <a:pt x="1165" y="596"/>
                  <a:pt x="1152" y="601"/>
                </a:cubicBezTo>
                <a:cubicBezTo>
                  <a:pt x="1139" y="607"/>
                  <a:pt x="1126" y="610"/>
                  <a:pt x="1112" y="610"/>
                </a:cubicBezTo>
                <a:lnTo>
                  <a:pt x="105" y="610"/>
                </a:lnTo>
                <a:cubicBezTo>
                  <a:pt x="91" y="610"/>
                  <a:pt x="78" y="607"/>
                  <a:pt x="65" y="601"/>
                </a:cubicBezTo>
                <a:cubicBezTo>
                  <a:pt x="52" y="596"/>
                  <a:pt x="40" y="588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2440440" y="6255720"/>
            <a:ext cx="911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qualifies on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3587400" y="6311520"/>
            <a:ext cx="3312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HVAC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3995640" y="6255720"/>
            <a:ext cx="4410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city match, SLA cap 480 min → top-rated vendor returned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10899720" y="6255720"/>
            <a:ext cx="470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&lt;0.5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87600" y="6589080"/>
            <a:ext cx="4464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clarify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6581520" y="6619680"/>
            <a:ext cx="2181600" cy="209880"/>
          </a:xfrm>
          <a:custGeom>
            <a:avLst/>
            <a:gdLst/>
            <a:ahLst/>
            <a:rect l="0" t="0" r="r" b="b"/>
            <a:pathLst>
              <a:path w="6060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954" y="0"/>
                </a:lnTo>
                <a:cubicBezTo>
                  <a:pt x="5968" y="0"/>
                  <a:pt x="5982" y="3"/>
                  <a:pt x="5995" y="8"/>
                </a:cubicBezTo>
                <a:cubicBezTo>
                  <a:pt x="6008" y="13"/>
                  <a:pt x="6019" y="21"/>
                  <a:pt x="6029" y="31"/>
                </a:cubicBezTo>
                <a:cubicBezTo>
                  <a:pt x="6039" y="41"/>
                  <a:pt x="6047" y="52"/>
                  <a:pt x="6052" y="65"/>
                </a:cubicBezTo>
                <a:cubicBezTo>
                  <a:pt x="6057" y="78"/>
                  <a:pt x="6060" y="92"/>
                  <a:pt x="6060" y="106"/>
                </a:cubicBezTo>
                <a:lnTo>
                  <a:pt x="6060" y="476"/>
                </a:lnTo>
                <a:cubicBezTo>
                  <a:pt x="6060" y="490"/>
                  <a:pt x="6057" y="504"/>
                  <a:pt x="6052" y="517"/>
                </a:cubicBezTo>
                <a:cubicBezTo>
                  <a:pt x="6047" y="531"/>
                  <a:pt x="6039" y="542"/>
                  <a:pt x="6029" y="552"/>
                </a:cubicBezTo>
                <a:cubicBezTo>
                  <a:pt x="6019" y="562"/>
                  <a:pt x="6008" y="570"/>
                  <a:pt x="5995" y="575"/>
                </a:cubicBezTo>
                <a:cubicBezTo>
                  <a:pt x="5982" y="580"/>
                  <a:pt x="5968" y="583"/>
                  <a:pt x="5954" y="583"/>
                </a:cubicBezTo>
                <a:lnTo>
                  <a:pt x="106" y="583"/>
                </a:lnTo>
                <a:cubicBezTo>
                  <a:pt x="92" y="583"/>
                  <a:pt x="79" y="580"/>
                  <a:pt x="66" y="575"/>
                </a:cubicBezTo>
                <a:cubicBezTo>
                  <a:pt x="53" y="570"/>
                  <a:pt x="41" y="562"/>
                  <a:pt x="31" y="552"/>
                </a:cubicBezTo>
                <a:cubicBezTo>
                  <a:pt x="21" y="542"/>
                  <a:pt x="14" y="531"/>
                  <a:pt x="8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2440440" y="6589080"/>
            <a:ext cx="34804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sparse-caller check fails (caller gave detail) →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6640920" y="6644880"/>
            <a:ext cx="2065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needs_clarification=False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10899720" y="6589080"/>
            <a:ext cx="470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&lt;0.1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609480" y="2342880"/>
            <a:ext cx="28800" cy="476640"/>
          </a:xfrm>
          <a:custGeom>
            <a:avLst/>
            <a:gdLst/>
            <a:ahLst/>
            <a:rect l="0" t="0" r="r" b="b"/>
            <a:pathLst>
              <a:path w="80" h="1324">
                <a:moveTo>
                  <a:pt x="0" y="0"/>
                </a:moveTo>
                <a:lnTo>
                  <a:pt x="80" y="0"/>
                </a:lnTo>
                <a:lnTo>
                  <a:pt x="80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8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790560" y="2442960"/>
            <a:ext cx="755028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"First demo — routine call. AC out at a medical plaza. Watch the pipeline."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638280" y="23796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2" name=""/>
          <p:cNvSpPr txBox="1"/>
          <p:nvPr/>
        </p:nvSpPr>
        <p:spPr>
          <a:xfrm rot="10800000">
            <a:off x="11337480" y="250524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1170324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22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618840" y="4533840"/>
            <a:ext cx="1381680" cy="238320"/>
          </a:xfrm>
          <a:custGeom>
            <a:avLst/>
            <a:gdLst/>
            <a:ahLst/>
            <a:rect l="0" t="0" r="r" b="b"/>
            <a:pathLst>
              <a:path w="3838" h="662">
                <a:moveTo>
                  <a:pt x="0" y="0"/>
                </a:moveTo>
                <a:lnTo>
                  <a:pt x="3838" y="0"/>
                </a:lnTo>
                <a:lnTo>
                  <a:pt x="3838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2000160" y="4533840"/>
            <a:ext cx="9582480" cy="238320"/>
          </a:xfrm>
          <a:custGeom>
            <a:avLst/>
            <a:gdLst/>
            <a:ahLst/>
            <a:rect l="0" t="0" r="r" b="b"/>
            <a:pathLst>
              <a:path w="26618" h="662">
                <a:moveTo>
                  <a:pt x="0" y="0"/>
                </a:moveTo>
                <a:lnTo>
                  <a:pt x="26618" y="0"/>
                </a:lnTo>
                <a:lnTo>
                  <a:pt x="26618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618840" y="4771800"/>
            <a:ext cx="1381680" cy="324360"/>
          </a:xfrm>
          <a:custGeom>
            <a:avLst/>
            <a:gdLst/>
            <a:ahLst/>
            <a:rect l="0" t="0" r="r" b="b"/>
            <a:pathLst>
              <a:path w="3838" h="901">
                <a:moveTo>
                  <a:pt x="0" y="0"/>
                </a:moveTo>
                <a:lnTo>
                  <a:pt x="3838" y="0"/>
                </a:lnTo>
                <a:lnTo>
                  <a:pt x="383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2000160" y="4771800"/>
            <a:ext cx="9582480" cy="324360"/>
          </a:xfrm>
          <a:custGeom>
            <a:avLst/>
            <a:gdLst/>
            <a:ahLst/>
            <a:rect l="0" t="0" r="r" b="b"/>
            <a:pathLst>
              <a:path w="26618" h="901">
                <a:moveTo>
                  <a:pt x="0" y="0"/>
                </a:moveTo>
                <a:lnTo>
                  <a:pt x="26618" y="0"/>
                </a:lnTo>
                <a:lnTo>
                  <a:pt x="2661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618840" y="5914800"/>
            <a:ext cx="1381680" cy="581400"/>
          </a:xfrm>
          <a:custGeom>
            <a:avLst/>
            <a:gdLst/>
            <a:ahLst/>
            <a:rect l="0" t="0" r="r" b="b"/>
            <a:pathLst>
              <a:path w="3838" h="1615">
                <a:moveTo>
                  <a:pt x="0" y="0"/>
                </a:moveTo>
                <a:lnTo>
                  <a:pt x="3838" y="0"/>
                </a:lnTo>
                <a:lnTo>
                  <a:pt x="383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2000160" y="5914800"/>
            <a:ext cx="9582480" cy="581400"/>
          </a:xfrm>
          <a:custGeom>
            <a:avLst/>
            <a:gdLst/>
            <a:ahLst/>
            <a:rect l="0" t="0" r="r" b="b"/>
            <a:pathLst>
              <a:path w="26618" h="1615">
                <a:moveTo>
                  <a:pt x="0" y="0"/>
                </a:moveTo>
                <a:lnTo>
                  <a:pt x="26618" y="0"/>
                </a:lnTo>
                <a:lnTo>
                  <a:pt x="2661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618840" y="6819840"/>
            <a:ext cx="1381680" cy="38160"/>
          </a:xfrm>
          <a:custGeom>
            <a:avLst/>
            <a:gdLst/>
            <a:ahLst/>
            <a:rect l="0" t="0" r="r" b="b"/>
            <a:pathLst>
              <a:path w="3838" h="106">
                <a:moveTo>
                  <a:pt x="0" y="0"/>
                </a:moveTo>
                <a:lnTo>
                  <a:pt x="3838" y="0"/>
                </a:lnTo>
                <a:lnTo>
                  <a:pt x="383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2000160" y="6819840"/>
            <a:ext cx="9582480" cy="38160"/>
          </a:xfrm>
          <a:custGeom>
            <a:avLst/>
            <a:gdLst/>
            <a:ahLst/>
            <a:rect l="0" t="0" r="r" b="b"/>
            <a:pathLst>
              <a:path w="26618" h="106">
                <a:moveTo>
                  <a:pt x="0" y="0"/>
                </a:moveTo>
                <a:lnTo>
                  <a:pt x="26618" y="0"/>
                </a:lnTo>
                <a:lnTo>
                  <a:pt x="2661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609480" y="452412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609480" y="45241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1990440" y="452412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2000160" y="452412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11572560" y="452412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609480" y="47624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2000160" y="4762440"/>
            <a:ext cx="9582480" cy="9720"/>
          </a:xfrm>
          <a:custGeom>
            <a:avLst/>
            <a:gdLst/>
            <a:ahLst/>
            <a:rect l="0" t="0" r="r" b="b"/>
            <a:pathLst>
              <a:path w="26618" h="27">
                <a:moveTo>
                  <a:pt x="0" y="0"/>
                </a:moveTo>
                <a:lnTo>
                  <a:pt x="26618" y="0"/>
                </a:lnTo>
                <a:lnTo>
                  <a:pt x="266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609480" y="47718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1990440" y="477180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11572560" y="477180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609480" y="509580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0"/>
                </a:moveTo>
                <a:lnTo>
                  <a:pt x="27" y="0"/>
                </a:lnTo>
                <a:lnTo>
                  <a:pt x="27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609480" y="50860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990440" y="509580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28" y="0"/>
                </a:lnTo>
                <a:lnTo>
                  <a:pt x="28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2000160" y="508608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11572560" y="509580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28" y="0"/>
                </a:lnTo>
                <a:lnTo>
                  <a:pt x="28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609480" y="592452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0"/>
                </a:moveTo>
                <a:lnTo>
                  <a:pt x="27" y="0"/>
                </a:lnTo>
                <a:lnTo>
                  <a:pt x="27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609480" y="591480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990440" y="592452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28" y="0"/>
                </a:lnTo>
                <a:lnTo>
                  <a:pt x="2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2000160" y="591480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1572560" y="592452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28" y="0"/>
                </a:lnTo>
                <a:lnTo>
                  <a:pt x="2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609480" y="649584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609480" y="64864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990440" y="649584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2000160" y="6486480"/>
            <a:ext cx="9582480" cy="9720"/>
          </a:xfrm>
          <a:custGeom>
            <a:avLst/>
            <a:gdLst/>
            <a:ahLst/>
            <a:rect l="0" t="0" r="r" b="b"/>
            <a:pathLst>
              <a:path w="26618" h="27">
                <a:moveTo>
                  <a:pt x="0" y="0"/>
                </a:moveTo>
                <a:lnTo>
                  <a:pt x="26618" y="0"/>
                </a:lnTo>
                <a:lnTo>
                  <a:pt x="266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11572560" y="649584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609480" y="6829200"/>
            <a:ext cx="9720" cy="28800"/>
          </a:xfrm>
          <a:custGeom>
            <a:avLst/>
            <a:gdLst/>
            <a:ahLst/>
            <a:rect l="0" t="0" r="r" b="b"/>
            <a:pathLst>
              <a:path w="27" h="80">
                <a:moveTo>
                  <a:pt x="0" y="0"/>
                </a:moveTo>
                <a:lnTo>
                  <a:pt x="27" y="0"/>
                </a:lnTo>
                <a:lnTo>
                  <a:pt x="2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609480" y="68198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1990440" y="6829200"/>
            <a:ext cx="10080" cy="28800"/>
          </a:xfrm>
          <a:custGeom>
            <a:avLst/>
            <a:gdLst/>
            <a:ahLst/>
            <a:rect l="0" t="0" r="r" b="b"/>
            <a:pathLst>
              <a:path w="28" h="80">
                <a:moveTo>
                  <a:pt x="0" y="0"/>
                </a:moveTo>
                <a:lnTo>
                  <a:pt x="28" y="0"/>
                </a:lnTo>
                <a:lnTo>
                  <a:pt x="28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2000160" y="6819840"/>
            <a:ext cx="9582480" cy="9720"/>
          </a:xfrm>
          <a:custGeom>
            <a:avLst/>
            <a:gdLst/>
            <a:ahLst/>
            <a:rect l="0" t="0" r="r" b="b"/>
            <a:pathLst>
              <a:path w="26618" h="27">
                <a:moveTo>
                  <a:pt x="0" y="0"/>
                </a:moveTo>
                <a:lnTo>
                  <a:pt x="26618" y="0"/>
                </a:lnTo>
                <a:lnTo>
                  <a:pt x="266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11572560" y="6829200"/>
            <a:ext cx="10080" cy="28800"/>
          </a:xfrm>
          <a:custGeom>
            <a:avLst/>
            <a:gdLst/>
            <a:ahLst/>
            <a:rect l="0" t="0" r="r" b="b"/>
            <a:pathLst>
              <a:path w="28" h="80">
                <a:moveTo>
                  <a:pt x="0" y="0"/>
                </a:moveTo>
                <a:lnTo>
                  <a:pt x="28" y="0"/>
                </a:lnTo>
                <a:lnTo>
                  <a:pt x="28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1811880" y="541800"/>
            <a:ext cx="9234720" cy="45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30" b="1" u="none" strike="noStrike">
                <a:solidFill>
                  <a:srgbClr val="E6EDF3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Demo 2 — Over-escalation trap: "burnt toast" (~60 s)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3019320" y="1295280"/>
            <a:ext cx="1190880" cy="304920"/>
          </a:xfrm>
          <a:custGeom>
            <a:avLst/>
            <a:gdLst/>
            <a:ahLst/>
            <a:rect l="0" t="0" r="r" b="b"/>
            <a:pathLst>
              <a:path w="3308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02" y="0"/>
                </a:lnTo>
                <a:cubicBezTo>
                  <a:pt x="3216" y="0"/>
                  <a:pt x="3230" y="3"/>
                  <a:pt x="3243" y="8"/>
                </a:cubicBezTo>
                <a:cubicBezTo>
                  <a:pt x="3256" y="13"/>
                  <a:pt x="3267" y="21"/>
                  <a:pt x="3277" y="31"/>
                </a:cubicBezTo>
                <a:cubicBezTo>
                  <a:pt x="3287" y="41"/>
                  <a:pt x="3295" y="52"/>
                  <a:pt x="3300" y="65"/>
                </a:cubicBezTo>
                <a:cubicBezTo>
                  <a:pt x="3305" y="78"/>
                  <a:pt x="3308" y="92"/>
                  <a:pt x="3308" y="106"/>
                </a:cubicBezTo>
                <a:lnTo>
                  <a:pt x="3308" y="742"/>
                </a:lnTo>
                <a:cubicBezTo>
                  <a:pt x="3308" y="756"/>
                  <a:pt x="3305" y="769"/>
                  <a:pt x="3300" y="782"/>
                </a:cubicBezTo>
                <a:cubicBezTo>
                  <a:pt x="3295" y="795"/>
                  <a:pt x="3287" y="807"/>
                  <a:pt x="3277" y="817"/>
                </a:cubicBezTo>
                <a:cubicBezTo>
                  <a:pt x="3267" y="826"/>
                  <a:pt x="3256" y="834"/>
                  <a:pt x="3243" y="839"/>
                </a:cubicBezTo>
                <a:cubicBezTo>
                  <a:pt x="3230" y="845"/>
                  <a:pt x="3216" y="847"/>
                  <a:pt x="3202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2" y="834"/>
                  <a:pt x="41" y="826"/>
                  <a:pt x="31" y="817"/>
                </a:cubicBezTo>
                <a:cubicBezTo>
                  <a:pt x="21" y="807"/>
                  <a:pt x="13" y="795"/>
                  <a:pt x="8" y="782"/>
                </a:cubicBezTo>
                <a:cubicBezTo>
                  <a:pt x="2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1216080" y="1249560"/>
            <a:ext cx="1863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Transcript ID: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3075480" y="133056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EVAL-0788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4236120" y="1249560"/>
            <a:ext cx="63896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"smoke alarm — just burnt toast", over-escalation trap.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5216400" y="1859400"/>
            <a:ext cx="19051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Speaker says: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5438520" y="3476520"/>
            <a:ext cx="1190880" cy="304920"/>
          </a:xfrm>
          <a:custGeom>
            <a:avLst/>
            <a:gdLst/>
            <a:ahLst/>
            <a:rect l="0" t="0" r="r" b="b"/>
            <a:pathLst>
              <a:path w="3308" h="847">
                <a:moveTo>
                  <a:pt x="0" y="742"/>
                </a:moveTo>
                <a:lnTo>
                  <a:pt x="0" y="107"/>
                </a:lnTo>
                <a:cubicBezTo>
                  <a:pt x="0" y="93"/>
                  <a:pt x="3" y="79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203" y="0"/>
                </a:lnTo>
                <a:cubicBezTo>
                  <a:pt x="3217" y="0"/>
                  <a:pt x="3230" y="2"/>
                  <a:pt x="3243" y="8"/>
                </a:cubicBezTo>
                <a:cubicBezTo>
                  <a:pt x="3256" y="13"/>
                  <a:pt x="3268" y="21"/>
                  <a:pt x="3277" y="31"/>
                </a:cubicBezTo>
                <a:cubicBezTo>
                  <a:pt x="3287" y="41"/>
                  <a:pt x="3295" y="52"/>
                  <a:pt x="3300" y="65"/>
                </a:cubicBezTo>
                <a:cubicBezTo>
                  <a:pt x="3306" y="79"/>
                  <a:pt x="3308" y="93"/>
                  <a:pt x="3308" y="107"/>
                </a:cubicBezTo>
                <a:lnTo>
                  <a:pt x="3308" y="742"/>
                </a:lnTo>
                <a:cubicBezTo>
                  <a:pt x="3308" y="756"/>
                  <a:pt x="3306" y="769"/>
                  <a:pt x="3300" y="782"/>
                </a:cubicBezTo>
                <a:cubicBezTo>
                  <a:pt x="3295" y="795"/>
                  <a:pt x="3287" y="807"/>
                  <a:pt x="3277" y="816"/>
                </a:cubicBezTo>
                <a:cubicBezTo>
                  <a:pt x="3268" y="826"/>
                  <a:pt x="3256" y="834"/>
                  <a:pt x="3243" y="839"/>
                </a:cubicBezTo>
                <a:cubicBezTo>
                  <a:pt x="3230" y="845"/>
                  <a:pt x="3217" y="847"/>
                  <a:pt x="3203" y="847"/>
                </a:cubicBezTo>
                <a:lnTo>
                  <a:pt x="106" y="847"/>
                </a:lnTo>
                <a:cubicBezTo>
                  <a:pt x="92" y="847"/>
                  <a:pt x="79" y="845"/>
                  <a:pt x="66" y="839"/>
                </a:cubicBezTo>
                <a:cubicBezTo>
                  <a:pt x="53" y="834"/>
                  <a:pt x="41" y="826"/>
                  <a:pt x="31" y="816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4630320" y="3430800"/>
            <a:ext cx="773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Click: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5498640" y="351180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EVAL-0788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658920" y="3430800"/>
            <a:ext cx="8294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button.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4880160" y="4030920"/>
            <a:ext cx="26233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Expected behavior: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68520" y="4563360"/>
            <a:ext cx="4669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STAGE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2050200" y="4563360"/>
            <a:ext cx="5767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OUTPUT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2085840" y="4838400"/>
            <a:ext cx="3258000" cy="219600"/>
          </a:xfrm>
          <a:custGeom>
            <a:avLst/>
            <a:gdLst/>
            <a:ahLst/>
            <a:rect l="0" t="0" r="r" b="b"/>
            <a:pathLst>
              <a:path w="9050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8944" y="0"/>
                </a:lnTo>
                <a:cubicBezTo>
                  <a:pt x="8958" y="0"/>
                  <a:pt x="8971" y="3"/>
                  <a:pt x="8984" y="8"/>
                </a:cubicBezTo>
                <a:cubicBezTo>
                  <a:pt x="8997" y="14"/>
                  <a:pt x="9009" y="21"/>
                  <a:pt x="9019" y="31"/>
                </a:cubicBezTo>
                <a:cubicBezTo>
                  <a:pt x="9029" y="41"/>
                  <a:pt x="9036" y="53"/>
                  <a:pt x="9042" y="66"/>
                </a:cubicBezTo>
                <a:cubicBezTo>
                  <a:pt x="9047" y="79"/>
                  <a:pt x="9050" y="92"/>
                  <a:pt x="9050" y="106"/>
                </a:cubicBezTo>
                <a:lnTo>
                  <a:pt x="9050" y="504"/>
                </a:lnTo>
                <a:cubicBezTo>
                  <a:pt x="9050" y="518"/>
                  <a:pt x="9047" y="532"/>
                  <a:pt x="9042" y="545"/>
                </a:cubicBezTo>
                <a:cubicBezTo>
                  <a:pt x="9036" y="558"/>
                  <a:pt x="9029" y="569"/>
                  <a:pt x="9019" y="579"/>
                </a:cubicBezTo>
                <a:cubicBezTo>
                  <a:pt x="9009" y="589"/>
                  <a:pt x="8997" y="596"/>
                  <a:pt x="8984" y="602"/>
                </a:cubicBezTo>
                <a:cubicBezTo>
                  <a:pt x="8971" y="607"/>
                  <a:pt x="8958" y="610"/>
                  <a:pt x="8944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8"/>
                  <a:pt x="8" y="545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687600" y="4807800"/>
            <a:ext cx="51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extract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2147040" y="4863960"/>
            <a:ext cx="31384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urgency_cues=["smoke alarm going off"]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5495760" y="4838400"/>
            <a:ext cx="4991400" cy="219600"/>
          </a:xfrm>
          <a:custGeom>
            <a:avLst/>
            <a:gdLst/>
            <a:ahLst/>
            <a:rect l="0" t="0" r="r" b="b"/>
            <a:pathLst>
              <a:path w="13865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3759" y="0"/>
                </a:lnTo>
                <a:cubicBezTo>
                  <a:pt x="13773" y="0"/>
                  <a:pt x="13787" y="3"/>
                  <a:pt x="13800" y="8"/>
                </a:cubicBezTo>
                <a:cubicBezTo>
                  <a:pt x="13813" y="14"/>
                  <a:pt x="13824" y="21"/>
                  <a:pt x="13834" y="31"/>
                </a:cubicBezTo>
                <a:cubicBezTo>
                  <a:pt x="13844" y="41"/>
                  <a:pt x="13852" y="53"/>
                  <a:pt x="13857" y="66"/>
                </a:cubicBezTo>
                <a:cubicBezTo>
                  <a:pt x="13862" y="79"/>
                  <a:pt x="13865" y="92"/>
                  <a:pt x="13865" y="106"/>
                </a:cubicBezTo>
                <a:lnTo>
                  <a:pt x="13865" y="504"/>
                </a:lnTo>
                <a:cubicBezTo>
                  <a:pt x="13865" y="518"/>
                  <a:pt x="13862" y="532"/>
                  <a:pt x="13857" y="545"/>
                </a:cubicBezTo>
                <a:cubicBezTo>
                  <a:pt x="13852" y="558"/>
                  <a:pt x="13844" y="569"/>
                  <a:pt x="13834" y="579"/>
                </a:cubicBezTo>
                <a:cubicBezTo>
                  <a:pt x="13824" y="589"/>
                  <a:pt x="13813" y="596"/>
                  <a:pt x="13800" y="602"/>
                </a:cubicBezTo>
                <a:cubicBezTo>
                  <a:pt x="13787" y="607"/>
                  <a:pt x="13773" y="610"/>
                  <a:pt x="13759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8"/>
                  <a:pt x="8" y="545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5362560" y="48078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5553360" y="4863960"/>
            <a:ext cx="48726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negation_phrases=["no actual fire", "just burnt the toast"]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2085840" y="5162400"/>
            <a:ext cx="1686240" cy="219240"/>
          </a:xfrm>
          <a:custGeom>
            <a:avLst/>
            <a:gdLst/>
            <a:ahLst/>
            <a:rect l="0" t="0" r="r" b="b"/>
            <a:pathLst>
              <a:path w="4684" h="609">
                <a:moveTo>
                  <a:pt x="0" y="503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578" y="0"/>
                </a:lnTo>
                <a:cubicBezTo>
                  <a:pt x="4592" y="0"/>
                  <a:pt x="4606" y="3"/>
                  <a:pt x="4619" y="8"/>
                </a:cubicBezTo>
                <a:cubicBezTo>
                  <a:pt x="4632" y="13"/>
                  <a:pt x="4643" y="21"/>
                  <a:pt x="4653" y="31"/>
                </a:cubicBezTo>
                <a:cubicBezTo>
                  <a:pt x="4663" y="41"/>
                  <a:pt x="4671" y="52"/>
                  <a:pt x="4676" y="65"/>
                </a:cubicBezTo>
                <a:cubicBezTo>
                  <a:pt x="4681" y="78"/>
                  <a:pt x="4684" y="92"/>
                  <a:pt x="4684" y="106"/>
                </a:cubicBezTo>
                <a:lnTo>
                  <a:pt x="4684" y="503"/>
                </a:lnTo>
                <a:cubicBezTo>
                  <a:pt x="4684" y="517"/>
                  <a:pt x="4681" y="530"/>
                  <a:pt x="4676" y="543"/>
                </a:cubicBezTo>
                <a:cubicBezTo>
                  <a:pt x="4671" y="557"/>
                  <a:pt x="4663" y="569"/>
                  <a:pt x="4653" y="578"/>
                </a:cubicBezTo>
                <a:cubicBezTo>
                  <a:pt x="4643" y="588"/>
                  <a:pt x="4632" y="596"/>
                  <a:pt x="4619" y="601"/>
                </a:cubicBezTo>
                <a:cubicBezTo>
                  <a:pt x="4606" y="607"/>
                  <a:pt x="4592" y="609"/>
                  <a:pt x="4578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3"/>
                </a:cubicBezTo>
                <a:cubicBezTo>
                  <a:pt x="3" y="530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687600" y="5379480"/>
            <a:ext cx="560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classify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2147040" y="5187600"/>
            <a:ext cx="15696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category=JANITORIAL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3924000" y="5162400"/>
            <a:ext cx="1933920" cy="219240"/>
          </a:xfrm>
          <a:custGeom>
            <a:avLst/>
            <a:gdLst/>
            <a:ahLst/>
            <a:rect l="0" t="0" r="r" b="b"/>
            <a:pathLst>
              <a:path w="5372" h="609">
                <a:moveTo>
                  <a:pt x="0" y="503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267" y="0"/>
                </a:lnTo>
                <a:cubicBezTo>
                  <a:pt x="5281" y="0"/>
                  <a:pt x="5294" y="3"/>
                  <a:pt x="5307" y="8"/>
                </a:cubicBezTo>
                <a:cubicBezTo>
                  <a:pt x="5320" y="13"/>
                  <a:pt x="5331" y="21"/>
                  <a:pt x="5341" y="31"/>
                </a:cubicBezTo>
                <a:cubicBezTo>
                  <a:pt x="5351" y="41"/>
                  <a:pt x="5359" y="52"/>
                  <a:pt x="5364" y="65"/>
                </a:cubicBezTo>
                <a:cubicBezTo>
                  <a:pt x="5370" y="78"/>
                  <a:pt x="5372" y="92"/>
                  <a:pt x="5372" y="106"/>
                </a:cubicBezTo>
                <a:lnTo>
                  <a:pt x="5372" y="503"/>
                </a:lnTo>
                <a:cubicBezTo>
                  <a:pt x="5372" y="517"/>
                  <a:pt x="5370" y="530"/>
                  <a:pt x="5364" y="543"/>
                </a:cubicBezTo>
                <a:cubicBezTo>
                  <a:pt x="5359" y="557"/>
                  <a:pt x="5351" y="569"/>
                  <a:pt x="5341" y="578"/>
                </a:cubicBezTo>
                <a:cubicBezTo>
                  <a:pt x="5331" y="588"/>
                  <a:pt x="5320" y="596"/>
                  <a:pt x="5307" y="601"/>
                </a:cubicBezTo>
                <a:cubicBezTo>
                  <a:pt x="5294" y="607"/>
                  <a:pt x="5281" y="609"/>
                  <a:pt x="5267" y="609"/>
                </a:cubicBezTo>
                <a:lnTo>
                  <a:pt x="106" y="609"/>
                </a:lnTo>
                <a:cubicBezTo>
                  <a:pt x="92" y="609"/>
                  <a:pt x="79" y="607"/>
                  <a:pt x="66" y="601"/>
                </a:cubicBezTo>
                <a:cubicBezTo>
                  <a:pt x="53" y="596"/>
                  <a:pt x="41" y="588"/>
                  <a:pt x="31" y="578"/>
                </a:cubicBezTo>
                <a:cubicBezTo>
                  <a:pt x="21" y="569"/>
                  <a:pt x="14" y="557"/>
                  <a:pt x="8" y="543"/>
                </a:cubicBezTo>
                <a:cubicBezTo>
                  <a:pt x="3" y="530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3793680" y="51318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3984480" y="5187600"/>
            <a:ext cx="18172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subcategory=waste_odor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6010200" y="5162400"/>
            <a:ext cx="943200" cy="219240"/>
          </a:xfrm>
          <a:custGeom>
            <a:avLst/>
            <a:gdLst/>
            <a:ahLst/>
            <a:rect l="0" t="0" r="r" b="b"/>
            <a:pathLst>
              <a:path w="2620" h="609">
                <a:moveTo>
                  <a:pt x="0" y="503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514" y="0"/>
                </a:lnTo>
                <a:cubicBezTo>
                  <a:pt x="2528" y="0"/>
                  <a:pt x="2542" y="3"/>
                  <a:pt x="2555" y="8"/>
                </a:cubicBezTo>
                <a:cubicBezTo>
                  <a:pt x="2568" y="13"/>
                  <a:pt x="2579" y="21"/>
                  <a:pt x="2589" y="31"/>
                </a:cubicBezTo>
                <a:cubicBezTo>
                  <a:pt x="2599" y="41"/>
                  <a:pt x="2607" y="52"/>
                  <a:pt x="2612" y="65"/>
                </a:cubicBezTo>
                <a:cubicBezTo>
                  <a:pt x="2617" y="78"/>
                  <a:pt x="2620" y="92"/>
                  <a:pt x="2620" y="106"/>
                </a:cubicBezTo>
                <a:lnTo>
                  <a:pt x="2620" y="503"/>
                </a:lnTo>
                <a:cubicBezTo>
                  <a:pt x="2620" y="517"/>
                  <a:pt x="2617" y="530"/>
                  <a:pt x="2612" y="543"/>
                </a:cubicBezTo>
                <a:cubicBezTo>
                  <a:pt x="2607" y="557"/>
                  <a:pt x="2599" y="569"/>
                  <a:pt x="2589" y="578"/>
                </a:cubicBezTo>
                <a:cubicBezTo>
                  <a:pt x="2579" y="588"/>
                  <a:pt x="2568" y="596"/>
                  <a:pt x="2555" y="601"/>
                </a:cubicBezTo>
                <a:cubicBezTo>
                  <a:pt x="2542" y="607"/>
                  <a:pt x="2528" y="609"/>
                  <a:pt x="2514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3"/>
                </a:cubicBezTo>
                <a:cubicBezTo>
                  <a:pt x="2" y="530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5878800" y="51318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6069600" y="5187600"/>
            <a:ext cx="8265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conf &gt; 0.7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2085840" y="5410080"/>
            <a:ext cx="3419640" cy="219240"/>
          </a:xfrm>
          <a:custGeom>
            <a:avLst/>
            <a:gdLst/>
            <a:ahLst/>
            <a:rect l="0" t="0" r="r" b="b"/>
            <a:pathLst>
              <a:path w="9499" h="609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9394" y="0"/>
                </a:lnTo>
                <a:cubicBezTo>
                  <a:pt x="9408" y="0"/>
                  <a:pt x="9421" y="3"/>
                  <a:pt x="9434" y="8"/>
                </a:cubicBezTo>
                <a:cubicBezTo>
                  <a:pt x="9447" y="13"/>
                  <a:pt x="9458" y="21"/>
                  <a:pt x="9468" y="31"/>
                </a:cubicBezTo>
                <a:cubicBezTo>
                  <a:pt x="9478" y="41"/>
                  <a:pt x="9486" y="52"/>
                  <a:pt x="9491" y="65"/>
                </a:cubicBezTo>
                <a:cubicBezTo>
                  <a:pt x="9497" y="78"/>
                  <a:pt x="9499" y="92"/>
                  <a:pt x="9499" y="106"/>
                </a:cubicBezTo>
                <a:lnTo>
                  <a:pt x="9499" y="504"/>
                </a:lnTo>
                <a:cubicBezTo>
                  <a:pt x="9499" y="518"/>
                  <a:pt x="9497" y="531"/>
                  <a:pt x="9491" y="544"/>
                </a:cubicBezTo>
                <a:cubicBezTo>
                  <a:pt x="9486" y="557"/>
                  <a:pt x="9478" y="568"/>
                  <a:pt x="9468" y="578"/>
                </a:cubicBezTo>
                <a:cubicBezTo>
                  <a:pt x="9458" y="588"/>
                  <a:pt x="9447" y="596"/>
                  <a:pt x="9434" y="601"/>
                </a:cubicBezTo>
                <a:cubicBezTo>
                  <a:pt x="9421" y="607"/>
                  <a:pt x="9408" y="609"/>
                  <a:pt x="9394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6973200" y="5131800"/>
            <a:ext cx="2106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— RAG returns the seeded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2147040" y="5435280"/>
            <a:ext cx="33037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[QA-RECLASSIFIED from intake=fire_smoke]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5527800" y="5379480"/>
            <a:ext cx="4215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examples; boundary rule "burnt food → waste_odor, not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2069280" y="5626800"/>
            <a:ext cx="12564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fire_smoke" fires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687600" y="6084000"/>
            <a:ext cx="84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assign_risk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3495600" y="5991120"/>
            <a:ext cx="943200" cy="209880"/>
          </a:xfrm>
          <a:custGeom>
            <a:avLst/>
            <a:gdLst/>
            <a:ahLst/>
            <a:rect l="0" t="0" r="r" b="b"/>
            <a:pathLst>
              <a:path w="2620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514" y="0"/>
                </a:lnTo>
                <a:cubicBezTo>
                  <a:pt x="2528" y="0"/>
                  <a:pt x="2542" y="2"/>
                  <a:pt x="2555" y="8"/>
                </a:cubicBezTo>
                <a:cubicBezTo>
                  <a:pt x="2568" y="13"/>
                  <a:pt x="2579" y="21"/>
                  <a:pt x="2589" y="31"/>
                </a:cubicBezTo>
                <a:cubicBezTo>
                  <a:pt x="2599" y="41"/>
                  <a:pt x="2607" y="52"/>
                  <a:pt x="2612" y="65"/>
                </a:cubicBezTo>
                <a:cubicBezTo>
                  <a:pt x="2617" y="78"/>
                  <a:pt x="2620" y="92"/>
                  <a:pt x="2620" y="106"/>
                </a:cubicBezTo>
                <a:lnTo>
                  <a:pt x="2620" y="476"/>
                </a:lnTo>
                <a:cubicBezTo>
                  <a:pt x="2620" y="490"/>
                  <a:pt x="2617" y="504"/>
                  <a:pt x="2612" y="517"/>
                </a:cubicBezTo>
                <a:cubicBezTo>
                  <a:pt x="2607" y="531"/>
                  <a:pt x="2599" y="542"/>
                  <a:pt x="2589" y="552"/>
                </a:cubicBezTo>
                <a:cubicBezTo>
                  <a:pt x="2579" y="562"/>
                  <a:pt x="2568" y="569"/>
                  <a:pt x="2555" y="575"/>
                </a:cubicBezTo>
                <a:cubicBezTo>
                  <a:pt x="2542" y="580"/>
                  <a:pt x="2528" y="583"/>
                  <a:pt x="2514" y="583"/>
                </a:cubicBezTo>
                <a:lnTo>
                  <a:pt x="106" y="583"/>
                </a:lnTo>
                <a:cubicBezTo>
                  <a:pt x="92" y="583"/>
                  <a:pt x="78" y="580"/>
                  <a:pt x="65" y="575"/>
                </a:cubicBezTo>
                <a:cubicBezTo>
                  <a:pt x="52" y="569"/>
                  <a:pt x="41" y="562"/>
                  <a:pt x="31" y="552"/>
                </a:cubicBezTo>
                <a:cubicBezTo>
                  <a:pt x="21" y="542"/>
                  <a:pt x="13" y="531"/>
                  <a:pt x="8" y="517"/>
                </a:cubicBezTo>
                <a:cubicBezTo>
                  <a:pt x="2" y="504"/>
                  <a:pt x="0" y="490"/>
                  <a:pt x="0" y="476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069280" y="5960520"/>
            <a:ext cx="1248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base = LOW for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3554640" y="6016320"/>
            <a:ext cx="8265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waste_odor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2085840" y="6238800"/>
            <a:ext cx="781200" cy="209880"/>
          </a:xfrm>
          <a:custGeom>
            <a:avLst/>
            <a:gdLst/>
            <a:ahLst/>
            <a:rect l="0" t="0" r="r" b="b"/>
            <a:pathLst>
              <a:path w="217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065" y="0"/>
                </a:lnTo>
                <a:cubicBezTo>
                  <a:pt x="2079" y="0"/>
                  <a:pt x="2092" y="2"/>
                  <a:pt x="2105" y="8"/>
                </a:cubicBezTo>
                <a:cubicBezTo>
                  <a:pt x="2118" y="13"/>
                  <a:pt x="2130" y="21"/>
                  <a:pt x="2139" y="31"/>
                </a:cubicBezTo>
                <a:cubicBezTo>
                  <a:pt x="2149" y="41"/>
                  <a:pt x="2157" y="52"/>
                  <a:pt x="2162" y="65"/>
                </a:cubicBezTo>
                <a:cubicBezTo>
                  <a:pt x="2168" y="78"/>
                  <a:pt x="2170" y="92"/>
                  <a:pt x="2170" y="106"/>
                </a:cubicBezTo>
                <a:lnTo>
                  <a:pt x="2170" y="477"/>
                </a:lnTo>
                <a:cubicBezTo>
                  <a:pt x="2170" y="491"/>
                  <a:pt x="2168" y="504"/>
                  <a:pt x="2162" y="517"/>
                </a:cubicBezTo>
                <a:cubicBezTo>
                  <a:pt x="2157" y="530"/>
                  <a:pt x="2149" y="542"/>
                  <a:pt x="2139" y="552"/>
                </a:cubicBezTo>
                <a:cubicBezTo>
                  <a:pt x="2130" y="562"/>
                  <a:pt x="2118" y="569"/>
                  <a:pt x="2105" y="575"/>
                </a:cubicBezTo>
                <a:cubicBezTo>
                  <a:pt x="2092" y="580"/>
                  <a:pt x="2079" y="583"/>
                  <a:pt x="2065" y="583"/>
                </a:cubicBezTo>
                <a:lnTo>
                  <a:pt x="106" y="583"/>
                </a:lnTo>
                <a:cubicBezTo>
                  <a:pt x="92" y="583"/>
                  <a:pt x="78" y="580"/>
                  <a:pt x="65" y="575"/>
                </a:cubicBezTo>
                <a:cubicBezTo>
                  <a:pt x="52" y="569"/>
                  <a:pt x="41" y="562"/>
                  <a:pt x="31" y="552"/>
                </a:cubicBezTo>
                <a:cubicBezTo>
                  <a:pt x="21" y="542"/>
                  <a:pt x="13" y="530"/>
                  <a:pt x="8" y="517"/>
                </a:cubicBezTo>
                <a:cubicBezTo>
                  <a:pt x="3" y="504"/>
                  <a:pt x="0" y="491"/>
                  <a:pt x="0" y="477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4458240" y="5960520"/>
            <a:ext cx="639504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; "smoke" cue would add +1, but 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same-turn negation guard cancels it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→ final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2147040" y="6264000"/>
            <a:ext cx="661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risk=LOW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2085840" y="6562440"/>
            <a:ext cx="1600560" cy="219600"/>
          </a:xfrm>
          <a:custGeom>
            <a:avLst/>
            <a:gdLst/>
            <a:ahLst/>
            <a:rect l="0" t="0" r="r" b="b"/>
            <a:pathLst>
              <a:path w="4446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340" y="0"/>
                </a:lnTo>
                <a:cubicBezTo>
                  <a:pt x="4354" y="0"/>
                  <a:pt x="4368" y="3"/>
                  <a:pt x="4381" y="8"/>
                </a:cubicBezTo>
                <a:cubicBezTo>
                  <a:pt x="4394" y="14"/>
                  <a:pt x="4405" y="21"/>
                  <a:pt x="4415" y="31"/>
                </a:cubicBezTo>
                <a:cubicBezTo>
                  <a:pt x="4425" y="41"/>
                  <a:pt x="4432" y="53"/>
                  <a:pt x="4438" y="66"/>
                </a:cubicBezTo>
                <a:cubicBezTo>
                  <a:pt x="4443" y="79"/>
                  <a:pt x="4446" y="92"/>
                  <a:pt x="4446" y="106"/>
                </a:cubicBezTo>
                <a:lnTo>
                  <a:pt x="4446" y="504"/>
                </a:lnTo>
                <a:cubicBezTo>
                  <a:pt x="4446" y="518"/>
                  <a:pt x="4443" y="532"/>
                  <a:pt x="4438" y="544"/>
                </a:cubicBezTo>
                <a:cubicBezTo>
                  <a:pt x="4432" y="557"/>
                  <a:pt x="4425" y="569"/>
                  <a:pt x="4415" y="579"/>
                </a:cubicBezTo>
                <a:cubicBezTo>
                  <a:pt x="4405" y="589"/>
                  <a:pt x="4394" y="596"/>
                  <a:pt x="4381" y="602"/>
                </a:cubicBezTo>
                <a:cubicBezTo>
                  <a:pt x="4368" y="607"/>
                  <a:pt x="4354" y="610"/>
                  <a:pt x="4340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687600" y="6531840"/>
            <a:ext cx="82548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validator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2147040" y="6588000"/>
            <a:ext cx="14871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should_pause=False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4000320" y="6562440"/>
            <a:ext cx="943200" cy="219600"/>
          </a:xfrm>
          <a:custGeom>
            <a:avLst/>
            <a:gdLst/>
            <a:ahLst/>
            <a:rect l="0" t="0" r="r" b="b"/>
            <a:pathLst>
              <a:path w="2620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515" y="0"/>
                </a:lnTo>
                <a:cubicBezTo>
                  <a:pt x="2529" y="0"/>
                  <a:pt x="2542" y="3"/>
                  <a:pt x="2555" y="8"/>
                </a:cubicBezTo>
                <a:cubicBezTo>
                  <a:pt x="2568" y="14"/>
                  <a:pt x="2579" y="21"/>
                  <a:pt x="2589" y="31"/>
                </a:cubicBezTo>
                <a:cubicBezTo>
                  <a:pt x="2599" y="41"/>
                  <a:pt x="2607" y="53"/>
                  <a:pt x="2612" y="66"/>
                </a:cubicBezTo>
                <a:cubicBezTo>
                  <a:pt x="2618" y="79"/>
                  <a:pt x="2620" y="92"/>
                  <a:pt x="2620" y="106"/>
                </a:cubicBezTo>
                <a:lnTo>
                  <a:pt x="2620" y="504"/>
                </a:lnTo>
                <a:cubicBezTo>
                  <a:pt x="2620" y="518"/>
                  <a:pt x="2618" y="532"/>
                  <a:pt x="2612" y="544"/>
                </a:cubicBezTo>
                <a:cubicBezTo>
                  <a:pt x="2607" y="557"/>
                  <a:pt x="2599" y="569"/>
                  <a:pt x="2589" y="579"/>
                </a:cubicBezTo>
                <a:cubicBezTo>
                  <a:pt x="2579" y="589"/>
                  <a:pt x="2568" y="596"/>
                  <a:pt x="2555" y="602"/>
                </a:cubicBezTo>
                <a:cubicBezTo>
                  <a:pt x="2542" y="607"/>
                  <a:pt x="2529" y="610"/>
                  <a:pt x="2515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6"/>
                  <a:pt x="41" y="589"/>
                  <a:pt x="31" y="579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3711240" y="6531840"/>
            <a:ext cx="2664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—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4056840" y="6588000"/>
            <a:ext cx="8265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waste_odor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4960440" y="6531840"/>
            <a:ext cx="440208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is not on trap-prone list at LOW; 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auto-resolve, no 911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609480" y="2342880"/>
            <a:ext cx="28800" cy="838800"/>
          </a:xfrm>
          <a:custGeom>
            <a:avLst/>
            <a:gdLst/>
            <a:ahLst/>
            <a:rect l="0" t="0" r="r" b="b"/>
            <a:pathLst>
              <a:path w="80" h="2330">
                <a:moveTo>
                  <a:pt x="0" y="0"/>
                </a:moveTo>
                <a:lnTo>
                  <a:pt x="80" y="0"/>
                </a:lnTo>
                <a:lnTo>
                  <a:pt x="80" y="2330"/>
                </a:lnTo>
                <a:lnTo>
                  <a:pt x="0" y="2330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790560" y="2442960"/>
            <a:ext cx="855468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"This is the trap — the −5-point rubric penalty. A naive system reaches 'smoke alarm'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790560" y="2804760"/>
            <a:ext cx="44107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and dispatches 911. Watch what ours does."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638280" y="23796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0" name=""/>
          <p:cNvSpPr txBox="1"/>
          <p:nvPr/>
        </p:nvSpPr>
        <p:spPr>
          <a:xfrm rot="10800000">
            <a:off x="11337480" y="286704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1169856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23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618840" y="4171680"/>
            <a:ext cx="1381680" cy="238680"/>
          </a:xfrm>
          <a:custGeom>
            <a:avLst/>
            <a:gdLst/>
            <a:ahLst/>
            <a:rect l="0" t="0" r="r" b="b"/>
            <a:pathLst>
              <a:path w="3838" h="663">
                <a:moveTo>
                  <a:pt x="0" y="0"/>
                </a:moveTo>
                <a:lnTo>
                  <a:pt x="3838" y="0"/>
                </a:lnTo>
                <a:lnTo>
                  <a:pt x="3838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2000160" y="4171680"/>
            <a:ext cx="9582480" cy="238680"/>
          </a:xfrm>
          <a:custGeom>
            <a:avLst/>
            <a:gdLst/>
            <a:ahLst/>
            <a:rect l="0" t="0" r="r" b="b"/>
            <a:pathLst>
              <a:path w="26618" h="663">
                <a:moveTo>
                  <a:pt x="0" y="0"/>
                </a:moveTo>
                <a:lnTo>
                  <a:pt x="26618" y="0"/>
                </a:lnTo>
                <a:lnTo>
                  <a:pt x="26618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618840" y="4410000"/>
            <a:ext cx="1381680" cy="324000"/>
          </a:xfrm>
          <a:custGeom>
            <a:avLst/>
            <a:gdLst/>
            <a:ahLst/>
            <a:rect l="0" t="0" r="r" b="b"/>
            <a:pathLst>
              <a:path w="3838" h="900">
                <a:moveTo>
                  <a:pt x="0" y="0"/>
                </a:moveTo>
                <a:lnTo>
                  <a:pt x="3838" y="0"/>
                </a:lnTo>
                <a:lnTo>
                  <a:pt x="383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2000160" y="4410000"/>
            <a:ext cx="9582480" cy="324000"/>
          </a:xfrm>
          <a:custGeom>
            <a:avLst/>
            <a:gdLst/>
            <a:ahLst/>
            <a:rect l="0" t="0" r="r" b="b"/>
            <a:pathLst>
              <a:path w="26618" h="900">
                <a:moveTo>
                  <a:pt x="0" y="0"/>
                </a:moveTo>
                <a:lnTo>
                  <a:pt x="26618" y="0"/>
                </a:lnTo>
                <a:lnTo>
                  <a:pt x="2661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618840" y="5067000"/>
            <a:ext cx="1381680" cy="324360"/>
          </a:xfrm>
          <a:custGeom>
            <a:avLst/>
            <a:gdLst/>
            <a:ahLst/>
            <a:rect l="0" t="0" r="r" b="b"/>
            <a:pathLst>
              <a:path w="3838" h="901">
                <a:moveTo>
                  <a:pt x="0" y="0"/>
                </a:moveTo>
                <a:lnTo>
                  <a:pt x="3838" y="0"/>
                </a:lnTo>
                <a:lnTo>
                  <a:pt x="383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2000160" y="5067000"/>
            <a:ext cx="9582480" cy="324360"/>
          </a:xfrm>
          <a:custGeom>
            <a:avLst/>
            <a:gdLst/>
            <a:ahLst/>
            <a:rect l="0" t="0" r="r" b="b"/>
            <a:pathLst>
              <a:path w="26618" h="901">
                <a:moveTo>
                  <a:pt x="0" y="0"/>
                </a:moveTo>
                <a:lnTo>
                  <a:pt x="26618" y="0"/>
                </a:lnTo>
                <a:lnTo>
                  <a:pt x="2661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618840" y="5962320"/>
            <a:ext cx="1381680" cy="324360"/>
          </a:xfrm>
          <a:custGeom>
            <a:avLst/>
            <a:gdLst/>
            <a:ahLst/>
            <a:rect l="0" t="0" r="r" b="b"/>
            <a:pathLst>
              <a:path w="3838" h="901">
                <a:moveTo>
                  <a:pt x="0" y="0"/>
                </a:moveTo>
                <a:lnTo>
                  <a:pt x="3838" y="0"/>
                </a:lnTo>
                <a:lnTo>
                  <a:pt x="383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2000160" y="5962320"/>
            <a:ext cx="9582480" cy="324360"/>
          </a:xfrm>
          <a:custGeom>
            <a:avLst/>
            <a:gdLst/>
            <a:ahLst/>
            <a:rect l="0" t="0" r="r" b="b"/>
            <a:pathLst>
              <a:path w="26618" h="901">
                <a:moveTo>
                  <a:pt x="0" y="0"/>
                </a:moveTo>
                <a:lnTo>
                  <a:pt x="26618" y="0"/>
                </a:lnTo>
                <a:lnTo>
                  <a:pt x="2661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609480" y="416232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609480" y="41623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1990440" y="416232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2000160" y="4162320"/>
            <a:ext cx="9582480" cy="9720"/>
          </a:xfrm>
          <a:custGeom>
            <a:avLst/>
            <a:gdLst/>
            <a:ahLst/>
            <a:rect l="0" t="0" r="r" b="b"/>
            <a:pathLst>
              <a:path w="26618" h="27">
                <a:moveTo>
                  <a:pt x="0" y="0"/>
                </a:moveTo>
                <a:lnTo>
                  <a:pt x="26618" y="0"/>
                </a:lnTo>
                <a:lnTo>
                  <a:pt x="266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11572560" y="416232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609480" y="44002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2000160" y="440028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609480" y="44100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1990440" y="441000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11572560" y="441000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609480" y="47433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6094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1990440" y="474336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2000160" y="473364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11572560" y="474336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609480" y="506700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609480" y="50576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1990440" y="506700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2000160" y="5057640"/>
            <a:ext cx="9582480" cy="9720"/>
          </a:xfrm>
          <a:custGeom>
            <a:avLst/>
            <a:gdLst/>
            <a:ahLst/>
            <a:rect l="0" t="0" r="r" b="b"/>
            <a:pathLst>
              <a:path w="26618" h="27">
                <a:moveTo>
                  <a:pt x="0" y="0"/>
                </a:moveTo>
                <a:lnTo>
                  <a:pt x="26618" y="0"/>
                </a:lnTo>
                <a:lnTo>
                  <a:pt x="266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11572560" y="506700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609480" y="539100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609480" y="53812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1990440" y="539100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2000160" y="538128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11572560" y="539100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609480" y="597204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609480" y="59623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1990440" y="597204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2000160" y="5962320"/>
            <a:ext cx="9582480" cy="10080"/>
          </a:xfrm>
          <a:custGeom>
            <a:avLst/>
            <a:gdLst/>
            <a:ahLst/>
            <a:rect l="0" t="0" r="r" b="b"/>
            <a:pathLst>
              <a:path w="26618" h="28">
                <a:moveTo>
                  <a:pt x="0" y="0"/>
                </a:moveTo>
                <a:lnTo>
                  <a:pt x="26618" y="0"/>
                </a:lnTo>
                <a:lnTo>
                  <a:pt x="266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11572560" y="597204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609480" y="62863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2000160" y="6286320"/>
            <a:ext cx="9582480" cy="9720"/>
          </a:xfrm>
          <a:custGeom>
            <a:avLst/>
            <a:gdLst/>
            <a:ahLst/>
            <a:rect l="0" t="0" r="r" b="b"/>
            <a:pathLst>
              <a:path w="26618" h="27">
                <a:moveTo>
                  <a:pt x="0" y="0"/>
                </a:moveTo>
                <a:lnTo>
                  <a:pt x="26618" y="0"/>
                </a:lnTo>
                <a:lnTo>
                  <a:pt x="266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2127240" y="541800"/>
            <a:ext cx="8664120" cy="45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30" b="1" u="none" strike="noStrike">
                <a:solidFill>
                  <a:srgbClr val="E6EDF3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Demo 3 — True emergency: visible flames (~30 s)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2590560" y="1295280"/>
            <a:ext cx="1190880" cy="304920"/>
          </a:xfrm>
          <a:custGeom>
            <a:avLst/>
            <a:gdLst/>
            <a:ahLst/>
            <a:rect l="0" t="0" r="r" b="b"/>
            <a:pathLst>
              <a:path w="3308" h="847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03" y="0"/>
                </a:lnTo>
                <a:cubicBezTo>
                  <a:pt x="3217" y="0"/>
                  <a:pt x="3230" y="3"/>
                  <a:pt x="3243" y="8"/>
                </a:cubicBezTo>
                <a:cubicBezTo>
                  <a:pt x="3256" y="13"/>
                  <a:pt x="3268" y="21"/>
                  <a:pt x="3277" y="31"/>
                </a:cubicBezTo>
                <a:cubicBezTo>
                  <a:pt x="3287" y="41"/>
                  <a:pt x="3295" y="52"/>
                  <a:pt x="3300" y="65"/>
                </a:cubicBezTo>
                <a:cubicBezTo>
                  <a:pt x="3306" y="78"/>
                  <a:pt x="3308" y="92"/>
                  <a:pt x="3308" y="106"/>
                </a:cubicBezTo>
                <a:lnTo>
                  <a:pt x="3308" y="742"/>
                </a:lnTo>
                <a:cubicBezTo>
                  <a:pt x="3308" y="756"/>
                  <a:pt x="3306" y="769"/>
                  <a:pt x="3300" y="782"/>
                </a:cubicBezTo>
                <a:cubicBezTo>
                  <a:pt x="3295" y="795"/>
                  <a:pt x="3287" y="807"/>
                  <a:pt x="3277" y="817"/>
                </a:cubicBezTo>
                <a:cubicBezTo>
                  <a:pt x="3268" y="826"/>
                  <a:pt x="3256" y="834"/>
                  <a:pt x="3243" y="839"/>
                </a:cubicBezTo>
                <a:cubicBezTo>
                  <a:pt x="3230" y="845"/>
                  <a:pt x="3217" y="847"/>
                  <a:pt x="3203" y="847"/>
                </a:cubicBezTo>
                <a:lnTo>
                  <a:pt x="106" y="847"/>
                </a:lnTo>
                <a:cubicBezTo>
                  <a:pt x="92" y="847"/>
                  <a:pt x="78" y="845"/>
                  <a:pt x="65" y="839"/>
                </a:cubicBezTo>
                <a:cubicBezTo>
                  <a:pt x="53" y="834"/>
                  <a:pt x="41" y="826"/>
                  <a:pt x="31" y="817"/>
                </a:cubicBezTo>
                <a:cubicBezTo>
                  <a:pt x="21" y="807"/>
                  <a:pt x="14" y="795"/>
                  <a:pt x="8" y="782"/>
                </a:cubicBezTo>
                <a:cubicBezTo>
                  <a:pt x="3" y="769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788040" y="1249560"/>
            <a:ext cx="1863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Transcript ID: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2647800" y="133056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EVAL-0076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3808080" y="1249560"/>
            <a:ext cx="73209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— </a:t>
            </a:r>
            <a:r>
              <a:rPr lang="en-US" sz="1950" b="0" u="none" strike="noStrike">
                <a:solidFill>
                  <a:srgbClr val="C4B5FD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"visible smoke + flames in electrical room, true EMERGENCY."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5216400" y="1859400"/>
            <a:ext cx="19051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Speaker says: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5438520" y="3114360"/>
            <a:ext cx="1190880" cy="305280"/>
          </a:xfrm>
          <a:custGeom>
            <a:avLst/>
            <a:gdLst/>
            <a:ahLst/>
            <a:rect l="0" t="0" r="r" b="b"/>
            <a:pathLst>
              <a:path w="3308" h="848">
                <a:moveTo>
                  <a:pt x="0" y="74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203" y="0"/>
                </a:lnTo>
                <a:cubicBezTo>
                  <a:pt x="3217" y="0"/>
                  <a:pt x="3230" y="3"/>
                  <a:pt x="3243" y="8"/>
                </a:cubicBezTo>
                <a:cubicBezTo>
                  <a:pt x="3256" y="14"/>
                  <a:pt x="3268" y="21"/>
                  <a:pt x="3277" y="31"/>
                </a:cubicBezTo>
                <a:cubicBezTo>
                  <a:pt x="3287" y="41"/>
                  <a:pt x="3295" y="53"/>
                  <a:pt x="3300" y="66"/>
                </a:cubicBezTo>
                <a:cubicBezTo>
                  <a:pt x="3306" y="79"/>
                  <a:pt x="3308" y="92"/>
                  <a:pt x="3308" y="106"/>
                </a:cubicBezTo>
                <a:lnTo>
                  <a:pt x="3308" y="742"/>
                </a:lnTo>
                <a:cubicBezTo>
                  <a:pt x="3308" y="756"/>
                  <a:pt x="3306" y="770"/>
                  <a:pt x="3300" y="783"/>
                </a:cubicBezTo>
                <a:cubicBezTo>
                  <a:pt x="3295" y="796"/>
                  <a:pt x="3287" y="807"/>
                  <a:pt x="3277" y="817"/>
                </a:cubicBezTo>
                <a:cubicBezTo>
                  <a:pt x="3268" y="827"/>
                  <a:pt x="3256" y="835"/>
                  <a:pt x="3243" y="840"/>
                </a:cubicBezTo>
                <a:cubicBezTo>
                  <a:pt x="3230" y="845"/>
                  <a:pt x="3217" y="848"/>
                  <a:pt x="3203" y="848"/>
                </a:cubicBezTo>
                <a:lnTo>
                  <a:pt x="106" y="848"/>
                </a:lnTo>
                <a:cubicBezTo>
                  <a:pt x="92" y="848"/>
                  <a:pt x="79" y="845"/>
                  <a:pt x="66" y="840"/>
                </a:cubicBezTo>
                <a:cubicBezTo>
                  <a:pt x="53" y="835"/>
                  <a:pt x="41" y="827"/>
                  <a:pt x="31" y="817"/>
                </a:cubicBezTo>
                <a:cubicBezTo>
                  <a:pt x="21" y="807"/>
                  <a:pt x="14" y="796"/>
                  <a:pt x="8" y="783"/>
                </a:cubicBezTo>
                <a:cubicBezTo>
                  <a:pt x="3" y="770"/>
                  <a:pt x="0" y="756"/>
                  <a:pt x="0" y="74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4630320" y="3069000"/>
            <a:ext cx="7736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Click: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5498640" y="3150000"/>
            <a:ext cx="1074240" cy="23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EVAL-0076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6658920" y="3069000"/>
            <a:ext cx="82944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button.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4880160" y="3678480"/>
            <a:ext cx="26233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Expected behavior: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668520" y="4201560"/>
            <a:ext cx="4669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STAGE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2050200" y="4201560"/>
            <a:ext cx="5767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OUTPUT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2085840" y="4476600"/>
            <a:ext cx="3419640" cy="219240"/>
          </a:xfrm>
          <a:custGeom>
            <a:avLst/>
            <a:gdLst/>
            <a:ahLst/>
            <a:rect l="0" t="0" r="r" b="b"/>
            <a:pathLst>
              <a:path w="9499" h="609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9394" y="0"/>
                </a:lnTo>
                <a:cubicBezTo>
                  <a:pt x="9408" y="0"/>
                  <a:pt x="9421" y="3"/>
                  <a:pt x="9434" y="8"/>
                </a:cubicBezTo>
                <a:cubicBezTo>
                  <a:pt x="9447" y="13"/>
                  <a:pt x="9458" y="21"/>
                  <a:pt x="9468" y="32"/>
                </a:cubicBezTo>
                <a:cubicBezTo>
                  <a:pt x="9478" y="42"/>
                  <a:pt x="9486" y="53"/>
                  <a:pt x="9491" y="66"/>
                </a:cubicBezTo>
                <a:cubicBezTo>
                  <a:pt x="9497" y="79"/>
                  <a:pt x="9499" y="93"/>
                  <a:pt x="9499" y="107"/>
                </a:cubicBezTo>
                <a:lnTo>
                  <a:pt x="9499" y="504"/>
                </a:lnTo>
                <a:cubicBezTo>
                  <a:pt x="9499" y="518"/>
                  <a:pt x="9497" y="531"/>
                  <a:pt x="9491" y="544"/>
                </a:cubicBezTo>
                <a:cubicBezTo>
                  <a:pt x="9486" y="557"/>
                  <a:pt x="9478" y="569"/>
                  <a:pt x="9468" y="578"/>
                </a:cubicBezTo>
                <a:cubicBezTo>
                  <a:pt x="9458" y="588"/>
                  <a:pt x="9447" y="596"/>
                  <a:pt x="9434" y="601"/>
                </a:cubicBezTo>
                <a:cubicBezTo>
                  <a:pt x="9421" y="607"/>
                  <a:pt x="9408" y="609"/>
                  <a:pt x="9394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687600" y="4446000"/>
            <a:ext cx="513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extract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2147040" y="4501800"/>
            <a:ext cx="33037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urgency_cues=["smoke", "fire", "flames"]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5657760" y="4476600"/>
            <a:ext cx="1686240" cy="219240"/>
          </a:xfrm>
          <a:custGeom>
            <a:avLst/>
            <a:gdLst/>
            <a:ahLst/>
            <a:rect l="0" t="0" r="r" b="b"/>
            <a:pathLst>
              <a:path w="4684" h="609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578" y="0"/>
                </a:lnTo>
                <a:cubicBezTo>
                  <a:pt x="4592" y="0"/>
                  <a:pt x="4606" y="3"/>
                  <a:pt x="4619" y="8"/>
                </a:cubicBezTo>
                <a:cubicBezTo>
                  <a:pt x="4632" y="13"/>
                  <a:pt x="4643" y="21"/>
                  <a:pt x="4653" y="32"/>
                </a:cubicBezTo>
                <a:cubicBezTo>
                  <a:pt x="4663" y="42"/>
                  <a:pt x="4670" y="53"/>
                  <a:pt x="4676" y="66"/>
                </a:cubicBezTo>
                <a:cubicBezTo>
                  <a:pt x="4681" y="79"/>
                  <a:pt x="4684" y="93"/>
                  <a:pt x="4684" y="107"/>
                </a:cubicBezTo>
                <a:lnTo>
                  <a:pt x="4684" y="504"/>
                </a:lnTo>
                <a:cubicBezTo>
                  <a:pt x="4684" y="518"/>
                  <a:pt x="4681" y="531"/>
                  <a:pt x="4676" y="544"/>
                </a:cubicBezTo>
                <a:cubicBezTo>
                  <a:pt x="4670" y="557"/>
                  <a:pt x="4663" y="569"/>
                  <a:pt x="4653" y="578"/>
                </a:cubicBezTo>
                <a:cubicBezTo>
                  <a:pt x="4643" y="588"/>
                  <a:pt x="4632" y="596"/>
                  <a:pt x="4619" y="601"/>
                </a:cubicBezTo>
                <a:cubicBezTo>
                  <a:pt x="4606" y="607"/>
                  <a:pt x="4592" y="609"/>
                  <a:pt x="4578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4"/>
                </a:cubicBezTo>
                <a:cubicBezTo>
                  <a:pt x="2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5527800" y="44460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5718600" y="4501800"/>
            <a:ext cx="15696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negation_phrases=[]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2085840" y="4800240"/>
            <a:ext cx="1771920" cy="219600"/>
          </a:xfrm>
          <a:custGeom>
            <a:avLst/>
            <a:gdLst/>
            <a:ahLst/>
            <a:rect l="0" t="0" r="r" b="b"/>
            <a:pathLst>
              <a:path w="4922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4816" y="0"/>
                </a:lnTo>
                <a:cubicBezTo>
                  <a:pt x="4830" y="0"/>
                  <a:pt x="4844" y="3"/>
                  <a:pt x="4857" y="9"/>
                </a:cubicBezTo>
                <a:cubicBezTo>
                  <a:pt x="4870" y="14"/>
                  <a:pt x="4881" y="22"/>
                  <a:pt x="4891" y="31"/>
                </a:cubicBezTo>
                <a:cubicBezTo>
                  <a:pt x="4901" y="41"/>
                  <a:pt x="4909" y="53"/>
                  <a:pt x="4914" y="66"/>
                </a:cubicBezTo>
                <a:cubicBezTo>
                  <a:pt x="4919" y="79"/>
                  <a:pt x="4922" y="92"/>
                  <a:pt x="4922" y="106"/>
                </a:cubicBezTo>
                <a:lnTo>
                  <a:pt x="4922" y="504"/>
                </a:lnTo>
                <a:cubicBezTo>
                  <a:pt x="4922" y="518"/>
                  <a:pt x="4919" y="532"/>
                  <a:pt x="4914" y="545"/>
                </a:cubicBezTo>
                <a:cubicBezTo>
                  <a:pt x="4909" y="558"/>
                  <a:pt x="4901" y="569"/>
                  <a:pt x="4891" y="579"/>
                </a:cubicBezTo>
                <a:cubicBezTo>
                  <a:pt x="4881" y="589"/>
                  <a:pt x="4870" y="597"/>
                  <a:pt x="4857" y="602"/>
                </a:cubicBezTo>
                <a:cubicBezTo>
                  <a:pt x="4844" y="607"/>
                  <a:pt x="4830" y="610"/>
                  <a:pt x="4816" y="610"/>
                </a:cubicBezTo>
                <a:lnTo>
                  <a:pt x="106" y="610"/>
                </a:lnTo>
                <a:cubicBezTo>
                  <a:pt x="92" y="610"/>
                  <a:pt x="78" y="607"/>
                  <a:pt x="65" y="602"/>
                </a:cubicBezTo>
                <a:cubicBezTo>
                  <a:pt x="52" y="597"/>
                  <a:pt x="41" y="589"/>
                  <a:pt x="31" y="579"/>
                </a:cubicBezTo>
                <a:cubicBezTo>
                  <a:pt x="21" y="569"/>
                  <a:pt x="13" y="558"/>
                  <a:pt x="8" y="545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687600" y="4769640"/>
            <a:ext cx="560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classify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2147040" y="4825800"/>
            <a:ext cx="16524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category=LIFE_SAFETY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4009680" y="4800240"/>
            <a:ext cx="1933920" cy="219600"/>
          </a:xfrm>
          <a:custGeom>
            <a:avLst/>
            <a:gdLst/>
            <a:ahLst/>
            <a:rect l="0" t="0" r="r" b="b"/>
            <a:pathLst>
              <a:path w="5372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9" y="66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lnTo>
                  <a:pt x="5267" y="0"/>
                </a:lnTo>
                <a:cubicBezTo>
                  <a:pt x="5281" y="0"/>
                  <a:pt x="5294" y="3"/>
                  <a:pt x="5307" y="9"/>
                </a:cubicBezTo>
                <a:cubicBezTo>
                  <a:pt x="5320" y="14"/>
                  <a:pt x="5332" y="22"/>
                  <a:pt x="5341" y="31"/>
                </a:cubicBezTo>
                <a:cubicBezTo>
                  <a:pt x="5351" y="41"/>
                  <a:pt x="5359" y="53"/>
                  <a:pt x="5364" y="66"/>
                </a:cubicBezTo>
                <a:cubicBezTo>
                  <a:pt x="5370" y="79"/>
                  <a:pt x="5372" y="92"/>
                  <a:pt x="5372" y="106"/>
                </a:cubicBezTo>
                <a:lnTo>
                  <a:pt x="5372" y="504"/>
                </a:lnTo>
                <a:cubicBezTo>
                  <a:pt x="5372" y="518"/>
                  <a:pt x="5370" y="532"/>
                  <a:pt x="5364" y="545"/>
                </a:cubicBezTo>
                <a:cubicBezTo>
                  <a:pt x="5359" y="558"/>
                  <a:pt x="5351" y="569"/>
                  <a:pt x="5341" y="579"/>
                </a:cubicBezTo>
                <a:cubicBezTo>
                  <a:pt x="5332" y="589"/>
                  <a:pt x="5320" y="597"/>
                  <a:pt x="5307" y="602"/>
                </a:cubicBezTo>
                <a:cubicBezTo>
                  <a:pt x="5294" y="607"/>
                  <a:pt x="5281" y="610"/>
                  <a:pt x="5267" y="610"/>
                </a:cubicBezTo>
                <a:lnTo>
                  <a:pt x="106" y="610"/>
                </a:lnTo>
                <a:cubicBezTo>
                  <a:pt x="92" y="610"/>
                  <a:pt x="79" y="607"/>
                  <a:pt x="66" y="602"/>
                </a:cubicBezTo>
                <a:cubicBezTo>
                  <a:pt x="53" y="597"/>
                  <a:pt x="41" y="589"/>
                  <a:pt x="31" y="579"/>
                </a:cubicBezTo>
                <a:cubicBezTo>
                  <a:pt x="22" y="569"/>
                  <a:pt x="14" y="558"/>
                  <a:pt x="9" y="545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3876120" y="476964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4066920" y="4825800"/>
            <a:ext cx="18172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subcategory=fire_smoke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6095880" y="4800240"/>
            <a:ext cx="943200" cy="219600"/>
          </a:xfrm>
          <a:custGeom>
            <a:avLst/>
            <a:gdLst/>
            <a:ahLst/>
            <a:rect l="0" t="0" r="r" b="b"/>
            <a:pathLst>
              <a:path w="2620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3" y="0"/>
                  <a:pt x="107" y="0"/>
                </a:cubicBezTo>
                <a:lnTo>
                  <a:pt x="2514" y="0"/>
                </a:lnTo>
                <a:cubicBezTo>
                  <a:pt x="2528" y="0"/>
                  <a:pt x="2542" y="3"/>
                  <a:pt x="2555" y="9"/>
                </a:cubicBezTo>
                <a:cubicBezTo>
                  <a:pt x="2568" y="14"/>
                  <a:pt x="2579" y="22"/>
                  <a:pt x="2589" y="31"/>
                </a:cubicBezTo>
                <a:cubicBezTo>
                  <a:pt x="2599" y="41"/>
                  <a:pt x="2607" y="53"/>
                  <a:pt x="2612" y="66"/>
                </a:cubicBezTo>
                <a:cubicBezTo>
                  <a:pt x="2618" y="79"/>
                  <a:pt x="2620" y="92"/>
                  <a:pt x="2620" y="106"/>
                </a:cubicBezTo>
                <a:lnTo>
                  <a:pt x="2620" y="504"/>
                </a:lnTo>
                <a:cubicBezTo>
                  <a:pt x="2620" y="518"/>
                  <a:pt x="2618" y="532"/>
                  <a:pt x="2612" y="545"/>
                </a:cubicBezTo>
                <a:cubicBezTo>
                  <a:pt x="2607" y="558"/>
                  <a:pt x="2599" y="569"/>
                  <a:pt x="2589" y="579"/>
                </a:cubicBezTo>
                <a:cubicBezTo>
                  <a:pt x="2579" y="589"/>
                  <a:pt x="2568" y="597"/>
                  <a:pt x="2555" y="602"/>
                </a:cubicBezTo>
                <a:cubicBezTo>
                  <a:pt x="2542" y="607"/>
                  <a:pt x="2528" y="610"/>
                  <a:pt x="2514" y="610"/>
                </a:cubicBezTo>
                <a:lnTo>
                  <a:pt x="107" y="610"/>
                </a:lnTo>
                <a:cubicBezTo>
                  <a:pt x="93" y="610"/>
                  <a:pt x="78" y="607"/>
                  <a:pt x="65" y="602"/>
                </a:cubicBezTo>
                <a:cubicBezTo>
                  <a:pt x="52" y="597"/>
                  <a:pt x="41" y="589"/>
                  <a:pt x="31" y="579"/>
                </a:cubicBezTo>
                <a:cubicBezTo>
                  <a:pt x="21" y="569"/>
                  <a:pt x="13" y="558"/>
                  <a:pt x="8" y="545"/>
                </a:cubicBezTo>
                <a:cubicBezTo>
                  <a:pt x="3" y="532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5961240" y="476964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6152040" y="4825800"/>
            <a:ext cx="8265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conf &gt; 0.9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687600" y="5103000"/>
            <a:ext cx="84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assign_risk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4038480" y="5133960"/>
            <a:ext cx="943200" cy="219240"/>
          </a:xfrm>
          <a:custGeom>
            <a:avLst/>
            <a:gdLst/>
            <a:ahLst/>
            <a:rect l="0" t="0" r="r" b="b"/>
            <a:pathLst>
              <a:path w="2620" h="609">
                <a:moveTo>
                  <a:pt x="0" y="503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2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514" y="0"/>
                </a:lnTo>
                <a:cubicBezTo>
                  <a:pt x="2528" y="0"/>
                  <a:pt x="2542" y="2"/>
                  <a:pt x="2555" y="8"/>
                </a:cubicBezTo>
                <a:cubicBezTo>
                  <a:pt x="2568" y="13"/>
                  <a:pt x="2579" y="21"/>
                  <a:pt x="2589" y="32"/>
                </a:cubicBezTo>
                <a:cubicBezTo>
                  <a:pt x="2599" y="41"/>
                  <a:pt x="2607" y="53"/>
                  <a:pt x="2612" y="66"/>
                </a:cubicBezTo>
                <a:cubicBezTo>
                  <a:pt x="2618" y="79"/>
                  <a:pt x="2620" y="92"/>
                  <a:pt x="2620" y="106"/>
                </a:cubicBezTo>
                <a:lnTo>
                  <a:pt x="2620" y="503"/>
                </a:lnTo>
                <a:cubicBezTo>
                  <a:pt x="2620" y="517"/>
                  <a:pt x="2618" y="531"/>
                  <a:pt x="2612" y="544"/>
                </a:cubicBezTo>
                <a:cubicBezTo>
                  <a:pt x="2607" y="557"/>
                  <a:pt x="2599" y="568"/>
                  <a:pt x="2589" y="578"/>
                </a:cubicBezTo>
                <a:cubicBezTo>
                  <a:pt x="2579" y="588"/>
                  <a:pt x="2568" y="596"/>
                  <a:pt x="2555" y="601"/>
                </a:cubicBezTo>
                <a:cubicBezTo>
                  <a:pt x="2542" y="606"/>
                  <a:pt x="2528" y="609"/>
                  <a:pt x="2514" y="609"/>
                </a:cubicBezTo>
                <a:lnTo>
                  <a:pt x="106" y="609"/>
                </a:lnTo>
                <a:cubicBezTo>
                  <a:pt x="92" y="609"/>
                  <a:pt x="78" y="606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8"/>
                  <a:pt x="13" y="557"/>
                  <a:pt x="8" y="544"/>
                </a:cubicBezTo>
                <a:cubicBezTo>
                  <a:pt x="3" y="531"/>
                  <a:pt x="0" y="517"/>
                  <a:pt x="0" y="503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2069280" y="5103000"/>
            <a:ext cx="1812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base EMERGENCY for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4098600" y="5159160"/>
            <a:ext cx="8265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fire_smoke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5002200" y="5103000"/>
            <a:ext cx="345672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+ hard urgency cue → cap at 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EMERGENCY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687600" y="5550840"/>
            <a:ext cx="82548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validator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4343040" y="5457600"/>
            <a:ext cx="2924640" cy="219600"/>
          </a:xfrm>
          <a:custGeom>
            <a:avLst/>
            <a:gdLst/>
            <a:ahLst/>
            <a:rect l="0" t="0" r="r" b="b"/>
            <a:pathLst>
              <a:path w="8124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8018" y="0"/>
                </a:lnTo>
                <a:cubicBezTo>
                  <a:pt x="8032" y="0"/>
                  <a:pt x="8046" y="3"/>
                  <a:pt x="8059" y="8"/>
                </a:cubicBezTo>
                <a:cubicBezTo>
                  <a:pt x="8072" y="14"/>
                  <a:pt x="8083" y="21"/>
                  <a:pt x="8093" y="31"/>
                </a:cubicBezTo>
                <a:cubicBezTo>
                  <a:pt x="8103" y="41"/>
                  <a:pt x="8111" y="52"/>
                  <a:pt x="8116" y="65"/>
                </a:cubicBezTo>
                <a:cubicBezTo>
                  <a:pt x="8122" y="78"/>
                  <a:pt x="8124" y="92"/>
                  <a:pt x="8124" y="106"/>
                </a:cubicBezTo>
                <a:lnTo>
                  <a:pt x="8124" y="504"/>
                </a:lnTo>
                <a:cubicBezTo>
                  <a:pt x="8124" y="518"/>
                  <a:pt x="8122" y="531"/>
                  <a:pt x="8116" y="544"/>
                </a:cubicBezTo>
                <a:cubicBezTo>
                  <a:pt x="8111" y="557"/>
                  <a:pt x="8103" y="569"/>
                  <a:pt x="8093" y="579"/>
                </a:cubicBezTo>
                <a:cubicBezTo>
                  <a:pt x="8083" y="589"/>
                  <a:pt x="8072" y="596"/>
                  <a:pt x="8059" y="602"/>
                </a:cubicBezTo>
                <a:cubicBezTo>
                  <a:pt x="8046" y="607"/>
                  <a:pt x="8032" y="610"/>
                  <a:pt x="8018" y="610"/>
                </a:cubicBezTo>
                <a:lnTo>
                  <a:pt x="106" y="610"/>
                </a:lnTo>
                <a:cubicBezTo>
                  <a:pt x="92" y="610"/>
                  <a:pt x="79" y="607"/>
                  <a:pt x="66" y="602"/>
                </a:cubicBezTo>
                <a:cubicBezTo>
                  <a:pt x="53" y="596"/>
                  <a:pt x="41" y="589"/>
                  <a:pt x="31" y="579"/>
                </a:cubicBezTo>
                <a:cubicBezTo>
                  <a:pt x="22" y="569"/>
                  <a:pt x="14" y="557"/>
                  <a:pt x="9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2069280" y="5427000"/>
            <a:ext cx="1887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all five conditions hold →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4404600" y="5482800"/>
            <a:ext cx="2808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dispatched_emergency_services=True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7810200" y="5457600"/>
            <a:ext cx="2010240" cy="219600"/>
          </a:xfrm>
          <a:custGeom>
            <a:avLst/>
            <a:gdLst/>
            <a:ahLst/>
            <a:rect l="0" t="0" r="r" b="b"/>
            <a:pathLst>
              <a:path w="5584" h="610">
                <a:moveTo>
                  <a:pt x="0" y="50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478" y="0"/>
                </a:lnTo>
                <a:cubicBezTo>
                  <a:pt x="5492" y="0"/>
                  <a:pt x="5506" y="3"/>
                  <a:pt x="5519" y="8"/>
                </a:cubicBezTo>
                <a:cubicBezTo>
                  <a:pt x="5532" y="14"/>
                  <a:pt x="5543" y="21"/>
                  <a:pt x="5553" y="31"/>
                </a:cubicBezTo>
                <a:cubicBezTo>
                  <a:pt x="5563" y="41"/>
                  <a:pt x="5571" y="52"/>
                  <a:pt x="5576" y="65"/>
                </a:cubicBezTo>
                <a:cubicBezTo>
                  <a:pt x="5581" y="78"/>
                  <a:pt x="5584" y="92"/>
                  <a:pt x="5584" y="106"/>
                </a:cubicBezTo>
                <a:lnTo>
                  <a:pt x="5584" y="504"/>
                </a:lnTo>
                <a:cubicBezTo>
                  <a:pt x="5584" y="518"/>
                  <a:pt x="5581" y="531"/>
                  <a:pt x="5576" y="544"/>
                </a:cubicBezTo>
                <a:cubicBezTo>
                  <a:pt x="5571" y="557"/>
                  <a:pt x="5563" y="569"/>
                  <a:pt x="5553" y="579"/>
                </a:cubicBezTo>
                <a:cubicBezTo>
                  <a:pt x="5543" y="589"/>
                  <a:pt x="5532" y="596"/>
                  <a:pt x="5519" y="602"/>
                </a:cubicBezTo>
                <a:cubicBezTo>
                  <a:pt x="5506" y="607"/>
                  <a:pt x="5492" y="610"/>
                  <a:pt x="5478" y="610"/>
                </a:cubicBezTo>
                <a:lnTo>
                  <a:pt x="106" y="610"/>
                </a:lnTo>
                <a:cubicBezTo>
                  <a:pt x="92" y="610"/>
                  <a:pt x="79" y="607"/>
                  <a:pt x="66" y="602"/>
                </a:cubicBezTo>
                <a:cubicBezTo>
                  <a:pt x="53" y="596"/>
                  <a:pt x="41" y="589"/>
                  <a:pt x="31" y="579"/>
                </a:cubicBezTo>
                <a:cubicBezTo>
                  <a:pt x="21" y="569"/>
                  <a:pt x="14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7290000" y="5427000"/>
            <a:ext cx="456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AND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7867800" y="5482800"/>
            <a:ext cx="19000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needs_human_review=True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9844920" y="5427000"/>
            <a:ext cx="1110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(notify async).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2069280" y="5674680"/>
            <a:ext cx="177516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Pipeline does 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not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 wait.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687600" y="5998320"/>
            <a:ext cx="1053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vendor_select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4505040" y="6029280"/>
            <a:ext cx="1686240" cy="219240"/>
          </a:xfrm>
          <a:custGeom>
            <a:avLst/>
            <a:gdLst/>
            <a:ahLst/>
            <a:rect l="0" t="0" r="r" b="b"/>
            <a:pathLst>
              <a:path w="4684" h="609">
                <a:moveTo>
                  <a:pt x="0" y="502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4579" y="0"/>
                </a:lnTo>
                <a:cubicBezTo>
                  <a:pt x="4593" y="0"/>
                  <a:pt x="4606" y="2"/>
                  <a:pt x="4619" y="8"/>
                </a:cubicBezTo>
                <a:cubicBezTo>
                  <a:pt x="4632" y="13"/>
                  <a:pt x="4643" y="21"/>
                  <a:pt x="4653" y="31"/>
                </a:cubicBezTo>
                <a:cubicBezTo>
                  <a:pt x="4663" y="41"/>
                  <a:pt x="4671" y="52"/>
                  <a:pt x="4676" y="65"/>
                </a:cubicBezTo>
                <a:cubicBezTo>
                  <a:pt x="4682" y="78"/>
                  <a:pt x="4684" y="91"/>
                  <a:pt x="4684" y="105"/>
                </a:cubicBezTo>
                <a:lnTo>
                  <a:pt x="4684" y="502"/>
                </a:lnTo>
                <a:cubicBezTo>
                  <a:pt x="4684" y="516"/>
                  <a:pt x="4682" y="530"/>
                  <a:pt x="4676" y="543"/>
                </a:cubicBezTo>
                <a:cubicBezTo>
                  <a:pt x="4671" y="556"/>
                  <a:pt x="4663" y="567"/>
                  <a:pt x="4653" y="577"/>
                </a:cubicBezTo>
                <a:cubicBezTo>
                  <a:pt x="4643" y="588"/>
                  <a:pt x="4632" y="596"/>
                  <a:pt x="4619" y="601"/>
                </a:cubicBezTo>
                <a:cubicBezTo>
                  <a:pt x="4606" y="606"/>
                  <a:pt x="4593" y="609"/>
                  <a:pt x="4579" y="609"/>
                </a:cubicBezTo>
                <a:lnTo>
                  <a:pt x="106" y="609"/>
                </a:lnTo>
                <a:cubicBezTo>
                  <a:pt x="92" y="609"/>
                  <a:pt x="79" y="606"/>
                  <a:pt x="66" y="601"/>
                </a:cubicBezTo>
                <a:cubicBezTo>
                  <a:pt x="53" y="596"/>
                  <a:pt x="41" y="588"/>
                  <a:pt x="31" y="577"/>
                </a:cubicBezTo>
                <a:cubicBezTo>
                  <a:pt x="21" y="567"/>
                  <a:pt x="14" y="556"/>
                  <a:pt x="8" y="543"/>
                </a:cubicBezTo>
                <a:cubicBezTo>
                  <a:pt x="3" y="530"/>
                  <a:pt x="0" y="516"/>
                  <a:pt x="0" y="50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2069280" y="5998320"/>
            <a:ext cx="20592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emergency electrician with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4564800" y="6054480"/>
            <a:ext cx="15696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8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available_24_7=True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211440" y="5998320"/>
            <a:ext cx="10774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, SLA ≤30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5216400" y="6545520"/>
            <a:ext cx="19051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Speaker says: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609480" y="2342880"/>
            <a:ext cx="28800" cy="476640"/>
          </a:xfrm>
          <a:custGeom>
            <a:avLst/>
            <a:gdLst/>
            <a:ahLst/>
            <a:rect l="0" t="0" r="r" b="b"/>
            <a:pathLst>
              <a:path w="80" h="1324">
                <a:moveTo>
                  <a:pt x="0" y="0"/>
                </a:moveTo>
                <a:lnTo>
                  <a:pt x="80" y="0"/>
                </a:lnTo>
                <a:lnTo>
                  <a:pt x="80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818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790560" y="2442960"/>
            <a:ext cx="8446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i="1" u="none" strike="noStrike">
                <a:solidFill>
                  <a:srgbClr val="C4B5FD"/>
                </a:solidFill>
                <a:effectLst/>
                <a:uFillTx/>
                <a:latin typeface=".SFNS-RegularItalic_opsz1A0000_YAXS_wght"/>
                <a:ea typeface=".SFNS-RegularItalic_opsz1A0000_YAXS_wght"/>
              </a:rPr>
              <a:t>"And the other direction — the actual emergency. Same pipeline, opposite outcome."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638280" y="23796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0" name=""/>
          <p:cNvSpPr txBox="1"/>
          <p:nvPr/>
        </p:nvSpPr>
        <p:spPr>
          <a:xfrm rot="10800000">
            <a:off x="11337480" y="250524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i="1" u="none" strike="noStrike">
                <a:solidFill>
                  <a:srgbClr val="DAD8C8"/>
                </a:solidFill>
                <a:effectLst/>
                <a:uFillTx/>
                <a:latin typeface="TimesNewRoman"/>
                <a:ea typeface="TimesNewRoman"/>
              </a:rPr>
              <a:t>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1169892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24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D11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618840" y="1142640"/>
            <a:ext cx="6191640" cy="238680"/>
          </a:xfrm>
          <a:custGeom>
            <a:avLst/>
            <a:gdLst/>
            <a:ahLst/>
            <a:rect l="0" t="0" r="r" b="b"/>
            <a:pathLst>
              <a:path w="17199" h="663">
                <a:moveTo>
                  <a:pt x="0" y="0"/>
                </a:moveTo>
                <a:lnTo>
                  <a:pt x="17199" y="0"/>
                </a:lnTo>
                <a:lnTo>
                  <a:pt x="17199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6810120" y="1142640"/>
            <a:ext cx="1371960" cy="238680"/>
          </a:xfrm>
          <a:custGeom>
            <a:avLst/>
            <a:gdLst/>
            <a:ahLst/>
            <a:rect l="0" t="0" r="r" b="b"/>
            <a:pathLst>
              <a:path w="3811" h="663">
                <a:moveTo>
                  <a:pt x="0" y="0"/>
                </a:moveTo>
                <a:lnTo>
                  <a:pt x="3811" y="0"/>
                </a:lnTo>
                <a:lnTo>
                  <a:pt x="3811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8181720" y="1142640"/>
            <a:ext cx="3400920" cy="238680"/>
          </a:xfrm>
          <a:custGeom>
            <a:avLst/>
            <a:gdLst/>
            <a:ahLst/>
            <a:rect l="0" t="0" r="r" b="b"/>
            <a:pathLst>
              <a:path w="9447" h="663">
                <a:moveTo>
                  <a:pt x="0" y="0"/>
                </a:moveTo>
                <a:lnTo>
                  <a:pt x="9447" y="0"/>
                </a:lnTo>
                <a:lnTo>
                  <a:pt x="9447" y="663"/>
                </a:lnTo>
                <a:lnTo>
                  <a:pt x="0" y="663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618840" y="1380960"/>
            <a:ext cx="6191640" cy="324360"/>
          </a:xfrm>
          <a:custGeom>
            <a:avLst/>
            <a:gdLst/>
            <a:ahLst/>
            <a:rect l="0" t="0" r="r" b="b"/>
            <a:pathLst>
              <a:path w="17199" h="901">
                <a:moveTo>
                  <a:pt x="0" y="0"/>
                </a:moveTo>
                <a:lnTo>
                  <a:pt x="17199" y="0"/>
                </a:lnTo>
                <a:lnTo>
                  <a:pt x="1719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6810120" y="1380960"/>
            <a:ext cx="1371960" cy="324360"/>
          </a:xfrm>
          <a:custGeom>
            <a:avLst/>
            <a:gdLst/>
            <a:ahLst/>
            <a:rect l="0" t="0" r="r" b="b"/>
            <a:pathLst>
              <a:path w="3811" h="901">
                <a:moveTo>
                  <a:pt x="0" y="0"/>
                </a:moveTo>
                <a:lnTo>
                  <a:pt x="3811" y="0"/>
                </a:lnTo>
                <a:lnTo>
                  <a:pt x="3811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8181720" y="1380960"/>
            <a:ext cx="3400920" cy="324360"/>
          </a:xfrm>
          <a:custGeom>
            <a:avLst/>
            <a:gdLst/>
            <a:ahLst/>
            <a:rect l="0" t="0" r="r" b="b"/>
            <a:pathLst>
              <a:path w="9447" h="901">
                <a:moveTo>
                  <a:pt x="0" y="0"/>
                </a:moveTo>
                <a:lnTo>
                  <a:pt x="9447" y="0"/>
                </a:lnTo>
                <a:lnTo>
                  <a:pt x="944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618840" y="2028600"/>
            <a:ext cx="6191640" cy="324360"/>
          </a:xfrm>
          <a:custGeom>
            <a:avLst/>
            <a:gdLst/>
            <a:ahLst/>
            <a:rect l="0" t="0" r="r" b="b"/>
            <a:pathLst>
              <a:path w="17199" h="901">
                <a:moveTo>
                  <a:pt x="0" y="0"/>
                </a:moveTo>
                <a:lnTo>
                  <a:pt x="17199" y="0"/>
                </a:lnTo>
                <a:lnTo>
                  <a:pt x="1719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6810120" y="2028600"/>
            <a:ext cx="1371960" cy="324360"/>
          </a:xfrm>
          <a:custGeom>
            <a:avLst/>
            <a:gdLst/>
            <a:ahLst/>
            <a:rect l="0" t="0" r="r" b="b"/>
            <a:pathLst>
              <a:path w="3811" h="901">
                <a:moveTo>
                  <a:pt x="0" y="0"/>
                </a:moveTo>
                <a:lnTo>
                  <a:pt x="3811" y="0"/>
                </a:lnTo>
                <a:lnTo>
                  <a:pt x="3811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8181720" y="2028600"/>
            <a:ext cx="3400920" cy="324360"/>
          </a:xfrm>
          <a:custGeom>
            <a:avLst/>
            <a:gdLst/>
            <a:ahLst/>
            <a:rect l="0" t="0" r="r" b="b"/>
            <a:pathLst>
              <a:path w="9447" h="901">
                <a:moveTo>
                  <a:pt x="0" y="0"/>
                </a:moveTo>
                <a:lnTo>
                  <a:pt x="9447" y="0"/>
                </a:lnTo>
                <a:lnTo>
                  <a:pt x="944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618840" y="2685960"/>
            <a:ext cx="6191640" cy="324000"/>
          </a:xfrm>
          <a:custGeom>
            <a:avLst/>
            <a:gdLst/>
            <a:ahLst/>
            <a:rect l="0" t="0" r="r" b="b"/>
            <a:pathLst>
              <a:path w="17199" h="900">
                <a:moveTo>
                  <a:pt x="0" y="0"/>
                </a:moveTo>
                <a:lnTo>
                  <a:pt x="17199" y="0"/>
                </a:lnTo>
                <a:lnTo>
                  <a:pt x="17199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6810120" y="2685960"/>
            <a:ext cx="1371960" cy="324000"/>
          </a:xfrm>
          <a:custGeom>
            <a:avLst/>
            <a:gdLst/>
            <a:ahLst/>
            <a:rect l="0" t="0" r="r" b="b"/>
            <a:pathLst>
              <a:path w="3811" h="900">
                <a:moveTo>
                  <a:pt x="0" y="0"/>
                </a:moveTo>
                <a:lnTo>
                  <a:pt x="3811" y="0"/>
                </a:lnTo>
                <a:lnTo>
                  <a:pt x="3811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8181720" y="2685960"/>
            <a:ext cx="3400920" cy="324000"/>
          </a:xfrm>
          <a:custGeom>
            <a:avLst/>
            <a:gdLst/>
            <a:ahLst/>
            <a:rect l="0" t="0" r="r" b="b"/>
            <a:pathLst>
              <a:path w="9447" h="900">
                <a:moveTo>
                  <a:pt x="0" y="0"/>
                </a:moveTo>
                <a:lnTo>
                  <a:pt x="9447" y="0"/>
                </a:lnTo>
                <a:lnTo>
                  <a:pt x="944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618840" y="3333600"/>
            <a:ext cx="6191640" cy="333720"/>
          </a:xfrm>
          <a:custGeom>
            <a:avLst/>
            <a:gdLst/>
            <a:ahLst/>
            <a:rect l="0" t="0" r="r" b="b"/>
            <a:pathLst>
              <a:path w="17199" h="927">
                <a:moveTo>
                  <a:pt x="0" y="0"/>
                </a:moveTo>
                <a:lnTo>
                  <a:pt x="17199" y="0"/>
                </a:lnTo>
                <a:lnTo>
                  <a:pt x="1719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6810120" y="3333600"/>
            <a:ext cx="1371960" cy="333720"/>
          </a:xfrm>
          <a:custGeom>
            <a:avLst/>
            <a:gdLst/>
            <a:ahLst/>
            <a:rect l="0" t="0" r="r" b="b"/>
            <a:pathLst>
              <a:path w="3811" h="927">
                <a:moveTo>
                  <a:pt x="0" y="0"/>
                </a:moveTo>
                <a:lnTo>
                  <a:pt x="3811" y="0"/>
                </a:lnTo>
                <a:lnTo>
                  <a:pt x="3811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8181720" y="3333600"/>
            <a:ext cx="3400920" cy="333720"/>
          </a:xfrm>
          <a:custGeom>
            <a:avLst/>
            <a:gdLst/>
            <a:ahLst/>
            <a:rect l="0" t="0" r="r" b="b"/>
            <a:pathLst>
              <a:path w="9447" h="927">
                <a:moveTo>
                  <a:pt x="0" y="0"/>
                </a:moveTo>
                <a:lnTo>
                  <a:pt x="9447" y="0"/>
                </a:lnTo>
                <a:lnTo>
                  <a:pt x="944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609480" y="113328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609480" y="1133280"/>
            <a:ext cx="6210720" cy="9720"/>
          </a:xfrm>
          <a:custGeom>
            <a:avLst/>
            <a:gdLst/>
            <a:ahLst/>
            <a:rect l="0" t="0" r="r" b="b"/>
            <a:pathLst>
              <a:path w="17252" h="27">
                <a:moveTo>
                  <a:pt x="0" y="0"/>
                </a:moveTo>
                <a:lnTo>
                  <a:pt x="17252" y="0"/>
                </a:lnTo>
                <a:lnTo>
                  <a:pt x="172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6810120" y="113328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6819840" y="113328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8172360" y="113328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8181720" y="1133280"/>
            <a:ext cx="3400920" cy="9720"/>
          </a:xfrm>
          <a:custGeom>
            <a:avLst/>
            <a:gdLst/>
            <a:ahLst/>
            <a:rect l="0" t="0" r="r" b="b"/>
            <a:pathLst>
              <a:path w="9447" h="27">
                <a:moveTo>
                  <a:pt x="0" y="0"/>
                </a:moveTo>
                <a:lnTo>
                  <a:pt x="9447" y="0"/>
                </a:lnTo>
                <a:lnTo>
                  <a:pt x="94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11572560" y="113328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609480" y="1371240"/>
            <a:ext cx="6210720" cy="10080"/>
          </a:xfrm>
          <a:custGeom>
            <a:avLst/>
            <a:gdLst/>
            <a:ahLst/>
            <a:rect l="0" t="0" r="r" b="b"/>
            <a:pathLst>
              <a:path w="17252" h="28">
                <a:moveTo>
                  <a:pt x="0" y="0"/>
                </a:moveTo>
                <a:lnTo>
                  <a:pt x="17252" y="0"/>
                </a:lnTo>
                <a:lnTo>
                  <a:pt x="172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6819840" y="137124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8181720" y="1371240"/>
            <a:ext cx="3400920" cy="10080"/>
          </a:xfrm>
          <a:custGeom>
            <a:avLst/>
            <a:gdLst/>
            <a:ahLst/>
            <a:rect l="0" t="0" r="r" b="b"/>
            <a:pathLst>
              <a:path w="9447" h="28">
                <a:moveTo>
                  <a:pt x="0" y="0"/>
                </a:moveTo>
                <a:lnTo>
                  <a:pt x="9447" y="0"/>
                </a:lnTo>
                <a:lnTo>
                  <a:pt x="94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609480" y="1380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6810120" y="1380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8172360" y="1380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11572560" y="1380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609480" y="170496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609480" y="1695240"/>
            <a:ext cx="6210720" cy="10080"/>
          </a:xfrm>
          <a:custGeom>
            <a:avLst/>
            <a:gdLst/>
            <a:ahLst/>
            <a:rect l="0" t="0" r="r" b="b"/>
            <a:pathLst>
              <a:path w="17252" h="28">
                <a:moveTo>
                  <a:pt x="0" y="0"/>
                </a:moveTo>
                <a:lnTo>
                  <a:pt x="17252" y="0"/>
                </a:lnTo>
                <a:lnTo>
                  <a:pt x="172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6810120" y="170496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6819840" y="169524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8172360" y="170496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8181720" y="1695240"/>
            <a:ext cx="3400920" cy="10080"/>
          </a:xfrm>
          <a:custGeom>
            <a:avLst/>
            <a:gdLst/>
            <a:ahLst/>
            <a:rect l="0" t="0" r="r" b="b"/>
            <a:pathLst>
              <a:path w="9447" h="28">
                <a:moveTo>
                  <a:pt x="0" y="0"/>
                </a:moveTo>
                <a:lnTo>
                  <a:pt x="9447" y="0"/>
                </a:lnTo>
                <a:lnTo>
                  <a:pt x="94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11572560" y="170496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609480" y="203832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609480" y="2028600"/>
            <a:ext cx="6210720" cy="10080"/>
          </a:xfrm>
          <a:custGeom>
            <a:avLst/>
            <a:gdLst/>
            <a:ahLst/>
            <a:rect l="0" t="0" r="r" b="b"/>
            <a:pathLst>
              <a:path w="17252" h="28">
                <a:moveTo>
                  <a:pt x="0" y="0"/>
                </a:moveTo>
                <a:lnTo>
                  <a:pt x="17252" y="0"/>
                </a:lnTo>
                <a:lnTo>
                  <a:pt x="172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6810120" y="203832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6819840" y="202860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8172360" y="203832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8181720" y="2028600"/>
            <a:ext cx="3400920" cy="10080"/>
          </a:xfrm>
          <a:custGeom>
            <a:avLst/>
            <a:gdLst/>
            <a:ahLst/>
            <a:rect l="0" t="0" r="r" b="b"/>
            <a:pathLst>
              <a:path w="9447" h="28">
                <a:moveTo>
                  <a:pt x="0" y="0"/>
                </a:moveTo>
                <a:lnTo>
                  <a:pt x="9447" y="0"/>
                </a:lnTo>
                <a:lnTo>
                  <a:pt x="94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11572560" y="203832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609480" y="2361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609480" y="2352600"/>
            <a:ext cx="6210720" cy="9720"/>
          </a:xfrm>
          <a:custGeom>
            <a:avLst/>
            <a:gdLst/>
            <a:ahLst/>
            <a:rect l="0" t="0" r="r" b="b"/>
            <a:pathLst>
              <a:path w="17252" h="27">
                <a:moveTo>
                  <a:pt x="0" y="0"/>
                </a:moveTo>
                <a:lnTo>
                  <a:pt x="17252" y="0"/>
                </a:lnTo>
                <a:lnTo>
                  <a:pt x="172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6810120" y="2361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6819840" y="235260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8172360" y="2361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8181720" y="2352600"/>
            <a:ext cx="3400920" cy="9720"/>
          </a:xfrm>
          <a:custGeom>
            <a:avLst/>
            <a:gdLst/>
            <a:ahLst/>
            <a:rect l="0" t="0" r="r" b="b"/>
            <a:pathLst>
              <a:path w="9447" h="27">
                <a:moveTo>
                  <a:pt x="0" y="0"/>
                </a:moveTo>
                <a:lnTo>
                  <a:pt x="9447" y="0"/>
                </a:lnTo>
                <a:lnTo>
                  <a:pt x="94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11572560" y="2361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609480" y="26859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609480" y="2676240"/>
            <a:ext cx="6210720" cy="10080"/>
          </a:xfrm>
          <a:custGeom>
            <a:avLst/>
            <a:gdLst/>
            <a:ahLst/>
            <a:rect l="0" t="0" r="r" b="b"/>
            <a:pathLst>
              <a:path w="17252" h="28">
                <a:moveTo>
                  <a:pt x="0" y="0"/>
                </a:moveTo>
                <a:lnTo>
                  <a:pt x="17252" y="0"/>
                </a:lnTo>
                <a:lnTo>
                  <a:pt x="172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6810120" y="268596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6819840" y="267624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8172360" y="268596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8181720" y="2676240"/>
            <a:ext cx="3400920" cy="10080"/>
          </a:xfrm>
          <a:custGeom>
            <a:avLst/>
            <a:gdLst/>
            <a:ahLst/>
            <a:rect l="0" t="0" r="r" b="b"/>
            <a:pathLst>
              <a:path w="9447" h="28">
                <a:moveTo>
                  <a:pt x="0" y="0"/>
                </a:moveTo>
                <a:lnTo>
                  <a:pt x="9447" y="0"/>
                </a:lnTo>
                <a:lnTo>
                  <a:pt x="94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11572560" y="268596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609480" y="30096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609480" y="3000240"/>
            <a:ext cx="6210720" cy="9720"/>
          </a:xfrm>
          <a:custGeom>
            <a:avLst/>
            <a:gdLst/>
            <a:ahLst/>
            <a:rect l="0" t="0" r="r" b="b"/>
            <a:pathLst>
              <a:path w="17252" h="27">
                <a:moveTo>
                  <a:pt x="0" y="0"/>
                </a:moveTo>
                <a:lnTo>
                  <a:pt x="17252" y="0"/>
                </a:lnTo>
                <a:lnTo>
                  <a:pt x="172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6810120" y="300960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6819840" y="300024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8172360" y="300960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8181720" y="3000240"/>
            <a:ext cx="3400920" cy="9720"/>
          </a:xfrm>
          <a:custGeom>
            <a:avLst/>
            <a:gdLst/>
            <a:ahLst/>
            <a:rect l="0" t="0" r="r" b="b"/>
            <a:pathLst>
              <a:path w="9447" h="27">
                <a:moveTo>
                  <a:pt x="0" y="0"/>
                </a:moveTo>
                <a:lnTo>
                  <a:pt x="9447" y="0"/>
                </a:lnTo>
                <a:lnTo>
                  <a:pt x="94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11572560" y="300960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609480" y="3342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609480" y="3333600"/>
            <a:ext cx="6210720" cy="9720"/>
          </a:xfrm>
          <a:custGeom>
            <a:avLst/>
            <a:gdLst/>
            <a:ahLst/>
            <a:rect l="0" t="0" r="r" b="b"/>
            <a:pathLst>
              <a:path w="17252" h="27">
                <a:moveTo>
                  <a:pt x="0" y="0"/>
                </a:moveTo>
                <a:lnTo>
                  <a:pt x="17252" y="0"/>
                </a:lnTo>
                <a:lnTo>
                  <a:pt x="172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6810120" y="3342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6819840" y="333360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8172360" y="334296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8181720" y="3333600"/>
            <a:ext cx="3400920" cy="9720"/>
          </a:xfrm>
          <a:custGeom>
            <a:avLst/>
            <a:gdLst/>
            <a:ahLst/>
            <a:rect l="0" t="0" r="r" b="b"/>
            <a:pathLst>
              <a:path w="9447" h="27">
                <a:moveTo>
                  <a:pt x="0" y="0"/>
                </a:moveTo>
                <a:lnTo>
                  <a:pt x="9447" y="0"/>
                </a:lnTo>
                <a:lnTo>
                  <a:pt x="94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11572560" y="334296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609480" y="3657240"/>
            <a:ext cx="6210720" cy="10080"/>
          </a:xfrm>
          <a:custGeom>
            <a:avLst/>
            <a:gdLst/>
            <a:ahLst/>
            <a:rect l="0" t="0" r="r" b="b"/>
            <a:pathLst>
              <a:path w="17252" h="28">
                <a:moveTo>
                  <a:pt x="0" y="0"/>
                </a:moveTo>
                <a:lnTo>
                  <a:pt x="17252" y="0"/>
                </a:lnTo>
                <a:lnTo>
                  <a:pt x="172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6819840" y="365724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8181720" y="3657240"/>
            <a:ext cx="3400920" cy="10080"/>
          </a:xfrm>
          <a:custGeom>
            <a:avLst/>
            <a:gdLst/>
            <a:ahLst/>
            <a:rect l="0" t="0" r="r" b="b"/>
            <a:pathLst>
              <a:path w="9447" h="28">
                <a:moveTo>
                  <a:pt x="0" y="0"/>
                </a:moveTo>
                <a:lnTo>
                  <a:pt x="9447" y="0"/>
                </a:lnTo>
                <a:lnTo>
                  <a:pt x="94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618840" y="4410000"/>
            <a:ext cx="7334640" cy="238320"/>
          </a:xfrm>
          <a:custGeom>
            <a:avLst/>
            <a:gdLst/>
            <a:ahLst/>
            <a:rect l="0" t="0" r="r" b="b"/>
            <a:pathLst>
              <a:path w="20374" h="662">
                <a:moveTo>
                  <a:pt x="0" y="0"/>
                </a:moveTo>
                <a:lnTo>
                  <a:pt x="20374" y="0"/>
                </a:lnTo>
                <a:lnTo>
                  <a:pt x="20374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7953120" y="4410000"/>
            <a:ext cx="1819800" cy="238320"/>
          </a:xfrm>
          <a:custGeom>
            <a:avLst/>
            <a:gdLst/>
            <a:ahLst/>
            <a:rect l="0" t="0" r="r" b="b"/>
            <a:pathLst>
              <a:path w="5055" h="662">
                <a:moveTo>
                  <a:pt x="0" y="0"/>
                </a:moveTo>
                <a:lnTo>
                  <a:pt x="5055" y="0"/>
                </a:lnTo>
                <a:lnTo>
                  <a:pt x="5055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9772560" y="4410000"/>
            <a:ext cx="1810080" cy="238320"/>
          </a:xfrm>
          <a:custGeom>
            <a:avLst/>
            <a:gdLst/>
            <a:ahLst/>
            <a:rect l="0" t="0" r="r" b="b"/>
            <a:pathLst>
              <a:path w="5028" h="662">
                <a:moveTo>
                  <a:pt x="0" y="0"/>
                </a:moveTo>
                <a:lnTo>
                  <a:pt x="5028" y="0"/>
                </a:lnTo>
                <a:lnTo>
                  <a:pt x="5028" y="662"/>
                </a:lnTo>
                <a:lnTo>
                  <a:pt x="0" y="662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618840" y="4647960"/>
            <a:ext cx="7334640" cy="333720"/>
          </a:xfrm>
          <a:custGeom>
            <a:avLst/>
            <a:gdLst/>
            <a:ahLst/>
            <a:rect l="0" t="0" r="r" b="b"/>
            <a:pathLst>
              <a:path w="20374" h="927">
                <a:moveTo>
                  <a:pt x="0" y="0"/>
                </a:moveTo>
                <a:lnTo>
                  <a:pt x="20374" y="0"/>
                </a:lnTo>
                <a:lnTo>
                  <a:pt x="20374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7953120" y="4647960"/>
            <a:ext cx="1819800" cy="333720"/>
          </a:xfrm>
          <a:custGeom>
            <a:avLst/>
            <a:gdLst/>
            <a:ahLst/>
            <a:rect l="0" t="0" r="r" b="b"/>
            <a:pathLst>
              <a:path w="5055" h="927">
                <a:moveTo>
                  <a:pt x="0" y="0"/>
                </a:moveTo>
                <a:lnTo>
                  <a:pt x="5055" y="0"/>
                </a:lnTo>
                <a:lnTo>
                  <a:pt x="5055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9772560" y="4647960"/>
            <a:ext cx="1810080" cy="333720"/>
          </a:xfrm>
          <a:custGeom>
            <a:avLst/>
            <a:gdLst/>
            <a:ahLst/>
            <a:rect l="0" t="0" r="r" b="b"/>
            <a:pathLst>
              <a:path w="5028" h="927">
                <a:moveTo>
                  <a:pt x="0" y="0"/>
                </a:moveTo>
                <a:lnTo>
                  <a:pt x="5028" y="0"/>
                </a:lnTo>
                <a:lnTo>
                  <a:pt x="50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618840" y="5305320"/>
            <a:ext cx="7334640" cy="324000"/>
          </a:xfrm>
          <a:custGeom>
            <a:avLst/>
            <a:gdLst/>
            <a:ahLst/>
            <a:rect l="0" t="0" r="r" b="b"/>
            <a:pathLst>
              <a:path w="20374" h="900">
                <a:moveTo>
                  <a:pt x="0" y="0"/>
                </a:moveTo>
                <a:lnTo>
                  <a:pt x="20374" y="0"/>
                </a:lnTo>
                <a:lnTo>
                  <a:pt x="20374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7953120" y="5305320"/>
            <a:ext cx="1819800" cy="324000"/>
          </a:xfrm>
          <a:custGeom>
            <a:avLst/>
            <a:gdLst/>
            <a:ahLst/>
            <a:rect l="0" t="0" r="r" b="b"/>
            <a:pathLst>
              <a:path w="5055" h="900">
                <a:moveTo>
                  <a:pt x="0" y="0"/>
                </a:moveTo>
                <a:lnTo>
                  <a:pt x="5055" y="0"/>
                </a:lnTo>
                <a:lnTo>
                  <a:pt x="5055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9772560" y="5305320"/>
            <a:ext cx="1810080" cy="324000"/>
          </a:xfrm>
          <a:custGeom>
            <a:avLst/>
            <a:gdLst/>
            <a:ahLst/>
            <a:rect l="0" t="0" r="r" b="b"/>
            <a:pathLst>
              <a:path w="5028" h="900">
                <a:moveTo>
                  <a:pt x="0" y="0"/>
                </a:moveTo>
                <a:lnTo>
                  <a:pt x="5028" y="0"/>
                </a:lnTo>
                <a:lnTo>
                  <a:pt x="50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618840" y="5952960"/>
            <a:ext cx="7334640" cy="333720"/>
          </a:xfrm>
          <a:custGeom>
            <a:avLst/>
            <a:gdLst/>
            <a:ahLst/>
            <a:rect l="0" t="0" r="r" b="b"/>
            <a:pathLst>
              <a:path w="20374" h="927">
                <a:moveTo>
                  <a:pt x="0" y="0"/>
                </a:moveTo>
                <a:lnTo>
                  <a:pt x="20374" y="0"/>
                </a:lnTo>
                <a:lnTo>
                  <a:pt x="20374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7953120" y="5952960"/>
            <a:ext cx="1819800" cy="333720"/>
          </a:xfrm>
          <a:custGeom>
            <a:avLst/>
            <a:gdLst/>
            <a:ahLst/>
            <a:rect l="0" t="0" r="r" b="b"/>
            <a:pathLst>
              <a:path w="5055" h="927">
                <a:moveTo>
                  <a:pt x="0" y="0"/>
                </a:moveTo>
                <a:lnTo>
                  <a:pt x="5055" y="0"/>
                </a:lnTo>
                <a:lnTo>
                  <a:pt x="5055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9772560" y="5952960"/>
            <a:ext cx="1810080" cy="333720"/>
          </a:xfrm>
          <a:custGeom>
            <a:avLst/>
            <a:gdLst/>
            <a:ahLst/>
            <a:rect l="0" t="0" r="r" b="b"/>
            <a:pathLst>
              <a:path w="5028" h="927">
                <a:moveTo>
                  <a:pt x="0" y="0"/>
                </a:moveTo>
                <a:lnTo>
                  <a:pt x="5028" y="0"/>
                </a:lnTo>
                <a:lnTo>
                  <a:pt x="50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618840" y="6610320"/>
            <a:ext cx="7334640" cy="247680"/>
          </a:xfrm>
          <a:custGeom>
            <a:avLst/>
            <a:gdLst/>
            <a:ahLst/>
            <a:rect l="0" t="0" r="r" b="b"/>
            <a:pathLst>
              <a:path w="20374" h="688">
                <a:moveTo>
                  <a:pt x="0" y="0"/>
                </a:moveTo>
                <a:lnTo>
                  <a:pt x="20374" y="0"/>
                </a:lnTo>
                <a:lnTo>
                  <a:pt x="20374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7953120" y="6610320"/>
            <a:ext cx="1819800" cy="247680"/>
          </a:xfrm>
          <a:custGeom>
            <a:avLst/>
            <a:gdLst/>
            <a:ahLst/>
            <a:rect l="0" t="0" r="r" b="b"/>
            <a:pathLst>
              <a:path w="5055" h="688">
                <a:moveTo>
                  <a:pt x="0" y="0"/>
                </a:moveTo>
                <a:lnTo>
                  <a:pt x="5055" y="0"/>
                </a:lnTo>
                <a:lnTo>
                  <a:pt x="5055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9772560" y="6610320"/>
            <a:ext cx="1810080" cy="247680"/>
          </a:xfrm>
          <a:custGeom>
            <a:avLst/>
            <a:gdLst/>
            <a:ahLst/>
            <a:rect l="0" t="0" r="r" b="b"/>
            <a:pathLst>
              <a:path w="5028" h="688">
                <a:moveTo>
                  <a:pt x="0" y="0"/>
                </a:moveTo>
                <a:lnTo>
                  <a:pt x="5028" y="0"/>
                </a:lnTo>
                <a:lnTo>
                  <a:pt x="5028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609480" y="441000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609480" y="4410000"/>
            <a:ext cx="7344000" cy="9720"/>
          </a:xfrm>
          <a:custGeom>
            <a:avLst/>
            <a:gdLst/>
            <a:ahLst/>
            <a:rect l="0" t="0" r="r" b="b"/>
            <a:pathLst>
              <a:path w="20400" h="27">
                <a:moveTo>
                  <a:pt x="0" y="0"/>
                </a:moveTo>
                <a:lnTo>
                  <a:pt x="20400" y="0"/>
                </a:lnTo>
                <a:lnTo>
                  <a:pt x="2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7943760" y="4410000"/>
            <a:ext cx="9720" cy="248040"/>
          </a:xfrm>
          <a:custGeom>
            <a:avLst/>
            <a:gdLst/>
            <a:ahLst/>
            <a:rect l="0" t="0" r="r" b="b"/>
            <a:pathLst>
              <a:path w="27" h="689">
                <a:moveTo>
                  <a:pt x="0" y="0"/>
                </a:moveTo>
                <a:lnTo>
                  <a:pt x="27" y="0"/>
                </a:lnTo>
                <a:lnTo>
                  <a:pt x="27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953120" y="4410000"/>
            <a:ext cx="1819800" cy="9720"/>
          </a:xfrm>
          <a:custGeom>
            <a:avLst/>
            <a:gdLst/>
            <a:ahLst/>
            <a:rect l="0" t="0" r="r" b="b"/>
            <a:pathLst>
              <a:path w="5055" h="27">
                <a:moveTo>
                  <a:pt x="0" y="0"/>
                </a:moveTo>
                <a:lnTo>
                  <a:pt x="5055" y="0"/>
                </a:lnTo>
                <a:lnTo>
                  <a:pt x="50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9762840" y="44100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9772560" y="441000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11572560" y="4410000"/>
            <a:ext cx="10080" cy="248040"/>
          </a:xfrm>
          <a:custGeom>
            <a:avLst/>
            <a:gdLst/>
            <a:ahLst/>
            <a:rect l="0" t="0" r="r" b="b"/>
            <a:pathLst>
              <a:path w="28" h="689">
                <a:moveTo>
                  <a:pt x="0" y="0"/>
                </a:moveTo>
                <a:lnTo>
                  <a:pt x="28" y="0"/>
                </a:lnTo>
                <a:lnTo>
                  <a:pt x="28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609480" y="4647960"/>
            <a:ext cx="7344000" cy="10080"/>
          </a:xfrm>
          <a:custGeom>
            <a:avLst/>
            <a:gdLst/>
            <a:ahLst/>
            <a:rect l="0" t="0" r="r" b="b"/>
            <a:pathLst>
              <a:path w="20400" h="28">
                <a:moveTo>
                  <a:pt x="0" y="0"/>
                </a:moveTo>
                <a:lnTo>
                  <a:pt x="20400" y="0"/>
                </a:lnTo>
                <a:lnTo>
                  <a:pt x="2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7953120" y="4647960"/>
            <a:ext cx="1819800" cy="10080"/>
          </a:xfrm>
          <a:custGeom>
            <a:avLst/>
            <a:gdLst/>
            <a:ahLst/>
            <a:rect l="0" t="0" r="r" b="b"/>
            <a:pathLst>
              <a:path w="5055" h="28">
                <a:moveTo>
                  <a:pt x="0" y="0"/>
                </a:moveTo>
                <a:lnTo>
                  <a:pt x="5055" y="0"/>
                </a:lnTo>
                <a:lnTo>
                  <a:pt x="50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9772560" y="464796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609480" y="46576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7943760" y="46576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9762840" y="46576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11572560" y="46576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609480" y="498132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609480" y="4971960"/>
            <a:ext cx="7344000" cy="9720"/>
          </a:xfrm>
          <a:custGeom>
            <a:avLst/>
            <a:gdLst/>
            <a:ahLst/>
            <a:rect l="0" t="0" r="r" b="b"/>
            <a:pathLst>
              <a:path w="20400" h="27">
                <a:moveTo>
                  <a:pt x="0" y="0"/>
                </a:moveTo>
                <a:lnTo>
                  <a:pt x="20400" y="0"/>
                </a:lnTo>
                <a:lnTo>
                  <a:pt x="2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7943760" y="498132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7953120" y="4971960"/>
            <a:ext cx="1819800" cy="9720"/>
          </a:xfrm>
          <a:custGeom>
            <a:avLst/>
            <a:gdLst/>
            <a:ahLst/>
            <a:rect l="0" t="0" r="r" b="b"/>
            <a:pathLst>
              <a:path w="5055" h="27">
                <a:moveTo>
                  <a:pt x="0" y="0"/>
                </a:moveTo>
                <a:lnTo>
                  <a:pt x="5055" y="0"/>
                </a:lnTo>
                <a:lnTo>
                  <a:pt x="50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9762840" y="498132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9772560" y="49719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11572560" y="498132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609480" y="53053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609480" y="5295600"/>
            <a:ext cx="7344000" cy="10080"/>
          </a:xfrm>
          <a:custGeom>
            <a:avLst/>
            <a:gdLst/>
            <a:ahLst/>
            <a:rect l="0" t="0" r="r" b="b"/>
            <a:pathLst>
              <a:path w="20400" h="28">
                <a:moveTo>
                  <a:pt x="0" y="0"/>
                </a:moveTo>
                <a:lnTo>
                  <a:pt x="20400" y="0"/>
                </a:lnTo>
                <a:lnTo>
                  <a:pt x="2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7943760" y="5305320"/>
            <a:ext cx="9720" cy="333720"/>
          </a:xfrm>
          <a:custGeom>
            <a:avLst/>
            <a:gdLst/>
            <a:ahLst/>
            <a:rect l="0" t="0" r="r" b="b"/>
            <a:pathLst>
              <a:path w="27" h="927">
                <a:moveTo>
                  <a:pt x="0" y="0"/>
                </a:moveTo>
                <a:lnTo>
                  <a:pt x="27" y="0"/>
                </a:lnTo>
                <a:lnTo>
                  <a:pt x="27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7953120" y="5295600"/>
            <a:ext cx="1819800" cy="10080"/>
          </a:xfrm>
          <a:custGeom>
            <a:avLst/>
            <a:gdLst/>
            <a:ahLst/>
            <a:rect l="0" t="0" r="r" b="b"/>
            <a:pathLst>
              <a:path w="5055" h="28">
                <a:moveTo>
                  <a:pt x="0" y="0"/>
                </a:moveTo>
                <a:lnTo>
                  <a:pt x="5055" y="0"/>
                </a:lnTo>
                <a:lnTo>
                  <a:pt x="50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9762840" y="53053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9772560" y="529560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11572560" y="5305320"/>
            <a:ext cx="10080" cy="333720"/>
          </a:xfrm>
          <a:custGeom>
            <a:avLst/>
            <a:gdLst/>
            <a:ahLst/>
            <a:rect l="0" t="0" r="r" b="b"/>
            <a:pathLst>
              <a:path w="28" h="927">
                <a:moveTo>
                  <a:pt x="0" y="0"/>
                </a:moveTo>
                <a:lnTo>
                  <a:pt x="28" y="0"/>
                </a:lnTo>
                <a:lnTo>
                  <a:pt x="28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609480" y="56386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609480" y="5628960"/>
            <a:ext cx="7344000" cy="10080"/>
          </a:xfrm>
          <a:custGeom>
            <a:avLst/>
            <a:gdLst/>
            <a:ahLst/>
            <a:rect l="0" t="0" r="r" b="b"/>
            <a:pathLst>
              <a:path w="20400" h="28">
                <a:moveTo>
                  <a:pt x="0" y="0"/>
                </a:moveTo>
                <a:lnTo>
                  <a:pt x="20400" y="0"/>
                </a:lnTo>
                <a:lnTo>
                  <a:pt x="2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943760" y="5638680"/>
            <a:ext cx="9720" cy="324000"/>
          </a:xfrm>
          <a:custGeom>
            <a:avLst/>
            <a:gdLst/>
            <a:ahLst/>
            <a:rect l="0" t="0" r="r" b="b"/>
            <a:pathLst>
              <a:path w="27" h="900">
                <a:moveTo>
                  <a:pt x="0" y="0"/>
                </a:moveTo>
                <a:lnTo>
                  <a:pt x="27" y="0"/>
                </a:lnTo>
                <a:lnTo>
                  <a:pt x="2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953120" y="5628960"/>
            <a:ext cx="1819800" cy="10080"/>
          </a:xfrm>
          <a:custGeom>
            <a:avLst/>
            <a:gdLst/>
            <a:ahLst/>
            <a:rect l="0" t="0" r="r" b="b"/>
            <a:pathLst>
              <a:path w="5055" h="28">
                <a:moveTo>
                  <a:pt x="0" y="0"/>
                </a:moveTo>
                <a:lnTo>
                  <a:pt x="5055" y="0"/>
                </a:lnTo>
                <a:lnTo>
                  <a:pt x="50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9762840" y="56386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9772560" y="562896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11572560" y="5638680"/>
            <a:ext cx="10080" cy="324000"/>
          </a:xfrm>
          <a:custGeom>
            <a:avLst/>
            <a:gdLst/>
            <a:ahLst/>
            <a:rect l="0" t="0" r="r" b="b"/>
            <a:pathLst>
              <a:path w="28" h="900">
                <a:moveTo>
                  <a:pt x="0" y="0"/>
                </a:moveTo>
                <a:lnTo>
                  <a:pt x="28" y="0"/>
                </a:lnTo>
                <a:lnTo>
                  <a:pt x="28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609480" y="596232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609480" y="5952960"/>
            <a:ext cx="7344000" cy="9720"/>
          </a:xfrm>
          <a:custGeom>
            <a:avLst/>
            <a:gdLst/>
            <a:ahLst/>
            <a:rect l="0" t="0" r="r" b="b"/>
            <a:pathLst>
              <a:path w="20400" h="27">
                <a:moveTo>
                  <a:pt x="0" y="0"/>
                </a:moveTo>
                <a:lnTo>
                  <a:pt x="20400" y="0"/>
                </a:lnTo>
                <a:lnTo>
                  <a:pt x="2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7943760" y="596232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7953120" y="5952960"/>
            <a:ext cx="1819800" cy="9720"/>
          </a:xfrm>
          <a:custGeom>
            <a:avLst/>
            <a:gdLst/>
            <a:ahLst/>
            <a:rect l="0" t="0" r="r" b="b"/>
            <a:pathLst>
              <a:path w="5055" h="27">
                <a:moveTo>
                  <a:pt x="0" y="0"/>
                </a:moveTo>
                <a:lnTo>
                  <a:pt x="5055" y="0"/>
                </a:lnTo>
                <a:lnTo>
                  <a:pt x="50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9762840" y="596232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9772560" y="59529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11572560" y="596232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609480" y="628632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609480" y="6276960"/>
            <a:ext cx="7344000" cy="9720"/>
          </a:xfrm>
          <a:custGeom>
            <a:avLst/>
            <a:gdLst/>
            <a:ahLst/>
            <a:rect l="0" t="0" r="r" b="b"/>
            <a:pathLst>
              <a:path w="20400" h="27">
                <a:moveTo>
                  <a:pt x="0" y="0"/>
                </a:moveTo>
                <a:lnTo>
                  <a:pt x="20400" y="0"/>
                </a:lnTo>
                <a:lnTo>
                  <a:pt x="2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7943760" y="6286320"/>
            <a:ext cx="9720" cy="324360"/>
          </a:xfrm>
          <a:custGeom>
            <a:avLst/>
            <a:gdLst/>
            <a:ahLst/>
            <a:rect l="0" t="0" r="r" b="b"/>
            <a:pathLst>
              <a:path w="27" h="901">
                <a:moveTo>
                  <a:pt x="0" y="0"/>
                </a:moveTo>
                <a:lnTo>
                  <a:pt x="27" y="0"/>
                </a:lnTo>
                <a:lnTo>
                  <a:pt x="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7953120" y="6276960"/>
            <a:ext cx="1819800" cy="9720"/>
          </a:xfrm>
          <a:custGeom>
            <a:avLst/>
            <a:gdLst/>
            <a:ahLst/>
            <a:rect l="0" t="0" r="r" b="b"/>
            <a:pathLst>
              <a:path w="5055" h="27">
                <a:moveTo>
                  <a:pt x="0" y="0"/>
                </a:moveTo>
                <a:lnTo>
                  <a:pt x="5055" y="0"/>
                </a:lnTo>
                <a:lnTo>
                  <a:pt x="50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9762840" y="628632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9772560" y="62769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11572560" y="6286320"/>
            <a:ext cx="10080" cy="324360"/>
          </a:xfrm>
          <a:custGeom>
            <a:avLst/>
            <a:gdLst/>
            <a:ahLst/>
            <a:rect l="0" t="0" r="r" b="b"/>
            <a:pathLst>
              <a:path w="28" h="901">
                <a:moveTo>
                  <a:pt x="0" y="0"/>
                </a:moveTo>
                <a:lnTo>
                  <a:pt x="28" y="0"/>
                </a:lnTo>
                <a:lnTo>
                  <a:pt x="28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609480" y="6610320"/>
            <a:ext cx="9720" cy="247680"/>
          </a:xfrm>
          <a:custGeom>
            <a:avLst/>
            <a:gdLst/>
            <a:ahLst/>
            <a:rect l="0" t="0" r="r" b="b"/>
            <a:pathLst>
              <a:path w="27" h="688">
                <a:moveTo>
                  <a:pt x="0" y="0"/>
                </a:moveTo>
                <a:lnTo>
                  <a:pt x="27" y="0"/>
                </a:lnTo>
                <a:lnTo>
                  <a:pt x="27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609480" y="6600600"/>
            <a:ext cx="7344000" cy="10080"/>
          </a:xfrm>
          <a:custGeom>
            <a:avLst/>
            <a:gdLst/>
            <a:ahLst/>
            <a:rect l="0" t="0" r="r" b="b"/>
            <a:pathLst>
              <a:path w="20400" h="28">
                <a:moveTo>
                  <a:pt x="0" y="0"/>
                </a:moveTo>
                <a:lnTo>
                  <a:pt x="20400" y="0"/>
                </a:lnTo>
                <a:lnTo>
                  <a:pt x="2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7943760" y="6610320"/>
            <a:ext cx="9720" cy="247680"/>
          </a:xfrm>
          <a:custGeom>
            <a:avLst/>
            <a:gdLst/>
            <a:ahLst/>
            <a:rect l="0" t="0" r="r" b="b"/>
            <a:pathLst>
              <a:path w="27" h="688">
                <a:moveTo>
                  <a:pt x="0" y="0"/>
                </a:moveTo>
                <a:lnTo>
                  <a:pt x="27" y="0"/>
                </a:lnTo>
                <a:lnTo>
                  <a:pt x="27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7953120" y="6600600"/>
            <a:ext cx="1819800" cy="10080"/>
          </a:xfrm>
          <a:custGeom>
            <a:avLst/>
            <a:gdLst/>
            <a:ahLst/>
            <a:rect l="0" t="0" r="r" b="b"/>
            <a:pathLst>
              <a:path w="5055" h="28">
                <a:moveTo>
                  <a:pt x="0" y="0"/>
                </a:moveTo>
                <a:lnTo>
                  <a:pt x="5055" y="0"/>
                </a:lnTo>
                <a:lnTo>
                  <a:pt x="50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9762840" y="6610320"/>
            <a:ext cx="10080" cy="247680"/>
          </a:xfrm>
          <a:custGeom>
            <a:avLst/>
            <a:gdLst/>
            <a:ahLst/>
            <a:rect l="0" t="0" r="r" b="b"/>
            <a:pathLst>
              <a:path w="28" h="688">
                <a:moveTo>
                  <a:pt x="0" y="0"/>
                </a:moveTo>
                <a:lnTo>
                  <a:pt x="28" y="0"/>
                </a:lnTo>
                <a:lnTo>
                  <a:pt x="28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9772560" y="660060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11572560" y="6610320"/>
            <a:ext cx="10080" cy="247680"/>
          </a:xfrm>
          <a:custGeom>
            <a:avLst/>
            <a:gdLst/>
            <a:ahLst/>
            <a:rect l="0" t="0" r="r" b="b"/>
            <a:pathLst>
              <a:path w="28" h="688">
                <a:moveTo>
                  <a:pt x="0" y="0"/>
                </a:moveTo>
                <a:lnTo>
                  <a:pt x="28" y="0"/>
                </a:lnTo>
                <a:lnTo>
                  <a:pt x="28" y="688"/>
                </a:lnTo>
                <a:lnTo>
                  <a:pt x="0" y="688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2751120" y="541800"/>
            <a:ext cx="7290360" cy="45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30" b="1" u="none" strike="noStrike">
                <a:solidFill>
                  <a:srgbClr val="E6EDF3"/>
                </a:solidFill>
                <a:effectLst/>
                <a:uFillTx/>
                <a:latin typeface=".SFNS-Regular_wdth_opsz21CCC6_GRAD_wght2BC0000"/>
                <a:ea typeface=".SFNS-Regular_wdth_opsz21CCC6_GRAD_wght2BC0000"/>
              </a:rPr>
              <a:t>Verification cheat-sheet (for the speaker)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668520" y="1172520"/>
            <a:ext cx="127620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WHAT WE PROVED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6864840" y="1172520"/>
            <a:ext cx="405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SLIDE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8232120" y="1172520"/>
            <a:ext cx="405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DEMO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687600" y="1416960"/>
            <a:ext cx="15282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Auto-resolve routine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7" name=""/>
          <p:cNvSpPr txBox="1"/>
          <p:nvPr/>
        </p:nvSpPr>
        <p:spPr>
          <a:xfrm>
            <a:off x="6883920" y="1416960"/>
            <a:ext cx="570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1, 6, 11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8" name=""/>
          <p:cNvSpPr txBox="1"/>
          <p:nvPr/>
        </p:nvSpPr>
        <p:spPr>
          <a:xfrm>
            <a:off x="8251200" y="141696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687600" y="1740600"/>
            <a:ext cx="1680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Over-escalation guard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6883920" y="1740600"/>
            <a:ext cx="570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4, 8, 12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8251200" y="17406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687600" y="2064600"/>
            <a:ext cx="23821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Safety mechanism (5-gate 911)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6883920" y="2064600"/>
            <a:ext cx="190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8251200" y="20646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687600" y="2388600"/>
            <a:ext cx="23248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HITL design (interrupt/resume)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6883920" y="23886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8251200" y="2388600"/>
            <a:ext cx="1253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2 (override beat)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687600" y="2721960"/>
            <a:ext cx="13384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Trainer-log replay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6883920" y="2721960"/>
            <a:ext cx="190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8251200" y="2721960"/>
            <a:ext cx="1253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2 (override beat)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687600" y="3045600"/>
            <a:ext cx="2415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Clarification + inarticulate intake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2" name=""/>
          <p:cNvSpPr txBox="1"/>
          <p:nvPr/>
        </p:nvSpPr>
        <p:spPr>
          <a:xfrm>
            <a:off x="6883920" y="3045600"/>
            <a:ext cx="190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8251200" y="3045600"/>
            <a:ext cx="1556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(covered narratively)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687600" y="3369600"/>
            <a:ext cx="2927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Single callable contract (voice + batch)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6883920" y="3369600"/>
            <a:ext cx="190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8251200" y="3369600"/>
            <a:ext cx="171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1200240" y="3916800"/>
            <a:ext cx="97063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.SFNS-Regular_wdth_opsz1A0000_GRAD_wght2BC0000"/>
                <a:ea typeface=".SFNS-Regular_wdth_opsz1A0000_GRAD_wght2BC0000"/>
              </a:rPr>
              <a:t>Time budget (5 min target).</a:t>
            </a:r>
            <a:r>
              <a:rPr lang="en-US" sz="1950" b="0" u="none" strike="noStrike">
                <a:solidFill>
                  <a:srgbClr val="E6EDF3"/>
                </a:solidFill>
                <a:effectLst/>
                <a:uFillTx/>
                <a:latin typeface=".SFNS-Regular_wdth_opsz1A0000_GRAD_wght"/>
                <a:ea typeface=".SFNS-Regular_wdth_opsz1A0000_GRAD_wght"/>
              </a:rPr>
              <a:t> 18 slides total; not every slide needs equal time. Plan: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668520" y="4439520"/>
            <a:ext cx="48060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BLOCK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8004600" y="4439520"/>
            <a:ext cx="4946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SLIDES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9825840" y="4439520"/>
            <a:ext cx="34344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1" u="none" strike="noStrike">
                <a:solidFill>
                  <a:srgbClr val="455A64"/>
                </a:solidFill>
                <a:effectLst/>
                <a:uFillTx/>
                <a:latin typeface=".SFNS"/>
                <a:ea typeface=".SFNS"/>
              </a:rPr>
              <a:t>TIME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687600" y="4683960"/>
            <a:ext cx="626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Framing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8023680" y="4683960"/>
            <a:ext cx="275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1–2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9844920" y="4683960"/>
            <a:ext cx="32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30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687600" y="5017320"/>
            <a:ext cx="10728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Derived policy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8023680" y="5017320"/>
            <a:ext cx="275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3–5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9844920" y="5017320"/>
            <a:ext cx="32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50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687600" y="5341320"/>
            <a:ext cx="2178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Risk + HITL + RAG + vendor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8023680" y="5341320"/>
            <a:ext cx="275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6–9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9844920" y="5341320"/>
            <a:ext cx="32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70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687600" y="5664960"/>
            <a:ext cx="2163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Trainer log + scores + safety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8023680" y="5664960"/>
            <a:ext cx="4658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10–12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9844920" y="5664960"/>
            <a:ext cx="32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40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687600" y="5988960"/>
            <a:ext cx="16610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Scale + clarify + voice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8023680" y="5988960"/>
            <a:ext cx="4658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13–16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9844920" y="5988960"/>
            <a:ext cx="32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40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687600" y="6322320"/>
            <a:ext cx="9068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Next + Q&amp;A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8023680" y="6322320"/>
            <a:ext cx="4658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17–18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9844920" y="6322320"/>
            <a:ext cx="32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20 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687600" y="6646320"/>
            <a:ext cx="17154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Live demo (1+2+3)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8023680" y="6646320"/>
            <a:ext cx="171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9844920" y="6646320"/>
            <a:ext cx="513000" cy="24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.SFNS-Regular_wdth_opsz120000_GRAD_wght2BC0000"/>
                <a:ea typeface=".SFNS-Regular_wdth_opsz120000_GRAD_wght2BC0000"/>
              </a:rPr>
              <a:t>2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257040" y="6286320"/>
            <a:ext cx="1219680" cy="495720"/>
          </a:xfrm>
          <a:custGeom>
            <a:avLst/>
            <a:gdLst/>
            <a:ahLst/>
            <a:rect l="0" t="0" r="r" b="b"/>
            <a:pathLst>
              <a:path w="3388" h="1377">
                <a:moveTo>
                  <a:pt x="0" y="1271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282" y="0"/>
                </a:lnTo>
                <a:cubicBezTo>
                  <a:pt x="3296" y="0"/>
                  <a:pt x="3309" y="3"/>
                  <a:pt x="3322" y="8"/>
                </a:cubicBezTo>
                <a:cubicBezTo>
                  <a:pt x="3335" y="13"/>
                  <a:pt x="3347" y="21"/>
                  <a:pt x="3357" y="31"/>
                </a:cubicBezTo>
                <a:cubicBezTo>
                  <a:pt x="3366" y="41"/>
                  <a:pt x="3374" y="52"/>
                  <a:pt x="3379" y="65"/>
                </a:cubicBezTo>
                <a:cubicBezTo>
                  <a:pt x="3385" y="78"/>
                  <a:pt x="3388" y="92"/>
                  <a:pt x="3388" y="106"/>
                </a:cubicBezTo>
                <a:lnTo>
                  <a:pt x="3388" y="1271"/>
                </a:lnTo>
                <a:cubicBezTo>
                  <a:pt x="3388" y="1285"/>
                  <a:pt x="3385" y="1299"/>
                  <a:pt x="3379" y="1311"/>
                </a:cubicBezTo>
                <a:cubicBezTo>
                  <a:pt x="3374" y="1324"/>
                  <a:pt x="3366" y="1336"/>
                  <a:pt x="3357" y="1346"/>
                </a:cubicBezTo>
                <a:cubicBezTo>
                  <a:pt x="3347" y="1356"/>
                  <a:pt x="3335" y="1363"/>
                  <a:pt x="3322" y="1369"/>
                </a:cubicBezTo>
                <a:cubicBezTo>
                  <a:pt x="3309" y="1374"/>
                  <a:pt x="3296" y="1377"/>
                  <a:pt x="3282" y="1377"/>
                </a:cubicBezTo>
                <a:lnTo>
                  <a:pt x="106" y="1377"/>
                </a:lnTo>
                <a:cubicBezTo>
                  <a:pt x="92" y="1377"/>
                  <a:pt x="78" y="1374"/>
                  <a:pt x="65" y="1369"/>
                </a:cubicBezTo>
                <a:cubicBezTo>
                  <a:pt x="52" y="1363"/>
                  <a:pt x="41" y="1356"/>
                  <a:pt x="31" y="1346"/>
                </a:cubicBezTo>
                <a:cubicBezTo>
                  <a:pt x="21" y="1336"/>
                  <a:pt x="13" y="1324"/>
                  <a:pt x="8" y="1311"/>
                </a:cubicBezTo>
                <a:cubicBezTo>
                  <a:pt x="3" y="1299"/>
                  <a:pt x="0" y="1285"/>
                  <a:pt x="0" y="1271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237960" y="215640"/>
            <a:ext cx="22388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CBRE × UCSB × ACM · Turing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314640" y="6460560"/>
            <a:ext cx="11055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30" b="0" u="none" strike="noStrike">
                <a:solidFill>
                  <a:srgbClr val="F0ABFC"/>
                </a:solidFill>
                <a:effectLst/>
                <a:uFillTx/>
                <a:latin typeface="Menlo"/>
                <a:ea typeface="Menlo"/>
              </a:rPr>
              <a:t>agent.classify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1492920" y="6406920"/>
            <a:ext cx="320004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DAD8C8"/>
                </a:solidFill>
                <a:effectLst/>
                <a:uFillTx/>
                <a:latin typeface=".SFNS-Regular_wdth_opsz1128EF_GRAD_wght"/>
                <a:ea typeface=".SFNS-Regular_wdth_opsz1128EF_GRAD_wght"/>
              </a:rPr>
              <a:t> · submission-v1 (+ levers 1+2) · 2026-05-22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11700000" y="6388920"/>
            <a:ext cx="221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60" b="0" u="none" strike="noStrike">
                <a:solidFill>
                  <a:srgbClr val="E6EDF3"/>
                </a:solidFill>
                <a:effectLst/>
                <a:uFillTx/>
                <a:latin typeface=".SFNS-Regular_wdth_opsz14CCC6_GRAD_wght"/>
                <a:ea typeface=".SFNS-Regular_wdth_opsz14CCC6_GRAD_wght"/>
              </a:rPr>
              <a:t>25</a:t>
            </a:r>
            <a:endParaRPr lang="en-US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LibreOffice/26.2.3.2$MacOSX_AARCH64 LibreOffice_project/70e089b17412e4cb7773e41413306b17a2328c34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